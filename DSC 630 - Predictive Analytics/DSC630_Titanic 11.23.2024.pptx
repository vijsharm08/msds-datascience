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ags/tag1.xml" ContentType="application/vnd.openxmlformats-officedocument.presentationml.tags+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9" r:id="rId2"/>
  </p:sldMasterIdLst>
  <p:notesMasterIdLst>
    <p:notesMasterId r:id="rId15"/>
  </p:notesMasterIdLst>
  <p:sldIdLst>
    <p:sldId id="270" r:id="rId3"/>
    <p:sldId id="271" r:id="rId4"/>
    <p:sldId id="272" r:id="rId5"/>
    <p:sldId id="273" r:id="rId6"/>
    <p:sldId id="274" r:id="rId7"/>
    <p:sldId id="275" r:id="rId8"/>
    <p:sldId id="260" r:id="rId9"/>
    <p:sldId id="276" r:id="rId10"/>
    <p:sldId id="279" r:id="rId11"/>
    <p:sldId id="278" r:id="rId12"/>
    <p:sldId id="265" r:id="rId13"/>
    <p:sldId id="277"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CCC7"/>
    <a:srgbClr val="85A2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6707" autoAdjust="0"/>
  </p:normalViewPr>
  <p:slideViewPr>
    <p:cSldViewPr snapToGrid="0">
      <p:cViewPr varScale="1">
        <p:scale>
          <a:sx n="74" d="100"/>
          <a:sy n="74" d="100"/>
        </p:scale>
        <p:origin x="132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F12B09-36DF-4351-AD36-4A0A924D9D31}"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28AA34-97F5-407A-A9B6-CBF5F5953630}" type="slidenum">
              <a:rPr lang="en-US" smtClean="0"/>
              <a:t>‹#›</a:t>
            </a:fld>
            <a:endParaRPr lang="en-US"/>
          </a:p>
        </p:txBody>
      </p:sp>
    </p:spTree>
    <p:extLst>
      <p:ext uri="{BB962C8B-B14F-4D97-AF65-F5344CB8AC3E}">
        <p14:creationId xmlns:p14="http://schemas.microsoft.com/office/powerpoint/2010/main" val="126757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bbc2963555_0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bbc2963555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 April 15, 1912, during her maiden voyage, the widely considered “unsinkable” RMS Titanic sank after colliding with an iceberg in the Atlantic Ocean. Unfortunately, there weren’t enough lifeboats for everyone onboard, resulting in the death of 1502 out of 2224 passengers and crew (</a:t>
            </a:r>
            <a:r>
              <a:rPr lang="en-US" sz="1200" kern="1200" dirty="0" err="1">
                <a:solidFill>
                  <a:schemeClr val="tx1"/>
                </a:solidFill>
                <a:effectLst/>
                <a:latin typeface="+mn-lt"/>
                <a:ea typeface="+mn-ea"/>
                <a:cs typeface="+mn-cs"/>
              </a:rPr>
              <a:t>Cukierski</a:t>
            </a:r>
            <a:r>
              <a:rPr lang="en-US" sz="1200" kern="1200" dirty="0">
                <a:solidFill>
                  <a:schemeClr val="tx1"/>
                </a:solidFill>
                <a:effectLst/>
                <a:latin typeface="+mn-lt"/>
                <a:ea typeface="+mn-ea"/>
                <a:cs typeface="+mn-cs"/>
              </a:rPr>
              <a:t>, 2012). Maritime rule tells us that evacuation priority was given to women and children but varying interpretations and social class hierarchies also played a major role in deciding who made it to safety. Our project aims to build and evaluate a machine learning model to predict which passengers on the Titanic survived the disaster. </a:t>
            </a: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bc99b2e56c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7" name="Google Shape;767;gbc99b2e56c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 analysis used the well-known Titanic dataset, which includes 12 variables and 1308 rows in the dataset. Passenger ID, survival (binary: 0=No, 1=Yes), </a:t>
            </a:r>
            <a:r>
              <a:rPr lang="en-US" sz="1200" b="0" kern="1200" dirty="0" err="1">
                <a:solidFill>
                  <a:schemeClr val="tx1"/>
                </a:solidFill>
                <a:effectLst/>
                <a:latin typeface="+mn-lt"/>
                <a:ea typeface="+mn-ea"/>
                <a:cs typeface="+mn-cs"/>
              </a:rPr>
              <a:t>pclass</a:t>
            </a:r>
            <a:r>
              <a:rPr lang="en-US" sz="1200" b="0" kern="1200" dirty="0">
                <a:solidFill>
                  <a:schemeClr val="tx1"/>
                </a:solidFill>
                <a:effectLst/>
                <a:latin typeface="+mn-lt"/>
                <a:ea typeface="+mn-ea"/>
                <a:cs typeface="+mn-cs"/>
              </a:rPr>
              <a:t> (Ticket class 1=1</a:t>
            </a:r>
            <a:r>
              <a:rPr lang="en-US" sz="1200" b="0" kern="1200" baseline="30000" dirty="0">
                <a:solidFill>
                  <a:schemeClr val="tx1"/>
                </a:solidFill>
                <a:effectLst/>
                <a:latin typeface="+mn-lt"/>
                <a:ea typeface="+mn-ea"/>
                <a:cs typeface="+mn-cs"/>
              </a:rPr>
              <a:t>st</a:t>
            </a:r>
            <a:r>
              <a:rPr lang="en-US" sz="1200" b="0" kern="1200" dirty="0">
                <a:solidFill>
                  <a:schemeClr val="tx1"/>
                </a:solidFill>
                <a:effectLst/>
                <a:latin typeface="+mn-lt"/>
                <a:ea typeface="+mn-ea"/>
                <a:cs typeface="+mn-cs"/>
              </a:rPr>
              <a:t>, 2=2</a:t>
            </a:r>
            <a:r>
              <a:rPr lang="en-US" sz="1200" b="0" kern="1200" baseline="30000" dirty="0">
                <a:solidFill>
                  <a:schemeClr val="tx1"/>
                </a:solidFill>
                <a:effectLst/>
                <a:latin typeface="+mn-lt"/>
                <a:ea typeface="+mn-ea"/>
                <a:cs typeface="+mn-cs"/>
              </a:rPr>
              <a:t>nd</a:t>
            </a:r>
            <a:r>
              <a:rPr lang="en-US" sz="1200" b="0" kern="1200" dirty="0">
                <a:solidFill>
                  <a:schemeClr val="tx1"/>
                </a:solidFill>
                <a:effectLst/>
                <a:latin typeface="+mn-lt"/>
                <a:ea typeface="+mn-ea"/>
                <a:cs typeface="+mn-cs"/>
              </a:rPr>
              <a:t>, 3=3</a:t>
            </a:r>
            <a:r>
              <a:rPr lang="en-US" sz="1200" b="0" kern="1200" baseline="30000" dirty="0">
                <a:solidFill>
                  <a:schemeClr val="tx1"/>
                </a:solidFill>
                <a:effectLst/>
                <a:latin typeface="+mn-lt"/>
                <a:ea typeface="+mn-ea"/>
                <a:cs typeface="+mn-cs"/>
              </a:rPr>
              <a:t>rd</a:t>
            </a:r>
            <a:r>
              <a:rPr lang="en-US" sz="1200" b="0" kern="1200" dirty="0">
                <a:solidFill>
                  <a:schemeClr val="tx1"/>
                </a:solidFill>
                <a:effectLst/>
                <a:latin typeface="+mn-lt"/>
                <a:ea typeface="+mn-ea"/>
                <a:cs typeface="+mn-cs"/>
              </a:rPr>
              <a:t>), name, sex, age, </a:t>
            </a:r>
            <a:r>
              <a:rPr lang="en-US" sz="1200" b="0" kern="1200" dirty="0" err="1">
                <a:solidFill>
                  <a:schemeClr val="tx1"/>
                </a:solidFill>
                <a:effectLst/>
                <a:latin typeface="+mn-lt"/>
                <a:ea typeface="+mn-ea"/>
                <a:cs typeface="+mn-cs"/>
              </a:rPr>
              <a:t>sibsp</a:t>
            </a:r>
            <a:r>
              <a:rPr lang="en-US" sz="1200" b="0" kern="1200" dirty="0">
                <a:solidFill>
                  <a:schemeClr val="tx1"/>
                </a:solidFill>
                <a:effectLst/>
                <a:latin typeface="+mn-lt"/>
                <a:ea typeface="+mn-ea"/>
                <a:cs typeface="+mn-cs"/>
              </a:rPr>
              <a:t> (number of siblings + spouses aboard the Titanic), parch (number of parents + children aboard the Titanic), ticket (number), fare , cabin (number), embarked (Port of Embarkation: C=Cherbourg, Q=Queenstown, S=Southampton). The dataset was provided pre-split into training and test datasets for model creation and testing on unseen data however, for our analysis we chose to use only the test datasets and split into test and training. </a:t>
            </a: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a:extLst>
            <a:ext uri="{FF2B5EF4-FFF2-40B4-BE49-F238E27FC236}">
              <a16:creationId xmlns:a16="http://schemas.microsoft.com/office/drawing/2014/main" id="{FFE200B1-AADA-D855-DDC5-09626AB42EC6}"/>
            </a:ext>
          </a:extLst>
        </p:cNvPr>
        <p:cNvGrpSpPr/>
        <p:nvPr/>
      </p:nvGrpSpPr>
      <p:grpSpPr>
        <a:xfrm>
          <a:off x="0" y="0"/>
          <a:ext cx="0" cy="0"/>
          <a:chOff x="0" y="0"/>
          <a:chExt cx="0" cy="0"/>
        </a:xfrm>
      </p:grpSpPr>
      <p:sp>
        <p:nvSpPr>
          <p:cNvPr id="766" name="Google Shape;766;gbc99b2e56c_0_232:notes">
            <a:extLst>
              <a:ext uri="{FF2B5EF4-FFF2-40B4-BE49-F238E27FC236}">
                <a16:creationId xmlns:a16="http://schemas.microsoft.com/office/drawing/2014/main" id="{E29A5FB9-25B9-D152-4D69-C17F4E2FF4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7" name="Google Shape;767;gbc99b2e56c_0_232:notes">
            <a:extLst>
              <a:ext uri="{FF2B5EF4-FFF2-40B4-BE49-F238E27FC236}">
                <a16:creationId xmlns:a16="http://schemas.microsoft.com/office/drawing/2014/main" id="{BE61BEBB-CDEB-57BC-1A53-2DB200599C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The initial training dataset, after being loaded, had 891 rows and 12 columns. A check for missing values revealed three columns with missing data:</a:t>
            </a:r>
          </a:p>
          <a:p>
            <a:pPr lvl="0"/>
            <a:r>
              <a:rPr lang="en-US" sz="1200" kern="1200" dirty="0">
                <a:solidFill>
                  <a:schemeClr val="tx1"/>
                </a:solidFill>
                <a:effectLst/>
                <a:latin typeface="+mn-lt"/>
                <a:ea typeface="+mn-ea"/>
                <a:cs typeface="+mn-cs"/>
              </a:rPr>
              <a:t>Age: 177 missing values.</a:t>
            </a:r>
          </a:p>
          <a:p>
            <a:pPr lvl="0"/>
            <a:r>
              <a:rPr lang="en-US" sz="1200" kern="1200" dirty="0">
                <a:solidFill>
                  <a:schemeClr val="tx1"/>
                </a:solidFill>
                <a:effectLst/>
                <a:latin typeface="+mn-lt"/>
                <a:ea typeface="+mn-ea"/>
                <a:cs typeface="+mn-cs"/>
              </a:rPr>
              <a:t>Cabin: 687 missing values.</a:t>
            </a:r>
          </a:p>
          <a:p>
            <a:pPr lvl="0"/>
            <a:r>
              <a:rPr lang="en-US" sz="1200" kern="1200" dirty="0">
                <a:solidFill>
                  <a:schemeClr val="tx1"/>
                </a:solidFill>
                <a:effectLst/>
                <a:latin typeface="+mn-lt"/>
                <a:ea typeface="+mn-ea"/>
                <a:cs typeface="+mn-cs"/>
              </a:rPr>
              <a:t>Embarked: 2 missing values.</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Data Cleaning and Feature Engineering</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Columns with low predictive value or too many missing values were dropped. We used a correlation matrix to identify the features with a low predictive value. These included 'Cabin' (over 70% missing values), '</a:t>
            </a:r>
            <a:r>
              <a:rPr lang="en-US" sz="1200" kern="1200" dirty="0" err="1">
                <a:solidFill>
                  <a:schemeClr val="tx1"/>
                </a:solidFill>
                <a:effectLst/>
                <a:latin typeface="+mn-lt"/>
                <a:ea typeface="+mn-ea"/>
                <a:cs typeface="+mn-cs"/>
              </a:rPr>
              <a:t>PassengerId</a:t>
            </a:r>
            <a:r>
              <a:rPr lang="en-US" sz="1200" kern="1200" dirty="0">
                <a:solidFill>
                  <a:schemeClr val="tx1"/>
                </a:solidFill>
                <a:effectLst/>
                <a:latin typeface="+mn-lt"/>
                <a:ea typeface="+mn-ea"/>
                <a:cs typeface="+mn-cs"/>
              </a:rPr>
              <a:t>', 'Name' and 'Ticket'. The two rows with missing 'Embarked' values were also dropped.</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79404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bc99b2e56c_0_5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1" name="Google Shape;911;gbc99b2e56c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kern="1200">
                <a:solidFill>
                  <a:schemeClr val="tx1"/>
                </a:solidFill>
                <a:effectLst/>
                <a:latin typeface="+mn-lt"/>
                <a:ea typeface="+mn-ea"/>
                <a:cs typeface="+mn-cs"/>
              </a:rPr>
              <a:t>A '</a:t>
            </a:r>
            <a:r>
              <a:rPr lang="en-US" sz="1200" kern="1200" err="1">
                <a:solidFill>
                  <a:schemeClr val="tx1"/>
                </a:solidFill>
                <a:effectLst/>
                <a:latin typeface="+mn-lt"/>
                <a:ea typeface="+mn-ea"/>
                <a:cs typeface="+mn-cs"/>
              </a:rPr>
              <a:t>ChildFlag</a:t>
            </a:r>
            <a:r>
              <a:rPr lang="en-US" sz="1200" kern="1200">
                <a:solidFill>
                  <a:schemeClr val="tx1"/>
                </a:solidFill>
                <a:effectLst/>
                <a:latin typeface="+mn-lt"/>
                <a:ea typeface="+mn-ea"/>
                <a:cs typeface="+mn-cs"/>
              </a:rPr>
              <a:t>' was created, set to 1 if the passenger's Age was &lt;18 OR if their Parch (parents/children aboard) was &gt;0, and 0 otherwise. Missing 'Age' values were imputed by calculating the mean age grouped by the '</a:t>
            </a:r>
            <a:r>
              <a:rPr lang="en-US" sz="1200" kern="1200" err="1">
                <a:solidFill>
                  <a:schemeClr val="tx1"/>
                </a:solidFill>
                <a:effectLst/>
                <a:latin typeface="+mn-lt"/>
                <a:ea typeface="+mn-ea"/>
                <a:cs typeface="+mn-cs"/>
              </a:rPr>
              <a:t>ChildFlag</a:t>
            </a:r>
            <a:r>
              <a:rPr lang="en-US" sz="1200" kern="1200">
                <a:solidFill>
                  <a:schemeClr val="tx1"/>
                </a:solidFill>
                <a:effectLst/>
                <a:latin typeface="+mn-lt"/>
                <a:ea typeface="+mn-ea"/>
                <a:cs typeface="+mn-cs"/>
              </a:rPr>
              <a:t>' and applying these group averages to the </a:t>
            </a:r>
            <a:r>
              <a:rPr lang="en-US" sz="1200" kern="1200" err="1">
                <a:solidFill>
                  <a:schemeClr val="tx1"/>
                </a:solidFill>
                <a:effectLst/>
                <a:latin typeface="+mn-lt"/>
                <a:ea typeface="+mn-ea"/>
                <a:cs typeface="+mn-cs"/>
              </a:rPr>
              <a:t>NaNs</a:t>
            </a:r>
            <a:r>
              <a:rPr lang="en-US" sz="1200" kern="1200">
                <a:solidFill>
                  <a:schemeClr val="tx1"/>
                </a:solidFill>
                <a:effectLst/>
                <a:latin typeface="+mn-lt"/>
                <a:ea typeface="+mn-ea"/>
                <a:cs typeface="+mn-cs"/>
              </a:rPr>
              <a:t>. '</a:t>
            </a:r>
            <a:r>
              <a:rPr lang="en-US" sz="1200" kern="1200" err="1">
                <a:solidFill>
                  <a:schemeClr val="tx1"/>
                </a:solidFill>
                <a:effectLst/>
                <a:latin typeface="+mn-lt"/>
                <a:ea typeface="+mn-ea"/>
                <a:cs typeface="+mn-cs"/>
              </a:rPr>
              <a:t>FamilySize</a:t>
            </a:r>
            <a:r>
              <a:rPr lang="en-US" sz="1200" kern="1200">
                <a:solidFill>
                  <a:schemeClr val="tx1"/>
                </a:solidFill>
                <a:effectLst/>
                <a:latin typeface="+mn-lt"/>
                <a:ea typeface="+mn-ea"/>
                <a:cs typeface="+mn-cs"/>
              </a:rPr>
              <a:t>' was computed as </a:t>
            </a:r>
            <a:r>
              <a:rPr lang="en-US" sz="1200" kern="1200" err="1">
                <a:solidFill>
                  <a:schemeClr val="tx1"/>
                </a:solidFill>
                <a:effectLst/>
                <a:latin typeface="+mn-lt"/>
                <a:ea typeface="+mn-ea"/>
                <a:cs typeface="+mn-cs"/>
              </a:rPr>
              <a:t>SibSp</a:t>
            </a:r>
            <a:r>
              <a:rPr lang="en-US" sz="1200" kern="1200">
                <a:solidFill>
                  <a:schemeClr val="tx1"/>
                </a:solidFill>
                <a:effectLst/>
                <a:latin typeface="+mn-lt"/>
                <a:ea typeface="+mn-ea"/>
                <a:cs typeface="+mn-cs"/>
              </a:rPr>
              <a:t> + Parch + 1. '</a:t>
            </a:r>
            <a:r>
              <a:rPr lang="en-US" sz="1200" kern="1200" err="1">
                <a:solidFill>
                  <a:schemeClr val="tx1"/>
                </a:solidFill>
                <a:effectLst/>
                <a:latin typeface="+mn-lt"/>
                <a:ea typeface="+mn-ea"/>
                <a:cs typeface="+mn-cs"/>
              </a:rPr>
              <a:t>FamilyCategory</a:t>
            </a:r>
            <a:r>
              <a:rPr lang="en-US" sz="1200" kern="1200">
                <a:solidFill>
                  <a:schemeClr val="tx1"/>
                </a:solidFill>
                <a:effectLst/>
                <a:latin typeface="+mn-lt"/>
                <a:ea typeface="+mn-ea"/>
                <a:cs typeface="+mn-cs"/>
              </a:rPr>
              <a:t>' was created by binning '</a:t>
            </a:r>
            <a:r>
              <a:rPr lang="en-US" sz="1200" kern="1200" err="1">
                <a:solidFill>
                  <a:schemeClr val="tx1"/>
                </a:solidFill>
                <a:effectLst/>
                <a:latin typeface="+mn-lt"/>
                <a:ea typeface="+mn-ea"/>
                <a:cs typeface="+mn-cs"/>
              </a:rPr>
              <a:t>FamilySize</a:t>
            </a:r>
            <a:r>
              <a:rPr lang="en-US" sz="1200" kern="1200">
                <a:solidFill>
                  <a:schemeClr val="tx1"/>
                </a:solidFill>
                <a:effectLst/>
                <a:latin typeface="+mn-lt"/>
                <a:ea typeface="+mn-ea"/>
                <a:cs typeface="+mn-cs"/>
              </a:rPr>
              <a:t>' into 'Single' (1 person), 'Small Family' (2-4 members), and 'Large Family' (5-11 members). The categorical variables 'Sex', 'Embarked', '</a:t>
            </a:r>
            <a:r>
              <a:rPr lang="en-US" sz="1200" kern="1200" err="1">
                <a:solidFill>
                  <a:schemeClr val="tx1"/>
                </a:solidFill>
                <a:effectLst/>
                <a:latin typeface="+mn-lt"/>
                <a:ea typeface="+mn-ea"/>
                <a:cs typeface="+mn-cs"/>
              </a:rPr>
              <a:t>Pclass</a:t>
            </a:r>
            <a:r>
              <a:rPr lang="en-US" sz="1200" kern="1200">
                <a:solidFill>
                  <a:schemeClr val="tx1"/>
                </a:solidFill>
                <a:effectLst/>
                <a:latin typeface="+mn-lt"/>
                <a:ea typeface="+mn-ea"/>
                <a:cs typeface="+mn-cs"/>
              </a:rPr>
              <a:t>', and '</a:t>
            </a:r>
            <a:r>
              <a:rPr lang="en-US" sz="1200" kern="1200" err="1">
                <a:solidFill>
                  <a:schemeClr val="tx1"/>
                </a:solidFill>
                <a:effectLst/>
                <a:latin typeface="+mn-lt"/>
                <a:ea typeface="+mn-ea"/>
                <a:cs typeface="+mn-cs"/>
              </a:rPr>
              <a:t>FamilyCategory</a:t>
            </a:r>
            <a:r>
              <a:rPr lang="en-US" sz="1200" kern="1200">
                <a:solidFill>
                  <a:schemeClr val="tx1"/>
                </a:solidFill>
                <a:effectLst/>
                <a:latin typeface="+mn-lt"/>
                <a:ea typeface="+mn-ea"/>
                <a:cs typeface="+mn-cs"/>
              </a:rPr>
              <a:t>' were converted to numeric format using one-hot encoding.</a:t>
            </a:r>
          </a:p>
          <a:p>
            <a:r>
              <a:rPr lang="en-US" sz="1200" kern="1200">
                <a:solidFill>
                  <a:schemeClr val="tx1"/>
                </a:solidFill>
                <a:effectLst/>
                <a:latin typeface="+mn-lt"/>
                <a:ea typeface="+mn-ea"/>
                <a:cs typeface="+mn-cs"/>
              </a:rPr>
              <a:t> </a:t>
            </a: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bc99b2e56c_0_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0" name="Google Shape;830;gbc99b2e56c_0_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We selected four distinct models to evaluate performance ranging from simple to complex.</a:t>
            </a: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bbdb670be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 name="Google Shape;713;gbbdb670be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3"/>
        <p:cNvGrpSpPr/>
        <p:nvPr/>
      </p:nvGrpSpPr>
      <p:grpSpPr>
        <a:xfrm>
          <a:off x="0" y="0"/>
          <a:ext cx="0" cy="0"/>
          <a:chOff x="0" y="0"/>
          <a:chExt cx="0" cy="0"/>
        </a:xfrm>
      </p:grpSpPr>
      <p:sp>
        <p:nvSpPr>
          <p:cNvPr id="1224" name="Google Shape;1224;gbc99b2e56c_0_315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5" name="Google Shape;1225;gbc99b2e56c_0_315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models were trained on an 80% split and tested on 20%.</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a:extLst>
            <a:ext uri="{FF2B5EF4-FFF2-40B4-BE49-F238E27FC236}">
              <a16:creationId xmlns:a16="http://schemas.microsoft.com/office/drawing/2014/main" id="{0D742DE4-70F2-9FB6-9524-DC83917AB411}"/>
            </a:ext>
          </a:extLst>
        </p:cNvPr>
        <p:cNvGrpSpPr/>
        <p:nvPr/>
      </p:nvGrpSpPr>
      <p:grpSpPr>
        <a:xfrm>
          <a:off x="0" y="0"/>
          <a:ext cx="0" cy="0"/>
          <a:chOff x="0" y="0"/>
          <a:chExt cx="0" cy="0"/>
        </a:xfrm>
      </p:grpSpPr>
      <p:sp>
        <p:nvSpPr>
          <p:cNvPr id="766" name="Google Shape;766;gbc99b2e56c_0_232:notes">
            <a:extLst>
              <a:ext uri="{FF2B5EF4-FFF2-40B4-BE49-F238E27FC236}">
                <a16:creationId xmlns:a16="http://schemas.microsoft.com/office/drawing/2014/main" id="{99C42E47-CA4C-2581-10A1-5596902A89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7" name="Google Shape;767;gbc99b2e56c_0_232:notes">
            <a:extLst>
              <a:ext uri="{FF2B5EF4-FFF2-40B4-BE49-F238E27FC236}">
                <a16:creationId xmlns:a16="http://schemas.microsoft.com/office/drawing/2014/main" id="{5DE561BC-B0E8-2AF6-69AB-F4F5DC0D39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Using Logistic Regression coefficients and Feature Importance, we identified key survival factors:</a:t>
            </a:r>
            <a:endParaRPr/>
          </a:p>
        </p:txBody>
      </p:sp>
    </p:spTree>
    <p:extLst>
      <p:ext uri="{BB962C8B-B14F-4D97-AF65-F5344CB8AC3E}">
        <p14:creationId xmlns:p14="http://schemas.microsoft.com/office/powerpoint/2010/main" val="2384544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bc99b2e56c_0_6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bc99b2e56c_0_6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gbcd4fe9472_0_17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4" name="Google Shape;1174;gbcd4fe9472_0_17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1190351"/>
            <a:ext cx="5569200" cy="485200"/>
          </a:xfrm>
          <a:prstGeom prst="rect">
            <a:avLst/>
          </a:prstGeom>
        </p:spPr>
        <p:txBody>
          <a:bodyPr spcFirstLastPara="1" wrap="square" lIns="91425" tIns="91425" rIns="91425" bIns="91425" anchor="ctr" anchorCtr="0">
            <a:noAutofit/>
          </a:bodyPr>
          <a:lstStyle>
            <a:lvl1pPr lvl="0" algn="ctr">
              <a:spcBef>
                <a:spcPts val="0"/>
              </a:spcBef>
              <a:spcAft>
                <a:spcPts val="0"/>
              </a:spcAft>
              <a:buSzPts val="5200"/>
              <a:buNone/>
              <a:defRPr sz="3467">
                <a:solidFill>
                  <a:schemeClr val="accent3"/>
                </a:solidFill>
                <a:latin typeface="Abel"/>
                <a:ea typeface="Abel"/>
                <a:cs typeface="Abel"/>
                <a:sym typeface="Abel"/>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10" name="Google Shape;10;p2"/>
          <p:cNvSpPr txBox="1">
            <a:spLocks noGrp="1"/>
          </p:cNvSpPr>
          <p:nvPr>
            <p:ph type="subTitle" idx="1"/>
          </p:nvPr>
        </p:nvSpPr>
        <p:spPr>
          <a:xfrm>
            <a:off x="950967" y="3848133"/>
            <a:ext cx="5569200" cy="4656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133">
                <a:solidFill>
                  <a:schemeClr val="accent6"/>
                </a:solidFill>
                <a:latin typeface="Poppins"/>
                <a:ea typeface="Poppins"/>
                <a:cs typeface="Poppins"/>
                <a:sym typeface="Poppins"/>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r>
              <a:rPr lang="en-US"/>
              <a:t>Click to edit Master subtitle style</a:t>
            </a:r>
            <a:endParaRPr/>
          </a:p>
        </p:txBody>
      </p:sp>
      <p:sp>
        <p:nvSpPr>
          <p:cNvPr id="11" name="Google Shape;11;p2"/>
          <p:cNvSpPr txBox="1">
            <a:spLocks noGrp="1"/>
          </p:cNvSpPr>
          <p:nvPr>
            <p:ph type="ctrTitle" idx="2"/>
          </p:nvPr>
        </p:nvSpPr>
        <p:spPr>
          <a:xfrm>
            <a:off x="950967" y="1870200"/>
            <a:ext cx="5569200" cy="1845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14666">
                <a:solidFill>
                  <a:srgbClr val="FFFFFF"/>
                </a:solidFill>
                <a:latin typeface="Abel"/>
                <a:ea typeface="Abel"/>
                <a:cs typeface="Abel"/>
                <a:sym typeface="Abel"/>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r>
              <a:rPr lang="en-US"/>
              <a:t>Click to edit Master title style</a:t>
            </a:r>
            <a:endParaRPr/>
          </a:p>
        </p:txBody>
      </p:sp>
      <p:sp>
        <p:nvSpPr>
          <p:cNvPr id="12" name="Google Shape;12;p2"/>
          <p:cNvSpPr/>
          <p:nvPr/>
        </p:nvSpPr>
        <p:spPr>
          <a:xfrm>
            <a:off x="0" y="5830800"/>
            <a:ext cx="3999751" cy="393936"/>
          </a:xfrm>
          <a:custGeom>
            <a:avLst/>
            <a:gdLst/>
            <a:ahLst/>
            <a:cxnLst/>
            <a:rect l="l" t="t" r="r" b="b"/>
            <a:pathLst>
              <a:path w="45049" h="3952" extrusionOk="0">
                <a:moveTo>
                  <a:pt x="0" y="1"/>
                </a:moveTo>
                <a:lnTo>
                  <a:pt x="0" y="3952"/>
                </a:lnTo>
                <a:cubicBezTo>
                  <a:pt x="1610" y="3513"/>
                  <a:pt x="3220" y="3196"/>
                  <a:pt x="4854" y="3025"/>
                </a:cubicBezTo>
                <a:cubicBezTo>
                  <a:pt x="6659" y="2830"/>
                  <a:pt x="8482" y="2787"/>
                  <a:pt x="10308" y="2787"/>
                </a:cubicBezTo>
                <a:cubicBezTo>
                  <a:pt x="11728" y="2787"/>
                  <a:pt x="13151" y="2813"/>
                  <a:pt x="14567" y="2813"/>
                </a:cubicBezTo>
                <a:cubicBezTo>
                  <a:pt x="14972" y="2813"/>
                  <a:pt x="15377" y="2811"/>
                  <a:pt x="15780" y="2806"/>
                </a:cubicBezTo>
                <a:cubicBezTo>
                  <a:pt x="25609" y="2659"/>
                  <a:pt x="35268" y="586"/>
                  <a:pt x="45048" y="50"/>
                </a:cubicBezTo>
                <a:lnTo>
                  <a:pt x="45048" y="50"/>
                </a:lnTo>
                <a:cubicBezTo>
                  <a:pt x="41999" y="123"/>
                  <a:pt x="38926" y="172"/>
                  <a:pt x="35853" y="245"/>
                </a:cubicBezTo>
                <a:cubicBezTo>
                  <a:pt x="28195" y="391"/>
                  <a:pt x="20561" y="513"/>
                  <a:pt x="12902" y="635"/>
                </a:cubicBezTo>
                <a:cubicBezTo>
                  <a:pt x="11554" y="654"/>
                  <a:pt x="10201" y="673"/>
                  <a:pt x="8849" y="673"/>
                </a:cubicBezTo>
                <a:cubicBezTo>
                  <a:pt x="6754" y="673"/>
                  <a:pt x="4661" y="627"/>
                  <a:pt x="2586" y="464"/>
                </a:cubicBezTo>
                <a:cubicBezTo>
                  <a:pt x="1708" y="391"/>
                  <a:pt x="854" y="245"/>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 name="Google Shape;13;p2"/>
          <p:cNvSpPr/>
          <p:nvPr/>
        </p:nvSpPr>
        <p:spPr>
          <a:xfrm>
            <a:off x="6740534" y="486534"/>
            <a:ext cx="5451469" cy="465605"/>
          </a:xfrm>
          <a:custGeom>
            <a:avLst/>
            <a:gdLst/>
            <a:ahLst/>
            <a:cxnLst/>
            <a:rect l="l" t="t" r="r" b="b"/>
            <a:pathLst>
              <a:path w="74828" h="6391" extrusionOk="0">
                <a:moveTo>
                  <a:pt x="74828" y="0"/>
                </a:moveTo>
                <a:cubicBezTo>
                  <a:pt x="54536" y="1366"/>
                  <a:pt x="34146" y="1586"/>
                  <a:pt x="13756" y="1781"/>
                </a:cubicBezTo>
                <a:lnTo>
                  <a:pt x="27122" y="3098"/>
                </a:lnTo>
                <a:cubicBezTo>
                  <a:pt x="20189" y="3829"/>
                  <a:pt x="13243" y="4199"/>
                  <a:pt x="6292" y="4199"/>
                </a:cubicBezTo>
                <a:cubicBezTo>
                  <a:pt x="4195" y="4199"/>
                  <a:pt x="2098" y="4166"/>
                  <a:pt x="0" y="4098"/>
                </a:cubicBezTo>
                <a:lnTo>
                  <a:pt x="0" y="4098"/>
                </a:lnTo>
                <a:cubicBezTo>
                  <a:pt x="7559" y="5276"/>
                  <a:pt x="15184" y="5861"/>
                  <a:pt x="22816" y="5861"/>
                </a:cubicBezTo>
                <a:cubicBezTo>
                  <a:pt x="26561" y="5861"/>
                  <a:pt x="30307" y="5720"/>
                  <a:pt x="34048" y="5439"/>
                </a:cubicBezTo>
                <a:cubicBezTo>
                  <a:pt x="37487" y="5171"/>
                  <a:pt x="40926" y="4805"/>
                  <a:pt x="44390" y="4659"/>
                </a:cubicBezTo>
                <a:cubicBezTo>
                  <a:pt x="45675" y="4602"/>
                  <a:pt x="46963" y="4578"/>
                  <a:pt x="48252" y="4578"/>
                </a:cubicBezTo>
                <a:cubicBezTo>
                  <a:pt x="51364" y="4578"/>
                  <a:pt x="54480" y="4716"/>
                  <a:pt x="57584" y="4854"/>
                </a:cubicBezTo>
                <a:cubicBezTo>
                  <a:pt x="63340" y="5098"/>
                  <a:pt x="69243" y="5366"/>
                  <a:pt x="74828" y="6390"/>
                </a:cubicBezTo>
                <a:lnTo>
                  <a:pt x="74828" y="0"/>
                </a:ln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1083" y="5621034"/>
            <a:ext cx="12194171" cy="3672676"/>
          </a:xfrm>
          <a:custGeom>
            <a:avLst/>
            <a:gdLst/>
            <a:ahLst/>
            <a:cxnLst/>
            <a:rect l="l" t="t" r="r" b="b"/>
            <a:pathLst>
              <a:path w="208483" h="100173" extrusionOk="0">
                <a:moveTo>
                  <a:pt x="0" y="1"/>
                </a:moveTo>
                <a:lnTo>
                  <a:pt x="208482" y="1"/>
                </a:lnTo>
                <a:lnTo>
                  <a:pt x="208482" y="100172"/>
                </a:lnTo>
                <a:lnTo>
                  <a:pt x="0" y="100172"/>
                </a:lnTo>
                <a:close/>
              </a:path>
            </a:pathLst>
          </a:custGeom>
          <a:gradFill>
            <a:gsLst>
              <a:gs pos="0">
                <a:srgbClr val="D0F3FF">
                  <a:alpha val="69411"/>
                </a:srgbClr>
              </a:gs>
              <a:gs pos="29000">
                <a:srgbClr val="FFFFFF">
                  <a:alpha val="0"/>
                </a:srgbClr>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964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5"/>
        <p:cNvGrpSpPr/>
        <p:nvPr/>
      </p:nvGrpSpPr>
      <p:grpSpPr>
        <a:xfrm>
          <a:off x="0" y="0"/>
          <a:ext cx="0" cy="0"/>
          <a:chOff x="0" y="0"/>
          <a:chExt cx="0" cy="0"/>
        </a:xfrm>
      </p:grpSpPr>
      <p:sp>
        <p:nvSpPr>
          <p:cNvPr id="16" name="Google Shape;16;p3"/>
          <p:cNvSpPr txBox="1">
            <a:spLocks noGrp="1"/>
          </p:cNvSpPr>
          <p:nvPr>
            <p:ph type="title" hasCustomPrompt="1"/>
          </p:nvPr>
        </p:nvSpPr>
        <p:spPr>
          <a:xfrm>
            <a:off x="2677633" y="2518200"/>
            <a:ext cx="1420400" cy="12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10666" b="1">
                <a:solidFill>
                  <a:schemeClr val="lt1"/>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17" name="Google Shape;17;p3"/>
          <p:cNvSpPr txBox="1">
            <a:spLocks noGrp="1"/>
          </p:cNvSpPr>
          <p:nvPr>
            <p:ph type="title" idx="2"/>
          </p:nvPr>
        </p:nvSpPr>
        <p:spPr>
          <a:xfrm>
            <a:off x="6921633" y="2474500"/>
            <a:ext cx="3859200" cy="484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2200"/>
              <a:buNone/>
              <a:defRPr sz="3200" b="1">
                <a:solidFill>
                  <a:schemeClr val="accent3"/>
                </a:solidFill>
              </a:defRPr>
            </a:lvl1pPr>
            <a:lvl2pPr lvl="1" rtl="0">
              <a:spcBef>
                <a:spcPts val="0"/>
              </a:spcBef>
              <a:spcAft>
                <a:spcPts val="0"/>
              </a:spcAft>
              <a:buSzPts val="3000"/>
              <a:buNone/>
              <a:defRPr>
                <a:latin typeface="Poppins"/>
                <a:ea typeface="Poppins"/>
                <a:cs typeface="Poppins"/>
                <a:sym typeface="Poppins"/>
              </a:defRPr>
            </a:lvl2pPr>
            <a:lvl3pPr lvl="2" rtl="0">
              <a:spcBef>
                <a:spcPts val="0"/>
              </a:spcBef>
              <a:spcAft>
                <a:spcPts val="0"/>
              </a:spcAft>
              <a:buSzPts val="3000"/>
              <a:buNone/>
              <a:defRPr>
                <a:latin typeface="Poppins"/>
                <a:ea typeface="Poppins"/>
                <a:cs typeface="Poppins"/>
                <a:sym typeface="Poppins"/>
              </a:defRPr>
            </a:lvl3pPr>
            <a:lvl4pPr lvl="3" rtl="0">
              <a:spcBef>
                <a:spcPts val="0"/>
              </a:spcBef>
              <a:spcAft>
                <a:spcPts val="0"/>
              </a:spcAft>
              <a:buSzPts val="3000"/>
              <a:buNone/>
              <a:defRPr>
                <a:latin typeface="Poppins"/>
                <a:ea typeface="Poppins"/>
                <a:cs typeface="Poppins"/>
                <a:sym typeface="Poppins"/>
              </a:defRPr>
            </a:lvl4pPr>
            <a:lvl5pPr lvl="4" rtl="0">
              <a:spcBef>
                <a:spcPts val="0"/>
              </a:spcBef>
              <a:spcAft>
                <a:spcPts val="0"/>
              </a:spcAft>
              <a:buSzPts val="3000"/>
              <a:buNone/>
              <a:defRPr>
                <a:latin typeface="Poppins"/>
                <a:ea typeface="Poppins"/>
                <a:cs typeface="Poppins"/>
                <a:sym typeface="Poppins"/>
              </a:defRPr>
            </a:lvl5pPr>
            <a:lvl6pPr lvl="5" rtl="0">
              <a:spcBef>
                <a:spcPts val="0"/>
              </a:spcBef>
              <a:spcAft>
                <a:spcPts val="0"/>
              </a:spcAft>
              <a:buSzPts val="3000"/>
              <a:buNone/>
              <a:defRPr>
                <a:latin typeface="Poppins"/>
                <a:ea typeface="Poppins"/>
                <a:cs typeface="Poppins"/>
                <a:sym typeface="Poppins"/>
              </a:defRPr>
            </a:lvl6pPr>
            <a:lvl7pPr lvl="6" rtl="0">
              <a:spcBef>
                <a:spcPts val="0"/>
              </a:spcBef>
              <a:spcAft>
                <a:spcPts val="0"/>
              </a:spcAft>
              <a:buSzPts val="3000"/>
              <a:buNone/>
              <a:defRPr>
                <a:latin typeface="Poppins"/>
                <a:ea typeface="Poppins"/>
                <a:cs typeface="Poppins"/>
                <a:sym typeface="Poppins"/>
              </a:defRPr>
            </a:lvl7pPr>
            <a:lvl8pPr lvl="7" rtl="0">
              <a:spcBef>
                <a:spcPts val="0"/>
              </a:spcBef>
              <a:spcAft>
                <a:spcPts val="0"/>
              </a:spcAft>
              <a:buSzPts val="3000"/>
              <a:buNone/>
              <a:defRPr>
                <a:latin typeface="Poppins"/>
                <a:ea typeface="Poppins"/>
                <a:cs typeface="Poppins"/>
                <a:sym typeface="Poppins"/>
              </a:defRPr>
            </a:lvl8pPr>
            <a:lvl9pPr lvl="8"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18" name="Google Shape;18;p3"/>
          <p:cNvSpPr txBox="1">
            <a:spLocks noGrp="1"/>
          </p:cNvSpPr>
          <p:nvPr>
            <p:ph type="subTitle" idx="1"/>
          </p:nvPr>
        </p:nvSpPr>
        <p:spPr>
          <a:xfrm>
            <a:off x="7291417" y="3084304"/>
            <a:ext cx="3119600" cy="705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19" name="Google Shape;19;p3"/>
          <p:cNvSpPr/>
          <p:nvPr/>
        </p:nvSpPr>
        <p:spPr>
          <a:xfrm>
            <a:off x="10356419" y="788967"/>
            <a:ext cx="368195" cy="166587"/>
          </a:xfrm>
          <a:custGeom>
            <a:avLst/>
            <a:gdLst/>
            <a:ahLst/>
            <a:cxnLst/>
            <a:rect l="l" t="t" r="r" b="b"/>
            <a:pathLst>
              <a:path w="8474" h="3834" extrusionOk="0">
                <a:moveTo>
                  <a:pt x="0" y="1"/>
                </a:moveTo>
                <a:lnTo>
                  <a:pt x="0" y="1"/>
                </a:lnTo>
                <a:cubicBezTo>
                  <a:pt x="367" y="868"/>
                  <a:pt x="1535" y="1302"/>
                  <a:pt x="2035" y="1569"/>
                </a:cubicBezTo>
                <a:cubicBezTo>
                  <a:pt x="2335" y="1736"/>
                  <a:pt x="2903" y="2169"/>
                  <a:pt x="2869" y="2603"/>
                </a:cubicBezTo>
                <a:lnTo>
                  <a:pt x="1502" y="3036"/>
                </a:lnTo>
                <a:cubicBezTo>
                  <a:pt x="1702" y="3437"/>
                  <a:pt x="2335" y="3403"/>
                  <a:pt x="2736" y="3437"/>
                </a:cubicBezTo>
                <a:lnTo>
                  <a:pt x="2736" y="3470"/>
                </a:lnTo>
                <a:cubicBezTo>
                  <a:pt x="3036" y="3470"/>
                  <a:pt x="3069" y="3604"/>
                  <a:pt x="3370" y="3704"/>
                </a:cubicBezTo>
                <a:cubicBezTo>
                  <a:pt x="3623" y="3791"/>
                  <a:pt x="3884" y="3833"/>
                  <a:pt x="4145" y="3833"/>
                </a:cubicBezTo>
                <a:cubicBezTo>
                  <a:pt x="4776" y="3833"/>
                  <a:pt x="5399" y="3585"/>
                  <a:pt x="5871" y="3137"/>
                </a:cubicBezTo>
                <a:cubicBezTo>
                  <a:pt x="6018" y="3088"/>
                  <a:pt x="6164" y="3057"/>
                  <a:pt x="6311" y="3057"/>
                </a:cubicBezTo>
                <a:cubicBezTo>
                  <a:pt x="6365" y="3057"/>
                  <a:pt x="6418" y="3061"/>
                  <a:pt x="6472" y="3070"/>
                </a:cubicBezTo>
                <a:lnTo>
                  <a:pt x="5705" y="2703"/>
                </a:lnTo>
                <a:cubicBezTo>
                  <a:pt x="5921" y="2544"/>
                  <a:pt x="6236" y="2504"/>
                  <a:pt x="6576" y="2504"/>
                </a:cubicBezTo>
                <a:cubicBezTo>
                  <a:pt x="6928" y="2504"/>
                  <a:pt x="7305" y="2547"/>
                  <a:pt x="7626" y="2547"/>
                </a:cubicBezTo>
                <a:cubicBezTo>
                  <a:pt x="7713" y="2547"/>
                  <a:pt x="7796" y="2544"/>
                  <a:pt x="7873" y="2536"/>
                </a:cubicBezTo>
                <a:lnTo>
                  <a:pt x="8240" y="2403"/>
                </a:lnTo>
                <a:lnTo>
                  <a:pt x="8340" y="2269"/>
                </a:lnTo>
                <a:lnTo>
                  <a:pt x="8373" y="2236"/>
                </a:lnTo>
                <a:cubicBezTo>
                  <a:pt x="8473" y="2102"/>
                  <a:pt x="8406" y="2236"/>
                  <a:pt x="8473" y="2036"/>
                </a:cubicBezTo>
                <a:lnTo>
                  <a:pt x="8473" y="2036"/>
                </a:lnTo>
                <a:cubicBezTo>
                  <a:pt x="8106" y="2136"/>
                  <a:pt x="7723" y="2186"/>
                  <a:pt x="7339" y="2186"/>
                </a:cubicBezTo>
                <a:cubicBezTo>
                  <a:pt x="6955" y="2186"/>
                  <a:pt x="6572" y="2136"/>
                  <a:pt x="6205" y="2036"/>
                </a:cubicBezTo>
                <a:cubicBezTo>
                  <a:pt x="6114" y="2028"/>
                  <a:pt x="6033" y="2025"/>
                  <a:pt x="5960" y="2025"/>
                </a:cubicBezTo>
                <a:cubicBezTo>
                  <a:pt x="5118" y="2025"/>
                  <a:pt x="5402" y="2480"/>
                  <a:pt x="4681" y="2480"/>
                </a:cubicBezTo>
                <a:cubicBezTo>
                  <a:pt x="4619" y="2480"/>
                  <a:pt x="4549" y="2477"/>
                  <a:pt x="4470" y="2469"/>
                </a:cubicBezTo>
                <a:lnTo>
                  <a:pt x="4170" y="2036"/>
                </a:lnTo>
                <a:cubicBezTo>
                  <a:pt x="4157" y="2036"/>
                  <a:pt x="4154" y="2041"/>
                  <a:pt x="4149" y="2041"/>
                </a:cubicBezTo>
                <a:cubicBezTo>
                  <a:pt x="4142" y="2041"/>
                  <a:pt x="4130" y="2029"/>
                  <a:pt x="4070" y="1969"/>
                </a:cubicBezTo>
                <a:cubicBezTo>
                  <a:pt x="3970" y="1869"/>
                  <a:pt x="4037" y="1969"/>
                  <a:pt x="4003" y="1836"/>
                </a:cubicBezTo>
                <a:cubicBezTo>
                  <a:pt x="3803" y="1769"/>
                  <a:pt x="3670" y="1602"/>
                  <a:pt x="3436" y="1502"/>
                </a:cubicBezTo>
                <a:cubicBezTo>
                  <a:pt x="2569" y="1002"/>
                  <a:pt x="1201" y="668"/>
                  <a:pt x="0"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3"/>
          <p:cNvSpPr/>
          <p:nvPr/>
        </p:nvSpPr>
        <p:spPr>
          <a:xfrm>
            <a:off x="7770398" y="449953"/>
            <a:ext cx="368195" cy="167977"/>
          </a:xfrm>
          <a:custGeom>
            <a:avLst/>
            <a:gdLst/>
            <a:ahLst/>
            <a:cxnLst/>
            <a:rect l="l" t="t" r="r" b="b"/>
            <a:pathLst>
              <a:path w="8474" h="3866" extrusionOk="0">
                <a:moveTo>
                  <a:pt x="1" y="1"/>
                </a:moveTo>
                <a:lnTo>
                  <a:pt x="1" y="1"/>
                </a:lnTo>
                <a:cubicBezTo>
                  <a:pt x="401" y="868"/>
                  <a:pt x="1568" y="1301"/>
                  <a:pt x="2069" y="1602"/>
                </a:cubicBezTo>
                <a:cubicBezTo>
                  <a:pt x="2336" y="1768"/>
                  <a:pt x="2936" y="2169"/>
                  <a:pt x="2903" y="2636"/>
                </a:cubicBezTo>
                <a:lnTo>
                  <a:pt x="1468" y="3103"/>
                </a:lnTo>
                <a:cubicBezTo>
                  <a:pt x="1702" y="3470"/>
                  <a:pt x="2302" y="3436"/>
                  <a:pt x="2703" y="3470"/>
                </a:cubicBezTo>
                <a:lnTo>
                  <a:pt x="2736" y="3470"/>
                </a:lnTo>
                <a:cubicBezTo>
                  <a:pt x="3036" y="3470"/>
                  <a:pt x="3103" y="3603"/>
                  <a:pt x="3370" y="3737"/>
                </a:cubicBezTo>
                <a:cubicBezTo>
                  <a:pt x="3620" y="3823"/>
                  <a:pt x="3882" y="3866"/>
                  <a:pt x="4143" y="3866"/>
                </a:cubicBezTo>
                <a:cubicBezTo>
                  <a:pt x="4785" y="3866"/>
                  <a:pt x="5421" y="3610"/>
                  <a:pt x="5872" y="3136"/>
                </a:cubicBezTo>
                <a:cubicBezTo>
                  <a:pt x="6072" y="3069"/>
                  <a:pt x="6272" y="3069"/>
                  <a:pt x="6472" y="3069"/>
                </a:cubicBezTo>
                <a:lnTo>
                  <a:pt x="5738" y="2736"/>
                </a:lnTo>
                <a:cubicBezTo>
                  <a:pt x="5962" y="2572"/>
                  <a:pt x="6287" y="2534"/>
                  <a:pt x="6636" y="2534"/>
                </a:cubicBezTo>
                <a:cubicBezTo>
                  <a:pt x="6926" y="2534"/>
                  <a:pt x="7234" y="2560"/>
                  <a:pt x="7516" y="2560"/>
                </a:cubicBezTo>
                <a:cubicBezTo>
                  <a:pt x="7654" y="2560"/>
                  <a:pt x="7786" y="2554"/>
                  <a:pt x="7906" y="2536"/>
                </a:cubicBezTo>
                <a:lnTo>
                  <a:pt x="8240" y="2436"/>
                </a:lnTo>
                <a:lnTo>
                  <a:pt x="8373" y="2302"/>
                </a:lnTo>
                <a:lnTo>
                  <a:pt x="8407" y="2269"/>
                </a:lnTo>
                <a:cubicBezTo>
                  <a:pt x="8473" y="2135"/>
                  <a:pt x="8440" y="2269"/>
                  <a:pt x="8473" y="2069"/>
                </a:cubicBezTo>
                <a:lnTo>
                  <a:pt x="8473" y="2069"/>
                </a:lnTo>
                <a:cubicBezTo>
                  <a:pt x="8106" y="2169"/>
                  <a:pt x="7731" y="2219"/>
                  <a:pt x="7356" y="2219"/>
                </a:cubicBezTo>
                <a:cubicBezTo>
                  <a:pt x="6981" y="2219"/>
                  <a:pt x="6605" y="2169"/>
                  <a:pt x="6238" y="2069"/>
                </a:cubicBezTo>
                <a:cubicBezTo>
                  <a:pt x="6122" y="2056"/>
                  <a:pt x="6021" y="2051"/>
                  <a:pt x="5933" y="2051"/>
                </a:cubicBezTo>
                <a:cubicBezTo>
                  <a:pt x="5149" y="2051"/>
                  <a:pt x="5376" y="2487"/>
                  <a:pt x="4726" y="2487"/>
                </a:cubicBezTo>
                <a:cubicBezTo>
                  <a:pt x="4653" y="2487"/>
                  <a:pt x="4568" y="2481"/>
                  <a:pt x="4471" y="2469"/>
                </a:cubicBezTo>
                <a:lnTo>
                  <a:pt x="4204" y="2069"/>
                </a:lnTo>
                <a:cubicBezTo>
                  <a:pt x="4181" y="2069"/>
                  <a:pt x="4174" y="2072"/>
                  <a:pt x="4169" y="2072"/>
                </a:cubicBezTo>
                <a:cubicBezTo>
                  <a:pt x="4159" y="2072"/>
                  <a:pt x="4159" y="2058"/>
                  <a:pt x="4070" y="1969"/>
                </a:cubicBezTo>
                <a:cubicBezTo>
                  <a:pt x="4020" y="1919"/>
                  <a:pt x="4012" y="1919"/>
                  <a:pt x="4012" y="1919"/>
                </a:cubicBezTo>
                <a:cubicBezTo>
                  <a:pt x="4012" y="1919"/>
                  <a:pt x="4020" y="1919"/>
                  <a:pt x="4004" y="1869"/>
                </a:cubicBezTo>
                <a:cubicBezTo>
                  <a:pt x="3803" y="1768"/>
                  <a:pt x="3703" y="1635"/>
                  <a:pt x="3470" y="1502"/>
                </a:cubicBezTo>
                <a:cubicBezTo>
                  <a:pt x="2603" y="1035"/>
                  <a:pt x="1235"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3"/>
          <p:cNvSpPr/>
          <p:nvPr/>
        </p:nvSpPr>
        <p:spPr>
          <a:xfrm>
            <a:off x="2328131" y="1779582"/>
            <a:ext cx="368152" cy="168021"/>
          </a:xfrm>
          <a:custGeom>
            <a:avLst/>
            <a:gdLst/>
            <a:ahLst/>
            <a:cxnLst/>
            <a:rect l="l" t="t" r="r" b="b"/>
            <a:pathLst>
              <a:path w="8473" h="3867" extrusionOk="0">
                <a:moveTo>
                  <a:pt x="0" y="1"/>
                </a:moveTo>
                <a:lnTo>
                  <a:pt x="0" y="1"/>
                </a:lnTo>
                <a:cubicBezTo>
                  <a:pt x="367" y="868"/>
                  <a:pt x="1568" y="1302"/>
                  <a:pt x="2035" y="1602"/>
                </a:cubicBezTo>
                <a:cubicBezTo>
                  <a:pt x="2335" y="1769"/>
                  <a:pt x="2902" y="2169"/>
                  <a:pt x="2869" y="2636"/>
                </a:cubicBezTo>
                <a:lnTo>
                  <a:pt x="1468" y="3103"/>
                </a:lnTo>
                <a:cubicBezTo>
                  <a:pt x="1668" y="3470"/>
                  <a:pt x="2302" y="3437"/>
                  <a:pt x="2702" y="3470"/>
                </a:cubicBezTo>
                <a:cubicBezTo>
                  <a:pt x="3002" y="3470"/>
                  <a:pt x="3036" y="3637"/>
                  <a:pt x="3336" y="3737"/>
                </a:cubicBezTo>
                <a:cubicBezTo>
                  <a:pt x="3589" y="3825"/>
                  <a:pt x="3854" y="3867"/>
                  <a:pt x="4117" y="3867"/>
                </a:cubicBezTo>
                <a:cubicBezTo>
                  <a:pt x="4756" y="3867"/>
                  <a:pt x="5389" y="3619"/>
                  <a:pt x="5838" y="3170"/>
                </a:cubicBezTo>
                <a:cubicBezTo>
                  <a:pt x="5984" y="3121"/>
                  <a:pt x="6131" y="3090"/>
                  <a:pt x="6277" y="3090"/>
                </a:cubicBezTo>
                <a:cubicBezTo>
                  <a:pt x="6331" y="3090"/>
                  <a:pt x="6384" y="3094"/>
                  <a:pt x="6438" y="3103"/>
                </a:cubicBezTo>
                <a:lnTo>
                  <a:pt x="5704" y="2736"/>
                </a:lnTo>
                <a:cubicBezTo>
                  <a:pt x="5920" y="2578"/>
                  <a:pt x="6229" y="2538"/>
                  <a:pt x="6562" y="2538"/>
                </a:cubicBezTo>
                <a:cubicBezTo>
                  <a:pt x="6907" y="2538"/>
                  <a:pt x="7276" y="2581"/>
                  <a:pt x="7594" y="2581"/>
                </a:cubicBezTo>
                <a:cubicBezTo>
                  <a:pt x="7680" y="2581"/>
                  <a:pt x="7762" y="2578"/>
                  <a:pt x="7839" y="2569"/>
                </a:cubicBezTo>
                <a:lnTo>
                  <a:pt x="8239" y="2436"/>
                </a:lnTo>
                <a:lnTo>
                  <a:pt x="8373" y="2303"/>
                </a:lnTo>
                <a:lnTo>
                  <a:pt x="8373" y="2269"/>
                </a:lnTo>
                <a:cubicBezTo>
                  <a:pt x="8473" y="2136"/>
                  <a:pt x="8406" y="2269"/>
                  <a:pt x="8473" y="2069"/>
                </a:cubicBezTo>
                <a:lnTo>
                  <a:pt x="8473" y="2069"/>
                </a:lnTo>
                <a:cubicBezTo>
                  <a:pt x="8106" y="2169"/>
                  <a:pt x="7731" y="2219"/>
                  <a:pt x="7355" y="2219"/>
                </a:cubicBezTo>
                <a:cubicBezTo>
                  <a:pt x="6980" y="2219"/>
                  <a:pt x="6605" y="2169"/>
                  <a:pt x="6238" y="2069"/>
                </a:cubicBezTo>
                <a:cubicBezTo>
                  <a:pt x="6122" y="2057"/>
                  <a:pt x="6021" y="2051"/>
                  <a:pt x="5933" y="2051"/>
                </a:cubicBezTo>
                <a:cubicBezTo>
                  <a:pt x="5149" y="2051"/>
                  <a:pt x="5376" y="2487"/>
                  <a:pt x="4725" y="2487"/>
                </a:cubicBezTo>
                <a:cubicBezTo>
                  <a:pt x="4652" y="2487"/>
                  <a:pt x="4568" y="2482"/>
                  <a:pt x="4470" y="2469"/>
                </a:cubicBezTo>
                <a:lnTo>
                  <a:pt x="4170" y="2069"/>
                </a:lnTo>
                <a:cubicBezTo>
                  <a:pt x="4159" y="2058"/>
                  <a:pt x="4155" y="2058"/>
                  <a:pt x="4151" y="2058"/>
                </a:cubicBezTo>
                <a:cubicBezTo>
                  <a:pt x="4144" y="2058"/>
                  <a:pt x="4136" y="2058"/>
                  <a:pt x="4070" y="1969"/>
                </a:cubicBezTo>
                <a:cubicBezTo>
                  <a:pt x="4020" y="1919"/>
                  <a:pt x="4011" y="1919"/>
                  <a:pt x="4011" y="1919"/>
                </a:cubicBezTo>
                <a:cubicBezTo>
                  <a:pt x="4011" y="1919"/>
                  <a:pt x="4020" y="1919"/>
                  <a:pt x="4003" y="1869"/>
                </a:cubicBezTo>
                <a:cubicBezTo>
                  <a:pt x="3803" y="1769"/>
                  <a:pt x="3669" y="1635"/>
                  <a:pt x="3436" y="1502"/>
                </a:cubicBezTo>
                <a:cubicBezTo>
                  <a:pt x="2602" y="1002"/>
                  <a:pt x="1201" y="668"/>
                  <a:pt x="0"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 name="Google Shape;22;p3"/>
          <p:cNvSpPr/>
          <p:nvPr/>
        </p:nvSpPr>
        <p:spPr>
          <a:xfrm>
            <a:off x="2612182" y="514750"/>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 name="Google Shape;23;p3"/>
          <p:cNvSpPr/>
          <p:nvPr/>
        </p:nvSpPr>
        <p:spPr>
          <a:xfrm>
            <a:off x="365685" y="282001"/>
            <a:ext cx="368195" cy="167977"/>
          </a:xfrm>
          <a:custGeom>
            <a:avLst/>
            <a:gdLst/>
            <a:ahLst/>
            <a:cxnLst/>
            <a:rect l="l" t="t" r="r" b="b"/>
            <a:pathLst>
              <a:path w="8474" h="3866" extrusionOk="0">
                <a:moveTo>
                  <a:pt x="1" y="0"/>
                </a:moveTo>
                <a:cubicBezTo>
                  <a:pt x="368" y="901"/>
                  <a:pt x="1569" y="1301"/>
                  <a:pt x="2036" y="1601"/>
                </a:cubicBezTo>
                <a:cubicBezTo>
                  <a:pt x="2336" y="1768"/>
                  <a:pt x="2903" y="2168"/>
                  <a:pt x="2870" y="2635"/>
                </a:cubicBezTo>
                <a:lnTo>
                  <a:pt x="1502" y="3102"/>
                </a:lnTo>
                <a:cubicBezTo>
                  <a:pt x="1702" y="3469"/>
                  <a:pt x="2336" y="3469"/>
                  <a:pt x="2736" y="3469"/>
                </a:cubicBezTo>
                <a:cubicBezTo>
                  <a:pt x="3036" y="3469"/>
                  <a:pt x="3070" y="3636"/>
                  <a:pt x="3370" y="3736"/>
                </a:cubicBezTo>
                <a:cubicBezTo>
                  <a:pt x="3623" y="3824"/>
                  <a:pt x="3885" y="3866"/>
                  <a:pt x="4145" y="3866"/>
                </a:cubicBezTo>
                <a:cubicBezTo>
                  <a:pt x="4776" y="3866"/>
                  <a:pt x="5399" y="3618"/>
                  <a:pt x="5872" y="3169"/>
                </a:cubicBezTo>
                <a:cubicBezTo>
                  <a:pt x="6072" y="3102"/>
                  <a:pt x="6272" y="3069"/>
                  <a:pt x="6472" y="3069"/>
                </a:cubicBezTo>
                <a:lnTo>
                  <a:pt x="5738" y="2735"/>
                </a:lnTo>
                <a:cubicBezTo>
                  <a:pt x="5940" y="2577"/>
                  <a:pt x="6247" y="2537"/>
                  <a:pt x="6582" y="2537"/>
                </a:cubicBezTo>
                <a:cubicBezTo>
                  <a:pt x="6929" y="2537"/>
                  <a:pt x="7306" y="2580"/>
                  <a:pt x="7626" y="2580"/>
                </a:cubicBezTo>
                <a:cubicBezTo>
                  <a:pt x="7713" y="2580"/>
                  <a:pt x="7796" y="2577"/>
                  <a:pt x="7873" y="2569"/>
                </a:cubicBezTo>
                <a:lnTo>
                  <a:pt x="8240" y="2435"/>
                </a:lnTo>
                <a:lnTo>
                  <a:pt x="8373" y="2302"/>
                </a:lnTo>
                <a:cubicBezTo>
                  <a:pt x="8373" y="2302"/>
                  <a:pt x="8373" y="2268"/>
                  <a:pt x="8373" y="2268"/>
                </a:cubicBezTo>
                <a:cubicBezTo>
                  <a:pt x="8474" y="2135"/>
                  <a:pt x="8440" y="2268"/>
                  <a:pt x="8474" y="2068"/>
                </a:cubicBezTo>
                <a:lnTo>
                  <a:pt x="8474" y="2068"/>
                </a:lnTo>
                <a:cubicBezTo>
                  <a:pt x="8107" y="2168"/>
                  <a:pt x="7731" y="2218"/>
                  <a:pt x="7352" y="2218"/>
                </a:cubicBezTo>
                <a:cubicBezTo>
                  <a:pt x="6972" y="2218"/>
                  <a:pt x="6589" y="2168"/>
                  <a:pt x="6205" y="2068"/>
                </a:cubicBezTo>
                <a:cubicBezTo>
                  <a:pt x="6092" y="2056"/>
                  <a:pt x="5994" y="2050"/>
                  <a:pt x="5908" y="2050"/>
                </a:cubicBezTo>
                <a:cubicBezTo>
                  <a:pt x="5147" y="2050"/>
                  <a:pt x="5376" y="2486"/>
                  <a:pt x="4726" y="2486"/>
                </a:cubicBezTo>
                <a:cubicBezTo>
                  <a:pt x="4653" y="2486"/>
                  <a:pt x="4569" y="2481"/>
                  <a:pt x="4471" y="2468"/>
                </a:cubicBezTo>
                <a:lnTo>
                  <a:pt x="4170" y="2068"/>
                </a:lnTo>
                <a:cubicBezTo>
                  <a:pt x="4162" y="2060"/>
                  <a:pt x="4158" y="2058"/>
                  <a:pt x="4155" y="2058"/>
                </a:cubicBezTo>
                <a:cubicBezTo>
                  <a:pt x="4152" y="2058"/>
                  <a:pt x="4150" y="2060"/>
                  <a:pt x="4145" y="2060"/>
                </a:cubicBezTo>
                <a:cubicBezTo>
                  <a:pt x="4137" y="2060"/>
                  <a:pt x="4120" y="2052"/>
                  <a:pt x="4070" y="2001"/>
                </a:cubicBezTo>
                <a:cubicBezTo>
                  <a:pt x="4020" y="1935"/>
                  <a:pt x="4012" y="1935"/>
                  <a:pt x="4012" y="1935"/>
                </a:cubicBezTo>
                <a:cubicBezTo>
                  <a:pt x="4012" y="1935"/>
                  <a:pt x="4020" y="1935"/>
                  <a:pt x="4004" y="1868"/>
                </a:cubicBezTo>
                <a:cubicBezTo>
                  <a:pt x="3804" y="1768"/>
                  <a:pt x="3670" y="1635"/>
                  <a:pt x="3470" y="1501"/>
                </a:cubicBezTo>
                <a:cubicBezTo>
                  <a:pt x="2603" y="1034"/>
                  <a:pt x="1202" y="667"/>
                  <a:pt x="1" y="0"/>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3"/>
          <p:cNvSpPr/>
          <p:nvPr/>
        </p:nvSpPr>
        <p:spPr>
          <a:xfrm>
            <a:off x="5457197" y="1298825"/>
            <a:ext cx="368195" cy="167977"/>
          </a:xfrm>
          <a:custGeom>
            <a:avLst/>
            <a:gdLst/>
            <a:ahLst/>
            <a:cxnLst/>
            <a:rect l="l" t="t" r="r" b="b"/>
            <a:pathLst>
              <a:path w="8474" h="3866" extrusionOk="0">
                <a:moveTo>
                  <a:pt x="1" y="1"/>
                </a:moveTo>
                <a:lnTo>
                  <a:pt x="1" y="1"/>
                </a:lnTo>
                <a:cubicBezTo>
                  <a:pt x="368" y="868"/>
                  <a:pt x="1568" y="1302"/>
                  <a:pt x="2035" y="1602"/>
                </a:cubicBezTo>
                <a:cubicBezTo>
                  <a:pt x="2336" y="1769"/>
                  <a:pt x="2903" y="2169"/>
                  <a:pt x="2869" y="2636"/>
                </a:cubicBezTo>
                <a:lnTo>
                  <a:pt x="1468" y="3103"/>
                </a:lnTo>
                <a:cubicBezTo>
                  <a:pt x="1669" y="3470"/>
                  <a:pt x="2302" y="3470"/>
                  <a:pt x="2703" y="3470"/>
                </a:cubicBezTo>
                <a:lnTo>
                  <a:pt x="2736" y="3470"/>
                </a:lnTo>
                <a:cubicBezTo>
                  <a:pt x="3036" y="3470"/>
                  <a:pt x="3070" y="3603"/>
                  <a:pt x="3370" y="3737"/>
                </a:cubicBezTo>
                <a:cubicBezTo>
                  <a:pt x="3620" y="3824"/>
                  <a:pt x="3880" y="3866"/>
                  <a:pt x="4137" y="3866"/>
                </a:cubicBezTo>
                <a:cubicBezTo>
                  <a:pt x="4771" y="3866"/>
                  <a:pt x="5397" y="3611"/>
                  <a:pt x="5872" y="3136"/>
                </a:cubicBezTo>
                <a:cubicBezTo>
                  <a:pt x="6072" y="3103"/>
                  <a:pt x="6272" y="3070"/>
                  <a:pt x="6472" y="3070"/>
                </a:cubicBezTo>
                <a:lnTo>
                  <a:pt x="5738" y="2736"/>
                </a:lnTo>
                <a:cubicBezTo>
                  <a:pt x="5947" y="2572"/>
                  <a:pt x="6270" y="2535"/>
                  <a:pt x="6620" y="2535"/>
                </a:cubicBezTo>
                <a:cubicBezTo>
                  <a:pt x="6909" y="2535"/>
                  <a:pt x="7218" y="2560"/>
                  <a:pt x="7495" y="2560"/>
                </a:cubicBezTo>
                <a:cubicBezTo>
                  <a:pt x="7630" y="2560"/>
                  <a:pt x="7758" y="2554"/>
                  <a:pt x="7873" y="2536"/>
                </a:cubicBezTo>
                <a:lnTo>
                  <a:pt x="8240" y="2436"/>
                </a:lnTo>
                <a:lnTo>
                  <a:pt x="8340" y="2303"/>
                </a:lnTo>
                <a:lnTo>
                  <a:pt x="8373" y="2269"/>
                </a:lnTo>
                <a:cubicBezTo>
                  <a:pt x="8473" y="2136"/>
                  <a:pt x="8407" y="2269"/>
                  <a:pt x="8473" y="2069"/>
                </a:cubicBezTo>
                <a:lnTo>
                  <a:pt x="8473" y="2069"/>
                </a:lnTo>
                <a:cubicBezTo>
                  <a:pt x="8106" y="2169"/>
                  <a:pt x="7731" y="2219"/>
                  <a:pt x="7356" y="2219"/>
                </a:cubicBezTo>
                <a:cubicBezTo>
                  <a:pt x="6981" y="2219"/>
                  <a:pt x="6605" y="2169"/>
                  <a:pt x="6238" y="2069"/>
                </a:cubicBezTo>
                <a:cubicBezTo>
                  <a:pt x="6122" y="2057"/>
                  <a:pt x="6021" y="2051"/>
                  <a:pt x="5933" y="2051"/>
                </a:cubicBezTo>
                <a:cubicBezTo>
                  <a:pt x="5149" y="2051"/>
                  <a:pt x="5376" y="2487"/>
                  <a:pt x="4726" y="2487"/>
                </a:cubicBezTo>
                <a:cubicBezTo>
                  <a:pt x="4653" y="2487"/>
                  <a:pt x="4568" y="2482"/>
                  <a:pt x="4471" y="2469"/>
                </a:cubicBezTo>
                <a:lnTo>
                  <a:pt x="4170" y="2069"/>
                </a:lnTo>
                <a:cubicBezTo>
                  <a:pt x="4159" y="2069"/>
                  <a:pt x="4156" y="2073"/>
                  <a:pt x="4152" y="2073"/>
                </a:cubicBezTo>
                <a:cubicBezTo>
                  <a:pt x="4144" y="2073"/>
                  <a:pt x="4137" y="2058"/>
                  <a:pt x="4070" y="1969"/>
                </a:cubicBezTo>
                <a:cubicBezTo>
                  <a:pt x="4020" y="1919"/>
                  <a:pt x="4012" y="1919"/>
                  <a:pt x="4012" y="1919"/>
                </a:cubicBezTo>
                <a:cubicBezTo>
                  <a:pt x="4012" y="1919"/>
                  <a:pt x="4020" y="1919"/>
                  <a:pt x="4004" y="1869"/>
                </a:cubicBezTo>
                <a:cubicBezTo>
                  <a:pt x="3803" y="1769"/>
                  <a:pt x="3670" y="1635"/>
                  <a:pt x="3436" y="1502"/>
                </a:cubicBezTo>
                <a:cubicBezTo>
                  <a:pt x="2603" y="1035"/>
                  <a:pt x="1202"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 name="Google Shape;25;p3"/>
          <p:cNvGrpSpPr/>
          <p:nvPr/>
        </p:nvGrpSpPr>
        <p:grpSpPr>
          <a:xfrm>
            <a:off x="524813" y="5658262"/>
            <a:ext cx="11295200" cy="977401"/>
            <a:chOff x="393610" y="4243696"/>
            <a:chExt cx="8471400" cy="733051"/>
          </a:xfrm>
        </p:grpSpPr>
        <p:sp>
          <p:nvSpPr>
            <p:cNvPr id="26" name="Google Shape;26;p3"/>
            <p:cNvSpPr/>
            <p:nvPr/>
          </p:nvSpPr>
          <p:spPr>
            <a:xfrm>
              <a:off x="7465842" y="4243696"/>
              <a:ext cx="164057" cy="104621"/>
            </a:xfrm>
            <a:custGeom>
              <a:avLst/>
              <a:gdLst/>
              <a:ahLst/>
              <a:cxnLst/>
              <a:rect l="l" t="t" r="r" b="b"/>
              <a:pathLst>
                <a:path w="4237" h="2702" extrusionOk="0">
                  <a:moveTo>
                    <a:pt x="1618" y="1"/>
                  </a:moveTo>
                  <a:cubicBezTo>
                    <a:pt x="1567" y="1"/>
                    <a:pt x="1515" y="12"/>
                    <a:pt x="1468" y="35"/>
                  </a:cubicBezTo>
                  <a:cubicBezTo>
                    <a:pt x="1401" y="102"/>
                    <a:pt x="1334" y="169"/>
                    <a:pt x="1268" y="236"/>
                  </a:cubicBezTo>
                  <a:cubicBezTo>
                    <a:pt x="1234" y="269"/>
                    <a:pt x="1234" y="302"/>
                    <a:pt x="1201" y="336"/>
                  </a:cubicBezTo>
                  <a:cubicBezTo>
                    <a:pt x="1101" y="369"/>
                    <a:pt x="1034" y="369"/>
                    <a:pt x="968" y="402"/>
                  </a:cubicBezTo>
                  <a:cubicBezTo>
                    <a:pt x="767" y="502"/>
                    <a:pt x="567" y="602"/>
                    <a:pt x="434" y="736"/>
                  </a:cubicBezTo>
                  <a:cubicBezTo>
                    <a:pt x="267" y="836"/>
                    <a:pt x="134" y="969"/>
                    <a:pt x="34" y="1136"/>
                  </a:cubicBezTo>
                  <a:cubicBezTo>
                    <a:pt x="0" y="1203"/>
                    <a:pt x="0" y="1270"/>
                    <a:pt x="0" y="1336"/>
                  </a:cubicBezTo>
                  <a:cubicBezTo>
                    <a:pt x="34" y="1403"/>
                    <a:pt x="67" y="1503"/>
                    <a:pt x="134" y="1570"/>
                  </a:cubicBezTo>
                  <a:cubicBezTo>
                    <a:pt x="234" y="1703"/>
                    <a:pt x="334" y="1837"/>
                    <a:pt x="501" y="1937"/>
                  </a:cubicBezTo>
                  <a:cubicBezTo>
                    <a:pt x="667" y="2003"/>
                    <a:pt x="801" y="2037"/>
                    <a:pt x="968" y="2070"/>
                  </a:cubicBezTo>
                  <a:cubicBezTo>
                    <a:pt x="1168" y="2070"/>
                    <a:pt x="1368" y="2104"/>
                    <a:pt x="1568" y="2104"/>
                  </a:cubicBezTo>
                  <a:lnTo>
                    <a:pt x="1668" y="2237"/>
                  </a:lnTo>
                  <a:cubicBezTo>
                    <a:pt x="1701" y="2337"/>
                    <a:pt x="1735" y="2404"/>
                    <a:pt x="1801" y="2504"/>
                  </a:cubicBezTo>
                  <a:cubicBezTo>
                    <a:pt x="1874" y="2576"/>
                    <a:pt x="1981" y="2701"/>
                    <a:pt x="2086" y="2701"/>
                  </a:cubicBezTo>
                  <a:cubicBezTo>
                    <a:pt x="2126" y="2701"/>
                    <a:pt x="2165" y="2683"/>
                    <a:pt x="2202" y="2637"/>
                  </a:cubicBezTo>
                  <a:cubicBezTo>
                    <a:pt x="2235" y="2571"/>
                    <a:pt x="2268" y="2504"/>
                    <a:pt x="2302" y="2437"/>
                  </a:cubicBezTo>
                  <a:cubicBezTo>
                    <a:pt x="2302" y="2370"/>
                    <a:pt x="2335" y="2304"/>
                    <a:pt x="2402" y="2270"/>
                  </a:cubicBezTo>
                  <a:cubicBezTo>
                    <a:pt x="2435" y="2270"/>
                    <a:pt x="2469" y="2237"/>
                    <a:pt x="2469" y="2204"/>
                  </a:cubicBezTo>
                  <a:cubicBezTo>
                    <a:pt x="2502" y="2170"/>
                    <a:pt x="2435" y="2104"/>
                    <a:pt x="2402" y="2070"/>
                  </a:cubicBezTo>
                  <a:cubicBezTo>
                    <a:pt x="2335" y="2070"/>
                    <a:pt x="2302" y="2037"/>
                    <a:pt x="2235" y="2037"/>
                  </a:cubicBezTo>
                  <a:cubicBezTo>
                    <a:pt x="2302" y="2003"/>
                    <a:pt x="2369" y="2003"/>
                    <a:pt x="2435" y="1970"/>
                  </a:cubicBezTo>
                  <a:cubicBezTo>
                    <a:pt x="2535" y="1937"/>
                    <a:pt x="2602" y="1903"/>
                    <a:pt x="2702" y="1870"/>
                  </a:cubicBezTo>
                  <a:cubicBezTo>
                    <a:pt x="2869" y="1737"/>
                    <a:pt x="3069" y="1637"/>
                    <a:pt x="3269" y="1570"/>
                  </a:cubicBezTo>
                  <a:cubicBezTo>
                    <a:pt x="3319" y="1561"/>
                    <a:pt x="3369" y="1557"/>
                    <a:pt x="3419" y="1557"/>
                  </a:cubicBezTo>
                  <a:cubicBezTo>
                    <a:pt x="3567" y="1557"/>
                    <a:pt x="3711" y="1595"/>
                    <a:pt x="3836" y="1670"/>
                  </a:cubicBezTo>
                  <a:cubicBezTo>
                    <a:pt x="3903" y="1737"/>
                    <a:pt x="3970" y="1803"/>
                    <a:pt x="4036" y="1870"/>
                  </a:cubicBezTo>
                  <a:cubicBezTo>
                    <a:pt x="4063" y="1897"/>
                    <a:pt x="4090" y="1946"/>
                    <a:pt x="4135" y="1946"/>
                  </a:cubicBezTo>
                  <a:cubicBezTo>
                    <a:pt x="4146" y="1946"/>
                    <a:pt x="4157" y="1943"/>
                    <a:pt x="4170" y="1937"/>
                  </a:cubicBezTo>
                  <a:cubicBezTo>
                    <a:pt x="4203" y="1937"/>
                    <a:pt x="4203" y="1837"/>
                    <a:pt x="4203" y="1803"/>
                  </a:cubicBezTo>
                  <a:cubicBezTo>
                    <a:pt x="4203" y="1703"/>
                    <a:pt x="4203" y="1603"/>
                    <a:pt x="4170" y="1503"/>
                  </a:cubicBezTo>
                  <a:cubicBezTo>
                    <a:pt x="4136" y="1436"/>
                    <a:pt x="4103" y="1370"/>
                    <a:pt x="4036" y="1303"/>
                  </a:cubicBezTo>
                  <a:cubicBezTo>
                    <a:pt x="3970" y="1236"/>
                    <a:pt x="3970" y="1170"/>
                    <a:pt x="4036" y="1103"/>
                  </a:cubicBezTo>
                  <a:cubicBezTo>
                    <a:pt x="4070" y="1069"/>
                    <a:pt x="4103" y="1036"/>
                    <a:pt x="4103" y="1003"/>
                  </a:cubicBezTo>
                  <a:cubicBezTo>
                    <a:pt x="4203" y="836"/>
                    <a:pt x="4237" y="636"/>
                    <a:pt x="4203" y="436"/>
                  </a:cubicBezTo>
                  <a:cubicBezTo>
                    <a:pt x="4103" y="436"/>
                    <a:pt x="4036" y="502"/>
                    <a:pt x="3970" y="569"/>
                  </a:cubicBezTo>
                  <a:lnTo>
                    <a:pt x="3903" y="602"/>
                  </a:lnTo>
                  <a:cubicBezTo>
                    <a:pt x="3870" y="669"/>
                    <a:pt x="3803" y="736"/>
                    <a:pt x="3736" y="769"/>
                  </a:cubicBezTo>
                  <a:cubicBezTo>
                    <a:pt x="3611" y="844"/>
                    <a:pt x="3448" y="882"/>
                    <a:pt x="3305" y="882"/>
                  </a:cubicBezTo>
                  <a:cubicBezTo>
                    <a:pt x="3257" y="882"/>
                    <a:pt x="3211" y="878"/>
                    <a:pt x="3169" y="869"/>
                  </a:cubicBezTo>
                  <a:cubicBezTo>
                    <a:pt x="3069" y="869"/>
                    <a:pt x="2969" y="803"/>
                    <a:pt x="2869" y="769"/>
                  </a:cubicBezTo>
                  <a:cubicBezTo>
                    <a:pt x="2902" y="736"/>
                    <a:pt x="2902" y="669"/>
                    <a:pt x="2869" y="636"/>
                  </a:cubicBezTo>
                  <a:cubicBezTo>
                    <a:pt x="2836" y="569"/>
                    <a:pt x="2769" y="536"/>
                    <a:pt x="2702" y="502"/>
                  </a:cubicBezTo>
                  <a:cubicBezTo>
                    <a:pt x="2669" y="469"/>
                    <a:pt x="2535" y="402"/>
                    <a:pt x="2435" y="336"/>
                  </a:cubicBezTo>
                  <a:cubicBezTo>
                    <a:pt x="2268" y="236"/>
                    <a:pt x="2068" y="202"/>
                    <a:pt x="1868" y="102"/>
                  </a:cubicBezTo>
                  <a:cubicBezTo>
                    <a:pt x="1804" y="37"/>
                    <a:pt x="1711" y="1"/>
                    <a:pt x="16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3"/>
            <p:cNvSpPr/>
            <p:nvPr/>
          </p:nvSpPr>
          <p:spPr>
            <a:xfrm flipH="1">
              <a:off x="7973364" y="4768808"/>
              <a:ext cx="165373" cy="103344"/>
            </a:xfrm>
            <a:custGeom>
              <a:avLst/>
              <a:gdLst/>
              <a:ahLst/>
              <a:cxnLst/>
              <a:rect l="l" t="t" r="r" b="b"/>
              <a:pathLst>
                <a:path w="4271" h="2669" extrusionOk="0">
                  <a:moveTo>
                    <a:pt x="1552" y="1"/>
                  </a:moveTo>
                  <a:cubicBezTo>
                    <a:pt x="1477" y="1"/>
                    <a:pt x="1401" y="17"/>
                    <a:pt x="1335" y="51"/>
                  </a:cubicBezTo>
                  <a:cubicBezTo>
                    <a:pt x="1268" y="117"/>
                    <a:pt x="1201" y="184"/>
                    <a:pt x="1168" y="251"/>
                  </a:cubicBezTo>
                  <a:cubicBezTo>
                    <a:pt x="1135" y="318"/>
                    <a:pt x="1101" y="351"/>
                    <a:pt x="1101" y="384"/>
                  </a:cubicBezTo>
                  <a:cubicBezTo>
                    <a:pt x="1001" y="418"/>
                    <a:pt x="934" y="451"/>
                    <a:pt x="868" y="484"/>
                  </a:cubicBezTo>
                  <a:cubicBezTo>
                    <a:pt x="668" y="584"/>
                    <a:pt x="501" y="685"/>
                    <a:pt x="367" y="818"/>
                  </a:cubicBezTo>
                  <a:cubicBezTo>
                    <a:pt x="201" y="951"/>
                    <a:pt x="101" y="1118"/>
                    <a:pt x="0" y="1285"/>
                  </a:cubicBezTo>
                  <a:cubicBezTo>
                    <a:pt x="0" y="1352"/>
                    <a:pt x="0" y="1418"/>
                    <a:pt x="0" y="1485"/>
                  </a:cubicBezTo>
                  <a:cubicBezTo>
                    <a:pt x="34" y="1552"/>
                    <a:pt x="101" y="1619"/>
                    <a:pt x="134" y="1685"/>
                  </a:cubicBezTo>
                  <a:cubicBezTo>
                    <a:pt x="267" y="1852"/>
                    <a:pt x="401" y="1952"/>
                    <a:pt x="568" y="2019"/>
                  </a:cubicBezTo>
                  <a:cubicBezTo>
                    <a:pt x="701" y="2086"/>
                    <a:pt x="868" y="2119"/>
                    <a:pt x="1035" y="2119"/>
                  </a:cubicBezTo>
                  <a:lnTo>
                    <a:pt x="1635" y="2119"/>
                  </a:lnTo>
                  <a:cubicBezTo>
                    <a:pt x="1668" y="2152"/>
                    <a:pt x="1702" y="2186"/>
                    <a:pt x="1735" y="2252"/>
                  </a:cubicBezTo>
                  <a:cubicBezTo>
                    <a:pt x="1768" y="2319"/>
                    <a:pt x="1835" y="2419"/>
                    <a:pt x="1902" y="2486"/>
                  </a:cubicBezTo>
                  <a:cubicBezTo>
                    <a:pt x="1975" y="2559"/>
                    <a:pt x="2103" y="2669"/>
                    <a:pt x="2218" y="2669"/>
                  </a:cubicBezTo>
                  <a:cubicBezTo>
                    <a:pt x="2260" y="2669"/>
                    <a:pt x="2300" y="2655"/>
                    <a:pt x="2335" y="2619"/>
                  </a:cubicBezTo>
                  <a:cubicBezTo>
                    <a:pt x="2369" y="2519"/>
                    <a:pt x="2369" y="2452"/>
                    <a:pt x="2402" y="2386"/>
                  </a:cubicBezTo>
                  <a:cubicBezTo>
                    <a:pt x="2402" y="2319"/>
                    <a:pt x="2436" y="2252"/>
                    <a:pt x="2502" y="2219"/>
                  </a:cubicBezTo>
                  <a:cubicBezTo>
                    <a:pt x="2502" y="2186"/>
                    <a:pt x="2536" y="2152"/>
                    <a:pt x="2569" y="2152"/>
                  </a:cubicBezTo>
                  <a:cubicBezTo>
                    <a:pt x="2569" y="2086"/>
                    <a:pt x="2502" y="2052"/>
                    <a:pt x="2469" y="2052"/>
                  </a:cubicBezTo>
                  <a:cubicBezTo>
                    <a:pt x="2436" y="2019"/>
                    <a:pt x="2369" y="2019"/>
                    <a:pt x="2302" y="1985"/>
                  </a:cubicBezTo>
                  <a:cubicBezTo>
                    <a:pt x="2369" y="1952"/>
                    <a:pt x="2436" y="1952"/>
                    <a:pt x="2502" y="1919"/>
                  </a:cubicBezTo>
                  <a:cubicBezTo>
                    <a:pt x="2602" y="1885"/>
                    <a:pt x="2669" y="1852"/>
                    <a:pt x="2736" y="1785"/>
                  </a:cubicBezTo>
                  <a:cubicBezTo>
                    <a:pt x="2903" y="1652"/>
                    <a:pt x="3103" y="1518"/>
                    <a:pt x="3303" y="1452"/>
                  </a:cubicBezTo>
                  <a:cubicBezTo>
                    <a:pt x="3374" y="1428"/>
                    <a:pt x="3445" y="1417"/>
                    <a:pt x="3514" y="1417"/>
                  </a:cubicBezTo>
                  <a:cubicBezTo>
                    <a:pt x="3641" y="1417"/>
                    <a:pt x="3762" y="1454"/>
                    <a:pt x="3870" y="1518"/>
                  </a:cubicBezTo>
                  <a:cubicBezTo>
                    <a:pt x="3937" y="1552"/>
                    <a:pt x="4037" y="1619"/>
                    <a:pt x="4103" y="1685"/>
                  </a:cubicBezTo>
                  <a:cubicBezTo>
                    <a:pt x="4103" y="1712"/>
                    <a:pt x="4147" y="1761"/>
                    <a:pt x="4199" y="1761"/>
                  </a:cubicBezTo>
                  <a:cubicBezTo>
                    <a:pt x="4211" y="1761"/>
                    <a:pt x="4224" y="1758"/>
                    <a:pt x="4237" y="1752"/>
                  </a:cubicBezTo>
                  <a:cubicBezTo>
                    <a:pt x="4270" y="1719"/>
                    <a:pt x="4270" y="1619"/>
                    <a:pt x="4270" y="1585"/>
                  </a:cubicBezTo>
                  <a:cubicBezTo>
                    <a:pt x="4237" y="1452"/>
                    <a:pt x="4170" y="1352"/>
                    <a:pt x="4103" y="1252"/>
                  </a:cubicBezTo>
                  <a:cubicBezTo>
                    <a:pt x="4070" y="1185"/>
                    <a:pt x="4037" y="1118"/>
                    <a:pt x="3970" y="1051"/>
                  </a:cubicBezTo>
                  <a:cubicBezTo>
                    <a:pt x="3903" y="1018"/>
                    <a:pt x="3903" y="918"/>
                    <a:pt x="3937" y="885"/>
                  </a:cubicBezTo>
                  <a:cubicBezTo>
                    <a:pt x="3970" y="851"/>
                    <a:pt x="4003" y="785"/>
                    <a:pt x="4003" y="751"/>
                  </a:cubicBezTo>
                  <a:cubicBezTo>
                    <a:pt x="4070" y="584"/>
                    <a:pt x="4070" y="384"/>
                    <a:pt x="4037" y="184"/>
                  </a:cubicBezTo>
                  <a:lnTo>
                    <a:pt x="4037" y="184"/>
                  </a:lnTo>
                  <a:cubicBezTo>
                    <a:pt x="3970" y="218"/>
                    <a:pt x="3870" y="251"/>
                    <a:pt x="3837" y="351"/>
                  </a:cubicBezTo>
                  <a:lnTo>
                    <a:pt x="3770" y="384"/>
                  </a:lnTo>
                  <a:cubicBezTo>
                    <a:pt x="3736" y="451"/>
                    <a:pt x="3670" y="518"/>
                    <a:pt x="3603" y="551"/>
                  </a:cubicBezTo>
                  <a:cubicBezTo>
                    <a:pt x="3465" y="662"/>
                    <a:pt x="3304" y="726"/>
                    <a:pt x="3139" y="726"/>
                  </a:cubicBezTo>
                  <a:cubicBezTo>
                    <a:pt x="3105" y="726"/>
                    <a:pt x="3070" y="724"/>
                    <a:pt x="3036" y="718"/>
                  </a:cubicBezTo>
                  <a:cubicBezTo>
                    <a:pt x="2936" y="718"/>
                    <a:pt x="2836" y="685"/>
                    <a:pt x="2769" y="618"/>
                  </a:cubicBezTo>
                  <a:cubicBezTo>
                    <a:pt x="2802" y="618"/>
                    <a:pt x="2802" y="551"/>
                    <a:pt x="2769" y="518"/>
                  </a:cubicBezTo>
                  <a:cubicBezTo>
                    <a:pt x="2736" y="451"/>
                    <a:pt x="2669" y="418"/>
                    <a:pt x="2636" y="418"/>
                  </a:cubicBezTo>
                  <a:cubicBezTo>
                    <a:pt x="2536" y="384"/>
                    <a:pt x="2436" y="318"/>
                    <a:pt x="2335" y="284"/>
                  </a:cubicBezTo>
                  <a:cubicBezTo>
                    <a:pt x="2135" y="184"/>
                    <a:pt x="1935" y="151"/>
                    <a:pt x="1768" y="51"/>
                  </a:cubicBezTo>
                  <a:cubicBezTo>
                    <a:pt x="1702" y="17"/>
                    <a:pt x="1627" y="1"/>
                    <a:pt x="1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3"/>
            <p:cNvSpPr/>
            <p:nvPr/>
          </p:nvSpPr>
          <p:spPr>
            <a:xfrm>
              <a:off x="6737942" y="4552324"/>
              <a:ext cx="165373" cy="103344"/>
            </a:xfrm>
            <a:custGeom>
              <a:avLst/>
              <a:gdLst/>
              <a:ahLst/>
              <a:cxnLst/>
              <a:rect l="l" t="t" r="r" b="b"/>
              <a:pathLst>
                <a:path w="4271" h="2669" extrusionOk="0">
                  <a:moveTo>
                    <a:pt x="1552" y="1"/>
                  </a:moveTo>
                  <a:cubicBezTo>
                    <a:pt x="1477" y="1"/>
                    <a:pt x="1402" y="17"/>
                    <a:pt x="1335" y="51"/>
                  </a:cubicBezTo>
                  <a:cubicBezTo>
                    <a:pt x="1268" y="117"/>
                    <a:pt x="1202" y="184"/>
                    <a:pt x="1168" y="251"/>
                  </a:cubicBezTo>
                  <a:cubicBezTo>
                    <a:pt x="1135" y="284"/>
                    <a:pt x="1135" y="351"/>
                    <a:pt x="1101" y="384"/>
                  </a:cubicBezTo>
                  <a:cubicBezTo>
                    <a:pt x="1035" y="418"/>
                    <a:pt x="935" y="451"/>
                    <a:pt x="868" y="484"/>
                  </a:cubicBezTo>
                  <a:cubicBezTo>
                    <a:pt x="701" y="585"/>
                    <a:pt x="501" y="685"/>
                    <a:pt x="368" y="818"/>
                  </a:cubicBezTo>
                  <a:cubicBezTo>
                    <a:pt x="234" y="951"/>
                    <a:pt x="101" y="1085"/>
                    <a:pt x="34" y="1285"/>
                  </a:cubicBezTo>
                  <a:cubicBezTo>
                    <a:pt x="1" y="1352"/>
                    <a:pt x="1" y="1418"/>
                    <a:pt x="34" y="1485"/>
                  </a:cubicBezTo>
                  <a:cubicBezTo>
                    <a:pt x="67" y="1552"/>
                    <a:pt x="101" y="1619"/>
                    <a:pt x="167" y="1685"/>
                  </a:cubicBezTo>
                  <a:cubicBezTo>
                    <a:pt x="268" y="1819"/>
                    <a:pt x="401" y="1952"/>
                    <a:pt x="568" y="2019"/>
                  </a:cubicBezTo>
                  <a:cubicBezTo>
                    <a:pt x="735" y="2086"/>
                    <a:pt x="901" y="2119"/>
                    <a:pt x="1068" y="2119"/>
                  </a:cubicBezTo>
                  <a:lnTo>
                    <a:pt x="1669" y="2119"/>
                  </a:lnTo>
                  <a:cubicBezTo>
                    <a:pt x="1702" y="2152"/>
                    <a:pt x="1702" y="2186"/>
                    <a:pt x="1735" y="2252"/>
                  </a:cubicBezTo>
                  <a:cubicBezTo>
                    <a:pt x="1802" y="2319"/>
                    <a:pt x="1869" y="2419"/>
                    <a:pt x="1935" y="2486"/>
                  </a:cubicBezTo>
                  <a:cubicBezTo>
                    <a:pt x="1984" y="2559"/>
                    <a:pt x="2105" y="2669"/>
                    <a:pt x="2206" y="2669"/>
                  </a:cubicBezTo>
                  <a:cubicBezTo>
                    <a:pt x="2242" y="2669"/>
                    <a:pt x="2276" y="2655"/>
                    <a:pt x="2302" y="2619"/>
                  </a:cubicBezTo>
                  <a:cubicBezTo>
                    <a:pt x="2369" y="2519"/>
                    <a:pt x="2402" y="2453"/>
                    <a:pt x="2402" y="2386"/>
                  </a:cubicBezTo>
                  <a:cubicBezTo>
                    <a:pt x="2402" y="2319"/>
                    <a:pt x="2436" y="2252"/>
                    <a:pt x="2469" y="2219"/>
                  </a:cubicBezTo>
                  <a:cubicBezTo>
                    <a:pt x="2502" y="2186"/>
                    <a:pt x="2536" y="2152"/>
                    <a:pt x="2569" y="2119"/>
                  </a:cubicBezTo>
                  <a:cubicBezTo>
                    <a:pt x="2569" y="2086"/>
                    <a:pt x="2502" y="2052"/>
                    <a:pt x="2469" y="2019"/>
                  </a:cubicBezTo>
                  <a:cubicBezTo>
                    <a:pt x="2402" y="2019"/>
                    <a:pt x="2369" y="2019"/>
                    <a:pt x="2302" y="1986"/>
                  </a:cubicBezTo>
                  <a:cubicBezTo>
                    <a:pt x="2369" y="1952"/>
                    <a:pt x="2436" y="1952"/>
                    <a:pt x="2502" y="1919"/>
                  </a:cubicBezTo>
                  <a:cubicBezTo>
                    <a:pt x="2603" y="1885"/>
                    <a:pt x="2669" y="1819"/>
                    <a:pt x="2736" y="1785"/>
                  </a:cubicBezTo>
                  <a:cubicBezTo>
                    <a:pt x="2903" y="1652"/>
                    <a:pt x="3103" y="1519"/>
                    <a:pt x="3303" y="1452"/>
                  </a:cubicBezTo>
                  <a:cubicBezTo>
                    <a:pt x="3374" y="1428"/>
                    <a:pt x="3445" y="1417"/>
                    <a:pt x="3514" y="1417"/>
                  </a:cubicBezTo>
                  <a:cubicBezTo>
                    <a:pt x="3641" y="1417"/>
                    <a:pt x="3762" y="1454"/>
                    <a:pt x="3870" y="1519"/>
                  </a:cubicBezTo>
                  <a:cubicBezTo>
                    <a:pt x="3937" y="1552"/>
                    <a:pt x="4037" y="1619"/>
                    <a:pt x="4104" y="1685"/>
                  </a:cubicBezTo>
                  <a:cubicBezTo>
                    <a:pt x="4104" y="1712"/>
                    <a:pt x="4147" y="1761"/>
                    <a:pt x="4182" y="1761"/>
                  </a:cubicBezTo>
                  <a:cubicBezTo>
                    <a:pt x="4190" y="1761"/>
                    <a:pt x="4197" y="1758"/>
                    <a:pt x="4204" y="1752"/>
                  </a:cubicBezTo>
                  <a:cubicBezTo>
                    <a:pt x="4270" y="1719"/>
                    <a:pt x="4237" y="1619"/>
                    <a:pt x="4237" y="1585"/>
                  </a:cubicBezTo>
                  <a:cubicBezTo>
                    <a:pt x="4237" y="1452"/>
                    <a:pt x="4170" y="1352"/>
                    <a:pt x="4137" y="1252"/>
                  </a:cubicBezTo>
                  <a:cubicBezTo>
                    <a:pt x="4070" y="1185"/>
                    <a:pt x="4037" y="1118"/>
                    <a:pt x="3970" y="1052"/>
                  </a:cubicBezTo>
                  <a:cubicBezTo>
                    <a:pt x="3937" y="985"/>
                    <a:pt x="3903" y="951"/>
                    <a:pt x="3970" y="885"/>
                  </a:cubicBezTo>
                  <a:cubicBezTo>
                    <a:pt x="3970" y="851"/>
                    <a:pt x="4004" y="785"/>
                    <a:pt x="4037" y="751"/>
                  </a:cubicBezTo>
                  <a:cubicBezTo>
                    <a:pt x="4070" y="585"/>
                    <a:pt x="4104" y="384"/>
                    <a:pt x="4070" y="218"/>
                  </a:cubicBezTo>
                  <a:cubicBezTo>
                    <a:pt x="3970" y="218"/>
                    <a:pt x="3903" y="251"/>
                    <a:pt x="3837" y="351"/>
                  </a:cubicBezTo>
                  <a:lnTo>
                    <a:pt x="3803" y="384"/>
                  </a:lnTo>
                  <a:cubicBezTo>
                    <a:pt x="3737" y="451"/>
                    <a:pt x="3670" y="518"/>
                    <a:pt x="3637" y="551"/>
                  </a:cubicBezTo>
                  <a:cubicBezTo>
                    <a:pt x="3498" y="662"/>
                    <a:pt x="3337" y="726"/>
                    <a:pt x="3172" y="726"/>
                  </a:cubicBezTo>
                  <a:cubicBezTo>
                    <a:pt x="3138" y="726"/>
                    <a:pt x="3104" y="724"/>
                    <a:pt x="3070" y="718"/>
                  </a:cubicBezTo>
                  <a:cubicBezTo>
                    <a:pt x="2969" y="718"/>
                    <a:pt x="2869" y="685"/>
                    <a:pt x="2769" y="618"/>
                  </a:cubicBezTo>
                  <a:cubicBezTo>
                    <a:pt x="2803" y="618"/>
                    <a:pt x="2803" y="551"/>
                    <a:pt x="2803" y="518"/>
                  </a:cubicBezTo>
                  <a:cubicBezTo>
                    <a:pt x="2769" y="451"/>
                    <a:pt x="2703" y="418"/>
                    <a:pt x="2636" y="418"/>
                  </a:cubicBezTo>
                  <a:cubicBezTo>
                    <a:pt x="2536" y="384"/>
                    <a:pt x="2436" y="318"/>
                    <a:pt x="2336" y="284"/>
                  </a:cubicBezTo>
                  <a:cubicBezTo>
                    <a:pt x="2169" y="184"/>
                    <a:pt x="1969" y="151"/>
                    <a:pt x="1769" y="51"/>
                  </a:cubicBezTo>
                  <a:cubicBezTo>
                    <a:pt x="1702" y="17"/>
                    <a:pt x="1627" y="1"/>
                    <a:pt x="1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3"/>
            <p:cNvSpPr/>
            <p:nvPr/>
          </p:nvSpPr>
          <p:spPr>
            <a:xfrm flipH="1">
              <a:off x="2008217" y="4450526"/>
              <a:ext cx="165373" cy="103382"/>
            </a:xfrm>
            <a:custGeom>
              <a:avLst/>
              <a:gdLst/>
              <a:ahLst/>
              <a:cxnLst/>
              <a:rect l="l" t="t" r="r" b="b"/>
              <a:pathLst>
                <a:path w="4271" h="2670" extrusionOk="0">
                  <a:moveTo>
                    <a:pt x="1585" y="1"/>
                  </a:moveTo>
                  <a:cubicBezTo>
                    <a:pt x="1510" y="1"/>
                    <a:pt x="1435" y="18"/>
                    <a:pt x="1369" y="51"/>
                  </a:cubicBezTo>
                  <a:cubicBezTo>
                    <a:pt x="1302" y="118"/>
                    <a:pt x="1235" y="184"/>
                    <a:pt x="1202" y="285"/>
                  </a:cubicBezTo>
                  <a:cubicBezTo>
                    <a:pt x="1168" y="318"/>
                    <a:pt x="1135" y="351"/>
                    <a:pt x="1135" y="385"/>
                  </a:cubicBezTo>
                  <a:cubicBezTo>
                    <a:pt x="1035" y="418"/>
                    <a:pt x="968" y="451"/>
                    <a:pt x="902" y="485"/>
                  </a:cubicBezTo>
                  <a:cubicBezTo>
                    <a:pt x="701" y="585"/>
                    <a:pt x="535" y="685"/>
                    <a:pt x="401" y="818"/>
                  </a:cubicBezTo>
                  <a:cubicBezTo>
                    <a:pt x="234" y="952"/>
                    <a:pt x="134" y="1118"/>
                    <a:pt x="34" y="1285"/>
                  </a:cubicBezTo>
                  <a:cubicBezTo>
                    <a:pt x="1" y="1352"/>
                    <a:pt x="1" y="1419"/>
                    <a:pt x="34" y="1485"/>
                  </a:cubicBezTo>
                  <a:cubicBezTo>
                    <a:pt x="68" y="1552"/>
                    <a:pt x="101" y="1619"/>
                    <a:pt x="168" y="1686"/>
                  </a:cubicBezTo>
                  <a:cubicBezTo>
                    <a:pt x="268" y="1852"/>
                    <a:pt x="401" y="1952"/>
                    <a:pt x="568" y="2019"/>
                  </a:cubicBezTo>
                  <a:cubicBezTo>
                    <a:pt x="735" y="2086"/>
                    <a:pt x="902" y="2119"/>
                    <a:pt x="1068" y="2119"/>
                  </a:cubicBezTo>
                  <a:lnTo>
                    <a:pt x="1669" y="2119"/>
                  </a:lnTo>
                  <a:cubicBezTo>
                    <a:pt x="1702" y="2153"/>
                    <a:pt x="1702" y="2186"/>
                    <a:pt x="1736" y="2253"/>
                  </a:cubicBezTo>
                  <a:cubicBezTo>
                    <a:pt x="1802" y="2353"/>
                    <a:pt x="1836" y="2419"/>
                    <a:pt x="1936" y="2519"/>
                  </a:cubicBezTo>
                  <a:cubicBezTo>
                    <a:pt x="1984" y="2568"/>
                    <a:pt x="2104" y="2670"/>
                    <a:pt x="2217" y="2670"/>
                  </a:cubicBezTo>
                  <a:cubicBezTo>
                    <a:pt x="2259" y="2670"/>
                    <a:pt x="2300" y="2656"/>
                    <a:pt x="2336" y="2620"/>
                  </a:cubicBezTo>
                  <a:cubicBezTo>
                    <a:pt x="2369" y="2553"/>
                    <a:pt x="2403" y="2453"/>
                    <a:pt x="2403" y="2386"/>
                  </a:cubicBezTo>
                  <a:cubicBezTo>
                    <a:pt x="2436" y="2319"/>
                    <a:pt x="2469" y="2253"/>
                    <a:pt x="2503" y="2219"/>
                  </a:cubicBezTo>
                  <a:cubicBezTo>
                    <a:pt x="2536" y="2186"/>
                    <a:pt x="2569" y="2186"/>
                    <a:pt x="2569" y="2153"/>
                  </a:cubicBezTo>
                  <a:cubicBezTo>
                    <a:pt x="2603" y="2119"/>
                    <a:pt x="2536" y="2052"/>
                    <a:pt x="2503" y="2052"/>
                  </a:cubicBezTo>
                  <a:cubicBezTo>
                    <a:pt x="2436" y="2019"/>
                    <a:pt x="2369" y="2019"/>
                    <a:pt x="2336" y="1986"/>
                  </a:cubicBezTo>
                  <a:cubicBezTo>
                    <a:pt x="2403" y="1986"/>
                    <a:pt x="2469" y="1952"/>
                    <a:pt x="2536" y="1919"/>
                  </a:cubicBezTo>
                  <a:cubicBezTo>
                    <a:pt x="2603" y="1886"/>
                    <a:pt x="2703" y="1852"/>
                    <a:pt x="2770" y="1786"/>
                  </a:cubicBezTo>
                  <a:cubicBezTo>
                    <a:pt x="2936" y="1652"/>
                    <a:pt x="3103" y="1552"/>
                    <a:pt x="3337" y="1452"/>
                  </a:cubicBezTo>
                  <a:cubicBezTo>
                    <a:pt x="3398" y="1440"/>
                    <a:pt x="3463" y="1432"/>
                    <a:pt x="3530" y="1432"/>
                  </a:cubicBezTo>
                  <a:cubicBezTo>
                    <a:pt x="3646" y="1432"/>
                    <a:pt x="3765" y="1455"/>
                    <a:pt x="3870" y="1519"/>
                  </a:cubicBezTo>
                  <a:cubicBezTo>
                    <a:pt x="3970" y="1552"/>
                    <a:pt x="4037" y="1619"/>
                    <a:pt x="4104" y="1686"/>
                  </a:cubicBezTo>
                  <a:cubicBezTo>
                    <a:pt x="4131" y="1712"/>
                    <a:pt x="4180" y="1761"/>
                    <a:pt x="4215" y="1761"/>
                  </a:cubicBezTo>
                  <a:cubicBezTo>
                    <a:pt x="4223" y="1761"/>
                    <a:pt x="4231" y="1759"/>
                    <a:pt x="4237" y="1752"/>
                  </a:cubicBezTo>
                  <a:cubicBezTo>
                    <a:pt x="4271" y="1719"/>
                    <a:pt x="4271" y="1619"/>
                    <a:pt x="4271" y="1585"/>
                  </a:cubicBezTo>
                  <a:cubicBezTo>
                    <a:pt x="4237" y="1485"/>
                    <a:pt x="4204" y="1352"/>
                    <a:pt x="4137" y="1252"/>
                  </a:cubicBezTo>
                  <a:cubicBezTo>
                    <a:pt x="4104" y="1185"/>
                    <a:pt x="4071" y="1118"/>
                    <a:pt x="4004" y="1052"/>
                  </a:cubicBezTo>
                  <a:cubicBezTo>
                    <a:pt x="3970" y="1018"/>
                    <a:pt x="3937" y="952"/>
                    <a:pt x="3970" y="885"/>
                  </a:cubicBezTo>
                  <a:cubicBezTo>
                    <a:pt x="4004" y="852"/>
                    <a:pt x="4037" y="818"/>
                    <a:pt x="4037" y="752"/>
                  </a:cubicBezTo>
                  <a:cubicBezTo>
                    <a:pt x="4104" y="585"/>
                    <a:pt x="4137" y="385"/>
                    <a:pt x="4104" y="218"/>
                  </a:cubicBezTo>
                  <a:cubicBezTo>
                    <a:pt x="4004" y="218"/>
                    <a:pt x="3904" y="251"/>
                    <a:pt x="3870" y="351"/>
                  </a:cubicBezTo>
                  <a:lnTo>
                    <a:pt x="3804" y="385"/>
                  </a:lnTo>
                  <a:cubicBezTo>
                    <a:pt x="3770" y="451"/>
                    <a:pt x="3704" y="518"/>
                    <a:pt x="3637" y="551"/>
                  </a:cubicBezTo>
                  <a:cubicBezTo>
                    <a:pt x="3499" y="662"/>
                    <a:pt x="3338" y="727"/>
                    <a:pt x="3173" y="727"/>
                  </a:cubicBezTo>
                  <a:cubicBezTo>
                    <a:pt x="3139" y="727"/>
                    <a:pt x="3104" y="724"/>
                    <a:pt x="3070" y="718"/>
                  </a:cubicBezTo>
                  <a:cubicBezTo>
                    <a:pt x="2970" y="718"/>
                    <a:pt x="2870" y="685"/>
                    <a:pt x="2803" y="651"/>
                  </a:cubicBezTo>
                  <a:cubicBezTo>
                    <a:pt x="2836" y="618"/>
                    <a:pt x="2836" y="551"/>
                    <a:pt x="2803" y="518"/>
                  </a:cubicBezTo>
                  <a:cubicBezTo>
                    <a:pt x="2770" y="485"/>
                    <a:pt x="2703" y="418"/>
                    <a:pt x="2670" y="418"/>
                  </a:cubicBezTo>
                  <a:cubicBezTo>
                    <a:pt x="2569" y="385"/>
                    <a:pt x="2469" y="318"/>
                    <a:pt x="2369" y="285"/>
                  </a:cubicBezTo>
                  <a:cubicBezTo>
                    <a:pt x="2169" y="184"/>
                    <a:pt x="1936" y="151"/>
                    <a:pt x="1802" y="51"/>
                  </a:cubicBezTo>
                  <a:cubicBezTo>
                    <a:pt x="1736" y="18"/>
                    <a:pt x="1661" y="1"/>
                    <a:pt x="15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3"/>
            <p:cNvSpPr/>
            <p:nvPr/>
          </p:nvSpPr>
          <p:spPr>
            <a:xfrm flipH="1">
              <a:off x="1385462" y="4872165"/>
              <a:ext cx="164057" cy="104583"/>
            </a:xfrm>
            <a:custGeom>
              <a:avLst/>
              <a:gdLst/>
              <a:ahLst/>
              <a:cxnLst/>
              <a:rect l="l" t="t" r="r" b="b"/>
              <a:pathLst>
                <a:path w="4237" h="2701" extrusionOk="0">
                  <a:moveTo>
                    <a:pt x="1618" y="0"/>
                  </a:moveTo>
                  <a:cubicBezTo>
                    <a:pt x="1567" y="0"/>
                    <a:pt x="1516" y="11"/>
                    <a:pt x="1468" y="35"/>
                  </a:cubicBezTo>
                  <a:cubicBezTo>
                    <a:pt x="1402" y="102"/>
                    <a:pt x="1335" y="168"/>
                    <a:pt x="1268" y="235"/>
                  </a:cubicBezTo>
                  <a:cubicBezTo>
                    <a:pt x="1235" y="268"/>
                    <a:pt x="1235" y="302"/>
                    <a:pt x="1201" y="335"/>
                  </a:cubicBezTo>
                  <a:cubicBezTo>
                    <a:pt x="1101" y="368"/>
                    <a:pt x="1035" y="402"/>
                    <a:pt x="968" y="402"/>
                  </a:cubicBezTo>
                  <a:cubicBezTo>
                    <a:pt x="768" y="502"/>
                    <a:pt x="601" y="602"/>
                    <a:pt x="434" y="735"/>
                  </a:cubicBezTo>
                  <a:cubicBezTo>
                    <a:pt x="267" y="835"/>
                    <a:pt x="134" y="969"/>
                    <a:pt x="67" y="1136"/>
                  </a:cubicBezTo>
                  <a:cubicBezTo>
                    <a:pt x="1" y="1202"/>
                    <a:pt x="1" y="1269"/>
                    <a:pt x="1" y="1336"/>
                  </a:cubicBezTo>
                  <a:cubicBezTo>
                    <a:pt x="34" y="1402"/>
                    <a:pt x="67" y="1503"/>
                    <a:pt x="134" y="1569"/>
                  </a:cubicBezTo>
                  <a:cubicBezTo>
                    <a:pt x="234" y="1736"/>
                    <a:pt x="367" y="1836"/>
                    <a:pt x="501" y="1936"/>
                  </a:cubicBezTo>
                  <a:cubicBezTo>
                    <a:pt x="668" y="2003"/>
                    <a:pt x="834" y="2036"/>
                    <a:pt x="968" y="2070"/>
                  </a:cubicBezTo>
                  <a:cubicBezTo>
                    <a:pt x="1168" y="2103"/>
                    <a:pt x="1368" y="2103"/>
                    <a:pt x="1602" y="2103"/>
                  </a:cubicBezTo>
                  <a:cubicBezTo>
                    <a:pt x="1602" y="2136"/>
                    <a:pt x="1635" y="2203"/>
                    <a:pt x="1668" y="2236"/>
                  </a:cubicBezTo>
                  <a:cubicBezTo>
                    <a:pt x="1702" y="2336"/>
                    <a:pt x="1735" y="2403"/>
                    <a:pt x="1802" y="2503"/>
                  </a:cubicBezTo>
                  <a:cubicBezTo>
                    <a:pt x="1874" y="2576"/>
                    <a:pt x="1982" y="2701"/>
                    <a:pt x="2086" y="2701"/>
                  </a:cubicBezTo>
                  <a:cubicBezTo>
                    <a:pt x="2126" y="2701"/>
                    <a:pt x="2165" y="2683"/>
                    <a:pt x="2202" y="2637"/>
                  </a:cubicBezTo>
                  <a:cubicBezTo>
                    <a:pt x="2235" y="2570"/>
                    <a:pt x="2269" y="2503"/>
                    <a:pt x="2302" y="2437"/>
                  </a:cubicBezTo>
                  <a:cubicBezTo>
                    <a:pt x="2302" y="2370"/>
                    <a:pt x="2336" y="2303"/>
                    <a:pt x="2402" y="2270"/>
                  </a:cubicBezTo>
                  <a:cubicBezTo>
                    <a:pt x="2436" y="2270"/>
                    <a:pt x="2469" y="2236"/>
                    <a:pt x="2469" y="2203"/>
                  </a:cubicBezTo>
                  <a:cubicBezTo>
                    <a:pt x="2502" y="2170"/>
                    <a:pt x="2436" y="2103"/>
                    <a:pt x="2402" y="2103"/>
                  </a:cubicBezTo>
                  <a:cubicBezTo>
                    <a:pt x="2336" y="2070"/>
                    <a:pt x="2302" y="2070"/>
                    <a:pt x="2235" y="2036"/>
                  </a:cubicBezTo>
                  <a:cubicBezTo>
                    <a:pt x="2302" y="2036"/>
                    <a:pt x="2402" y="2003"/>
                    <a:pt x="2469" y="1970"/>
                  </a:cubicBezTo>
                  <a:cubicBezTo>
                    <a:pt x="2536" y="1970"/>
                    <a:pt x="2636" y="1903"/>
                    <a:pt x="2702" y="1869"/>
                  </a:cubicBezTo>
                  <a:cubicBezTo>
                    <a:pt x="2869" y="1736"/>
                    <a:pt x="3069" y="1636"/>
                    <a:pt x="3270" y="1603"/>
                  </a:cubicBezTo>
                  <a:cubicBezTo>
                    <a:pt x="3340" y="1579"/>
                    <a:pt x="3411" y="1568"/>
                    <a:pt x="3481" y="1568"/>
                  </a:cubicBezTo>
                  <a:cubicBezTo>
                    <a:pt x="3607" y="1568"/>
                    <a:pt x="3729" y="1605"/>
                    <a:pt x="3837" y="1669"/>
                  </a:cubicBezTo>
                  <a:cubicBezTo>
                    <a:pt x="3903" y="1736"/>
                    <a:pt x="3970" y="1803"/>
                    <a:pt x="4037" y="1869"/>
                  </a:cubicBezTo>
                  <a:cubicBezTo>
                    <a:pt x="4070" y="1903"/>
                    <a:pt x="4137" y="1970"/>
                    <a:pt x="4170" y="1970"/>
                  </a:cubicBezTo>
                  <a:cubicBezTo>
                    <a:pt x="4237" y="1936"/>
                    <a:pt x="4204" y="1836"/>
                    <a:pt x="4204" y="1803"/>
                  </a:cubicBezTo>
                  <a:cubicBezTo>
                    <a:pt x="4204" y="1669"/>
                    <a:pt x="4170" y="1569"/>
                    <a:pt x="4137" y="1469"/>
                  </a:cubicBezTo>
                  <a:cubicBezTo>
                    <a:pt x="4103" y="1402"/>
                    <a:pt x="4037" y="1336"/>
                    <a:pt x="4003" y="1269"/>
                  </a:cubicBezTo>
                  <a:cubicBezTo>
                    <a:pt x="3937" y="1202"/>
                    <a:pt x="3937" y="1136"/>
                    <a:pt x="4003" y="1102"/>
                  </a:cubicBezTo>
                  <a:cubicBezTo>
                    <a:pt x="4037" y="1036"/>
                    <a:pt x="4070" y="1002"/>
                    <a:pt x="4070" y="969"/>
                  </a:cubicBezTo>
                  <a:cubicBezTo>
                    <a:pt x="4137" y="802"/>
                    <a:pt x="4170" y="602"/>
                    <a:pt x="4170" y="435"/>
                  </a:cubicBezTo>
                  <a:cubicBezTo>
                    <a:pt x="4070" y="435"/>
                    <a:pt x="4003" y="468"/>
                    <a:pt x="3937" y="535"/>
                  </a:cubicBezTo>
                  <a:lnTo>
                    <a:pt x="3870" y="602"/>
                  </a:lnTo>
                  <a:cubicBezTo>
                    <a:pt x="3803" y="635"/>
                    <a:pt x="3770" y="702"/>
                    <a:pt x="3703" y="735"/>
                  </a:cubicBezTo>
                  <a:cubicBezTo>
                    <a:pt x="3539" y="818"/>
                    <a:pt x="3374" y="877"/>
                    <a:pt x="3209" y="877"/>
                  </a:cubicBezTo>
                  <a:cubicBezTo>
                    <a:pt x="3174" y="877"/>
                    <a:pt x="3138" y="875"/>
                    <a:pt x="3103" y="869"/>
                  </a:cubicBezTo>
                  <a:cubicBezTo>
                    <a:pt x="3003" y="835"/>
                    <a:pt x="2936" y="802"/>
                    <a:pt x="2836" y="735"/>
                  </a:cubicBezTo>
                  <a:cubicBezTo>
                    <a:pt x="2869" y="735"/>
                    <a:pt x="2903" y="669"/>
                    <a:pt x="2869" y="635"/>
                  </a:cubicBezTo>
                  <a:cubicBezTo>
                    <a:pt x="2836" y="569"/>
                    <a:pt x="2769" y="535"/>
                    <a:pt x="2702" y="502"/>
                  </a:cubicBezTo>
                  <a:cubicBezTo>
                    <a:pt x="2636" y="468"/>
                    <a:pt x="2536" y="402"/>
                    <a:pt x="2436" y="335"/>
                  </a:cubicBezTo>
                  <a:cubicBezTo>
                    <a:pt x="2269" y="235"/>
                    <a:pt x="2069" y="202"/>
                    <a:pt x="1869" y="102"/>
                  </a:cubicBezTo>
                  <a:cubicBezTo>
                    <a:pt x="1804" y="37"/>
                    <a:pt x="1712" y="0"/>
                    <a:pt x="16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3"/>
            <p:cNvSpPr/>
            <p:nvPr/>
          </p:nvSpPr>
          <p:spPr>
            <a:xfrm>
              <a:off x="948716" y="4348314"/>
              <a:ext cx="165334" cy="102337"/>
            </a:xfrm>
            <a:custGeom>
              <a:avLst/>
              <a:gdLst/>
              <a:ahLst/>
              <a:cxnLst/>
              <a:rect l="l" t="t" r="r" b="b"/>
              <a:pathLst>
                <a:path w="4270" h="2643" extrusionOk="0">
                  <a:moveTo>
                    <a:pt x="1563" y="0"/>
                  </a:moveTo>
                  <a:cubicBezTo>
                    <a:pt x="1508" y="0"/>
                    <a:pt x="1452" y="11"/>
                    <a:pt x="1401" y="37"/>
                  </a:cubicBezTo>
                  <a:cubicBezTo>
                    <a:pt x="1334" y="103"/>
                    <a:pt x="1268" y="170"/>
                    <a:pt x="1201" y="237"/>
                  </a:cubicBezTo>
                  <a:cubicBezTo>
                    <a:pt x="1201" y="270"/>
                    <a:pt x="1168" y="337"/>
                    <a:pt x="1134" y="370"/>
                  </a:cubicBezTo>
                  <a:cubicBezTo>
                    <a:pt x="1068" y="370"/>
                    <a:pt x="968" y="404"/>
                    <a:pt x="901" y="470"/>
                  </a:cubicBezTo>
                  <a:cubicBezTo>
                    <a:pt x="734" y="537"/>
                    <a:pt x="534" y="670"/>
                    <a:pt x="400" y="804"/>
                  </a:cubicBezTo>
                  <a:cubicBezTo>
                    <a:pt x="234" y="904"/>
                    <a:pt x="134" y="1037"/>
                    <a:pt x="34" y="1204"/>
                  </a:cubicBezTo>
                  <a:cubicBezTo>
                    <a:pt x="0" y="1271"/>
                    <a:pt x="0" y="1338"/>
                    <a:pt x="34" y="1404"/>
                  </a:cubicBezTo>
                  <a:cubicBezTo>
                    <a:pt x="34" y="1471"/>
                    <a:pt x="100" y="1571"/>
                    <a:pt x="134" y="1638"/>
                  </a:cubicBezTo>
                  <a:cubicBezTo>
                    <a:pt x="234" y="1771"/>
                    <a:pt x="400" y="1905"/>
                    <a:pt x="567" y="1971"/>
                  </a:cubicBezTo>
                  <a:cubicBezTo>
                    <a:pt x="701" y="2038"/>
                    <a:pt x="867" y="2071"/>
                    <a:pt x="1034" y="2071"/>
                  </a:cubicBezTo>
                  <a:lnTo>
                    <a:pt x="1635" y="2071"/>
                  </a:lnTo>
                  <a:cubicBezTo>
                    <a:pt x="1668" y="2105"/>
                    <a:pt x="1701" y="2172"/>
                    <a:pt x="1701" y="2205"/>
                  </a:cubicBezTo>
                  <a:cubicBezTo>
                    <a:pt x="1768" y="2305"/>
                    <a:pt x="1835" y="2372"/>
                    <a:pt x="1902" y="2472"/>
                  </a:cubicBezTo>
                  <a:cubicBezTo>
                    <a:pt x="1948" y="2541"/>
                    <a:pt x="2058" y="2643"/>
                    <a:pt x="2166" y="2643"/>
                  </a:cubicBezTo>
                  <a:cubicBezTo>
                    <a:pt x="2214" y="2643"/>
                    <a:pt x="2261" y="2623"/>
                    <a:pt x="2302" y="2572"/>
                  </a:cubicBezTo>
                  <a:cubicBezTo>
                    <a:pt x="2335" y="2505"/>
                    <a:pt x="2369" y="2438"/>
                    <a:pt x="2369" y="2338"/>
                  </a:cubicBezTo>
                  <a:cubicBezTo>
                    <a:pt x="2369" y="2305"/>
                    <a:pt x="2402" y="2238"/>
                    <a:pt x="2469" y="2205"/>
                  </a:cubicBezTo>
                  <a:cubicBezTo>
                    <a:pt x="2502" y="2172"/>
                    <a:pt x="2535" y="2138"/>
                    <a:pt x="2535" y="2105"/>
                  </a:cubicBezTo>
                  <a:cubicBezTo>
                    <a:pt x="2569" y="2071"/>
                    <a:pt x="2502" y="2038"/>
                    <a:pt x="2469" y="2005"/>
                  </a:cubicBezTo>
                  <a:cubicBezTo>
                    <a:pt x="2402" y="2005"/>
                    <a:pt x="2335" y="2005"/>
                    <a:pt x="2302" y="1971"/>
                  </a:cubicBezTo>
                  <a:cubicBezTo>
                    <a:pt x="2369" y="1938"/>
                    <a:pt x="2435" y="1938"/>
                    <a:pt x="2502" y="1905"/>
                  </a:cubicBezTo>
                  <a:cubicBezTo>
                    <a:pt x="2569" y="1871"/>
                    <a:pt x="2669" y="1838"/>
                    <a:pt x="2735" y="1771"/>
                  </a:cubicBezTo>
                  <a:cubicBezTo>
                    <a:pt x="2902" y="1638"/>
                    <a:pt x="3102" y="1538"/>
                    <a:pt x="3303" y="1471"/>
                  </a:cubicBezTo>
                  <a:cubicBezTo>
                    <a:pt x="3373" y="1447"/>
                    <a:pt x="3444" y="1436"/>
                    <a:pt x="3514" y="1436"/>
                  </a:cubicBezTo>
                  <a:cubicBezTo>
                    <a:pt x="3640" y="1436"/>
                    <a:pt x="3762" y="1473"/>
                    <a:pt x="3870" y="1538"/>
                  </a:cubicBezTo>
                  <a:cubicBezTo>
                    <a:pt x="3936" y="1571"/>
                    <a:pt x="4003" y="1638"/>
                    <a:pt x="4070" y="1705"/>
                  </a:cubicBezTo>
                  <a:cubicBezTo>
                    <a:pt x="4097" y="1732"/>
                    <a:pt x="4146" y="1780"/>
                    <a:pt x="4181" y="1780"/>
                  </a:cubicBezTo>
                  <a:cubicBezTo>
                    <a:pt x="4189" y="1780"/>
                    <a:pt x="4197" y="1778"/>
                    <a:pt x="4203" y="1771"/>
                  </a:cubicBezTo>
                  <a:cubicBezTo>
                    <a:pt x="4270" y="1738"/>
                    <a:pt x="4237" y="1671"/>
                    <a:pt x="4237" y="1604"/>
                  </a:cubicBezTo>
                  <a:cubicBezTo>
                    <a:pt x="4237" y="1504"/>
                    <a:pt x="4170" y="1404"/>
                    <a:pt x="4136" y="1338"/>
                  </a:cubicBezTo>
                  <a:cubicBezTo>
                    <a:pt x="4070" y="1238"/>
                    <a:pt x="4036" y="1171"/>
                    <a:pt x="3970" y="1137"/>
                  </a:cubicBezTo>
                  <a:cubicBezTo>
                    <a:pt x="3936" y="1071"/>
                    <a:pt x="3903" y="1004"/>
                    <a:pt x="3970" y="937"/>
                  </a:cubicBezTo>
                  <a:cubicBezTo>
                    <a:pt x="4003" y="904"/>
                    <a:pt x="4036" y="871"/>
                    <a:pt x="4070" y="837"/>
                  </a:cubicBezTo>
                  <a:cubicBezTo>
                    <a:pt x="4136" y="670"/>
                    <a:pt x="4136" y="470"/>
                    <a:pt x="4103" y="270"/>
                  </a:cubicBezTo>
                  <a:lnTo>
                    <a:pt x="4103" y="270"/>
                  </a:lnTo>
                  <a:cubicBezTo>
                    <a:pt x="4036" y="304"/>
                    <a:pt x="3936" y="337"/>
                    <a:pt x="3903" y="404"/>
                  </a:cubicBezTo>
                  <a:lnTo>
                    <a:pt x="3836" y="470"/>
                  </a:lnTo>
                  <a:cubicBezTo>
                    <a:pt x="3770" y="504"/>
                    <a:pt x="3736" y="570"/>
                    <a:pt x="3669" y="637"/>
                  </a:cubicBezTo>
                  <a:cubicBezTo>
                    <a:pt x="3532" y="719"/>
                    <a:pt x="3372" y="779"/>
                    <a:pt x="3209" y="779"/>
                  </a:cubicBezTo>
                  <a:cubicBezTo>
                    <a:pt x="3173" y="779"/>
                    <a:pt x="3138" y="776"/>
                    <a:pt x="3102" y="771"/>
                  </a:cubicBezTo>
                  <a:cubicBezTo>
                    <a:pt x="3002" y="737"/>
                    <a:pt x="2902" y="704"/>
                    <a:pt x="2802" y="670"/>
                  </a:cubicBezTo>
                  <a:cubicBezTo>
                    <a:pt x="2836" y="637"/>
                    <a:pt x="2869" y="604"/>
                    <a:pt x="2836" y="570"/>
                  </a:cubicBezTo>
                  <a:cubicBezTo>
                    <a:pt x="2802" y="504"/>
                    <a:pt x="2735" y="470"/>
                    <a:pt x="2669" y="437"/>
                  </a:cubicBezTo>
                  <a:cubicBezTo>
                    <a:pt x="2602" y="404"/>
                    <a:pt x="2502" y="337"/>
                    <a:pt x="2402" y="304"/>
                  </a:cubicBezTo>
                  <a:cubicBezTo>
                    <a:pt x="2202" y="203"/>
                    <a:pt x="2002" y="170"/>
                    <a:pt x="1801" y="70"/>
                  </a:cubicBezTo>
                  <a:cubicBezTo>
                    <a:pt x="1740" y="29"/>
                    <a:pt x="1652" y="0"/>
                    <a:pt x="1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3"/>
            <p:cNvSpPr/>
            <p:nvPr/>
          </p:nvSpPr>
          <p:spPr>
            <a:xfrm flipH="1">
              <a:off x="8699636" y="4348455"/>
              <a:ext cx="165373" cy="102066"/>
            </a:xfrm>
            <a:custGeom>
              <a:avLst/>
              <a:gdLst/>
              <a:ahLst/>
              <a:cxnLst/>
              <a:rect l="l" t="t" r="r" b="b"/>
              <a:pathLst>
                <a:path w="4271" h="2636" extrusionOk="0">
                  <a:moveTo>
                    <a:pt x="1598" y="1"/>
                  </a:moveTo>
                  <a:cubicBezTo>
                    <a:pt x="1527" y="1"/>
                    <a:pt x="1452" y="17"/>
                    <a:pt x="1368" y="51"/>
                  </a:cubicBezTo>
                  <a:cubicBezTo>
                    <a:pt x="1302" y="84"/>
                    <a:pt x="1268" y="151"/>
                    <a:pt x="1202" y="251"/>
                  </a:cubicBezTo>
                  <a:cubicBezTo>
                    <a:pt x="1168" y="284"/>
                    <a:pt x="1168" y="318"/>
                    <a:pt x="1135" y="351"/>
                  </a:cubicBezTo>
                  <a:cubicBezTo>
                    <a:pt x="1068" y="384"/>
                    <a:pt x="968" y="418"/>
                    <a:pt x="901" y="451"/>
                  </a:cubicBezTo>
                  <a:cubicBezTo>
                    <a:pt x="701" y="551"/>
                    <a:pt x="535" y="651"/>
                    <a:pt x="368" y="785"/>
                  </a:cubicBezTo>
                  <a:cubicBezTo>
                    <a:pt x="234" y="885"/>
                    <a:pt x="101" y="1052"/>
                    <a:pt x="34" y="1218"/>
                  </a:cubicBezTo>
                  <a:cubicBezTo>
                    <a:pt x="1" y="1252"/>
                    <a:pt x="1" y="1352"/>
                    <a:pt x="34" y="1418"/>
                  </a:cubicBezTo>
                  <a:cubicBezTo>
                    <a:pt x="68" y="1485"/>
                    <a:pt x="101" y="1552"/>
                    <a:pt x="168" y="1619"/>
                  </a:cubicBezTo>
                  <a:cubicBezTo>
                    <a:pt x="268" y="1785"/>
                    <a:pt x="401" y="1885"/>
                    <a:pt x="568" y="1952"/>
                  </a:cubicBezTo>
                  <a:cubicBezTo>
                    <a:pt x="735" y="2019"/>
                    <a:pt x="901" y="2052"/>
                    <a:pt x="1035" y="2052"/>
                  </a:cubicBezTo>
                  <a:cubicBezTo>
                    <a:pt x="1135" y="2069"/>
                    <a:pt x="1235" y="2077"/>
                    <a:pt x="1335" y="2077"/>
                  </a:cubicBezTo>
                  <a:cubicBezTo>
                    <a:pt x="1435" y="2077"/>
                    <a:pt x="1535" y="2069"/>
                    <a:pt x="1635" y="2052"/>
                  </a:cubicBezTo>
                  <a:lnTo>
                    <a:pt x="1735" y="2186"/>
                  </a:lnTo>
                  <a:cubicBezTo>
                    <a:pt x="1769" y="2286"/>
                    <a:pt x="1835" y="2386"/>
                    <a:pt x="1902" y="2453"/>
                  </a:cubicBezTo>
                  <a:cubicBezTo>
                    <a:pt x="1951" y="2526"/>
                    <a:pt x="2090" y="2636"/>
                    <a:pt x="2200" y="2636"/>
                  </a:cubicBezTo>
                  <a:cubicBezTo>
                    <a:pt x="2240" y="2636"/>
                    <a:pt x="2276" y="2621"/>
                    <a:pt x="2302" y="2586"/>
                  </a:cubicBezTo>
                  <a:cubicBezTo>
                    <a:pt x="2336" y="2519"/>
                    <a:pt x="2369" y="2419"/>
                    <a:pt x="2369" y="2352"/>
                  </a:cubicBezTo>
                  <a:cubicBezTo>
                    <a:pt x="2403" y="2286"/>
                    <a:pt x="2436" y="2219"/>
                    <a:pt x="2469" y="2186"/>
                  </a:cubicBezTo>
                  <a:cubicBezTo>
                    <a:pt x="2503" y="2186"/>
                    <a:pt x="2536" y="2152"/>
                    <a:pt x="2569" y="2119"/>
                  </a:cubicBezTo>
                  <a:cubicBezTo>
                    <a:pt x="2569" y="2086"/>
                    <a:pt x="2503" y="2019"/>
                    <a:pt x="2469" y="2019"/>
                  </a:cubicBezTo>
                  <a:cubicBezTo>
                    <a:pt x="2403" y="1986"/>
                    <a:pt x="2369" y="1986"/>
                    <a:pt x="2302" y="1952"/>
                  </a:cubicBezTo>
                  <a:cubicBezTo>
                    <a:pt x="2369" y="1952"/>
                    <a:pt x="2436" y="1919"/>
                    <a:pt x="2503" y="1919"/>
                  </a:cubicBezTo>
                  <a:cubicBezTo>
                    <a:pt x="2603" y="1852"/>
                    <a:pt x="2669" y="1819"/>
                    <a:pt x="2736" y="1752"/>
                  </a:cubicBezTo>
                  <a:cubicBezTo>
                    <a:pt x="2903" y="1619"/>
                    <a:pt x="3103" y="1519"/>
                    <a:pt x="3303" y="1452"/>
                  </a:cubicBezTo>
                  <a:cubicBezTo>
                    <a:pt x="3376" y="1440"/>
                    <a:pt x="3450" y="1432"/>
                    <a:pt x="3521" y="1432"/>
                  </a:cubicBezTo>
                  <a:cubicBezTo>
                    <a:pt x="3645" y="1432"/>
                    <a:pt x="3765" y="1455"/>
                    <a:pt x="3870" y="1519"/>
                  </a:cubicBezTo>
                  <a:cubicBezTo>
                    <a:pt x="3970" y="1585"/>
                    <a:pt x="4037" y="1619"/>
                    <a:pt x="4104" y="1719"/>
                  </a:cubicBezTo>
                  <a:cubicBezTo>
                    <a:pt x="4137" y="1719"/>
                    <a:pt x="4170" y="1785"/>
                    <a:pt x="4237" y="1785"/>
                  </a:cubicBezTo>
                  <a:cubicBezTo>
                    <a:pt x="4271" y="1752"/>
                    <a:pt x="4271" y="1652"/>
                    <a:pt x="4271" y="1619"/>
                  </a:cubicBezTo>
                  <a:cubicBezTo>
                    <a:pt x="4237" y="1519"/>
                    <a:pt x="4170" y="1418"/>
                    <a:pt x="4104" y="1318"/>
                  </a:cubicBezTo>
                  <a:cubicBezTo>
                    <a:pt x="4070" y="1252"/>
                    <a:pt x="4037" y="1185"/>
                    <a:pt x="3970" y="1118"/>
                  </a:cubicBezTo>
                  <a:cubicBezTo>
                    <a:pt x="3904" y="1052"/>
                    <a:pt x="3904" y="1018"/>
                    <a:pt x="3970" y="951"/>
                  </a:cubicBezTo>
                  <a:cubicBezTo>
                    <a:pt x="4004" y="918"/>
                    <a:pt x="4004" y="851"/>
                    <a:pt x="4037" y="818"/>
                  </a:cubicBezTo>
                  <a:cubicBezTo>
                    <a:pt x="4104" y="651"/>
                    <a:pt x="4137" y="451"/>
                    <a:pt x="4104" y="284"/>
                  </a:cubicBezTo>
                  <a:cubicBezTo>
                    <a:pt x="4004" y="284"/>
                    <a:pt x="3937" y="318"/>
                    <a:pt x="3870" y="384"/>
                  </a:cubicBezTo>
                  <a:lnTo>
                    <a:pt x="3837" y="451"/>
                  </a:lnTo>
                  <a:cubicBezTo>
                    <a:pt x="3770" y="518"/>
                    <a:pt x="3703" y="551"/>
                    <a:pt x="3637" y="618"/>
                  </a:cubicBezTo>
                  <a:cubicBezTo>
                    <a:pt x="3500" y="700"/>
                    <a:pt x="3340" y="760"/>
                    <a:pt x="3176" y="760"/>
                  </a:cubicBezTo>
                  <a:cubicBezTo>
                    <a:pt x="3141" y="760"/>
                    <a:pt x="3105" y="757"/>
                    <a:pt x="3070" y="751"/>
                  </a:cubicBezTo>
                  <a:cubicBezTo>
                    <a:pt x="2970" y="751"/>
                    <a:pt x="2870" y="718"/>
                    <a:pt x="2803" y="651"/>
                  </a:cubicBezTo>
                  <a:cubicBezTo>
                    <a:pt x="2836" y="651"/>
                    <a:pt x="2836" y="585"/>
                    <a:pt x="2803" y="551"/>
                  </a:cubicBezTo>
                  <a:cubicBezTo>
                    <a:pt x="2769" y="484"/>
                    <a:pt x="2736" y="451"/>
                    <a:pt x="2669" y="451"/>
                  </a:cubicBezTo>
                  <a:cubicBezTo>
                    <a:pt x="2569" y="384"/>
                    <a:pt x="2469" y="351"/>
                    <a:pt x="2369" y="284"/>
                  </a:cubicBezTo>
                  <a:cubicBezTo>
                    <a:pt x="2202" y="184"/>
                    <a:pt x="2002" y="151"/>
                    <a:pt x="1802" y="51"/>
                  </a:cubicBezTo>
                  <a:cubicBezTo>
                    <a:pt x="1735" y="17"/>
                    <a:pt x="1669"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3"/>
            <p:cNvSpPr/>
            <p:nvPr/>
          </p:nvSpPr>
          <p:spPr>
            <a:xfrm>
              <a:off x="393610" y="4873393"/>
              <a:ext cx="165373" cy="102105"/>
            </a:xfrm>
            <a:custGeom>
              <a:avLst/>
              <a:gdLst/>
              <a:ahLst/>
              <a:cxnLst/>
              <a:rect l="l" t="t" r="r" b="b"/>
              <a:pathLst>
                <a:path w="4271" h="2637" extrusionOk="0">
                  <a:moveTo>
                    <a:pt x="1565" y="0"/>
                  </a:moveTo>
                  <a:cubicBezTo>
                    <a:pt x="1508" y="0"/>
                    <a:pt x="1452" y="11"/>
                    <a:pt x="1401" y="37"/>
                  </a:cubicBezTo>
                  <a:cubicBezTo>
                    <a:pt x="1335" y="103"/>
                    <a:pt x="1268" y="170"/>
                    <a:pt x="1235" y="237"/>
                  </a:cubicBezTo>
                  <a:cubicBezTo>
                    <a:pt x="1201" y="270"/>
                    <a:pt x="1168" y="304"/>
                    <a:pt x="1168" y="370"/>
                  </a:cubicBezTo>
                  <a:cubicBezTo>
                    <a:pt x="1068" y="370"/>
                    <a:pt x="1001" y="404"/>
                    <a:pt x="901" y="437"/>
                  </a:cubicBezTo>
                  <a:cubicBezTo>
                    <a:pt x="734" y="537"/>
                    <a:pt x="567" y="637"/>
                    <a:pt x="401" y="804"/>
                  </a:cubicBezTo>
                  <a:cubicBezTo>
                    <a:pt x="267" y="904"/>
                    <a:pt x="134" y="1037"/>
                    <a:pt x="67" y="1204"/>
                  </a:cubicBezTo>
                  <a:cubicBezTo>
                    <a:pt x="34" y="1271"/>
                    <a:pt x="0" y="1338"/>
                    <a:pt x="34" y="1404"/>
                  </a:cubicBezTo>
                  <a:cubicBezTo>
                    <a:pt x="67" y="1471"/>
                    <a:pt x="100" y="1571"/>
                    <a:pt x="167" y="1638"/>
                  </a:cubicBezTo>
                  <a:cubicBezTo>
                    <a:pt x="267" y="1771"/>
                    <a:pt x="401" y="1905"/>
                    <a:pt x="567" y="1971"/>
                  </a:cubicBezTo>
                  <a:cubicBezTo>
                    <a:pt x="734" y="2038"/>
                    <a:pt x="901" y="2072"/>
                    <a:pt x="1068" y="2072"/>
                  </a:cubicBezTo>
                  <a:lnTo>
                    <a:pt x="1668" y="2072"/>
                  </a:lnTo>
                  <a:lnTo>
                    <a:pt x="1735" y="2205"/>
                  </a:lnTo>
                  <a:cubicBezTo>
                    <a:pt x="1768" y="2305"/>
                    <a:pt x="1835" y="2372"/>
                    <a:pt x="1902" y="2472"/>
                  </a:cubicBezTo>
                  <a:cubicBezTo>
                    <a:pt x="1974" y="2520"/>
                    <a:pt x="2097" y="2637"/>
                    <a:pt x="2198" y="2637"/>
                  </a:cubicBezTo>
                  <a:cubicBezTo>
                    <a:pt x="2238" y="2637"/>
                    <a:pt x="2274" y="2619"/>
                    <a:pt x="2302" y="2572"/>
                  </a:cubicBezTo>
                  <a:cubicBezTo>
                    <a:pt x="2335" y="2505"/>
                    <a:pt x="2369" y="2438"/>
                    <a:pt x="2369" y="2338"/>
                  </a:cubicBezTo>
                  <a:cubicBezTo>
                    <a:pt x="2402" y="2272"/>
                    <a:pt x="2435" y="2238"/>
                    <a:pt x="2469" y="2205"/>
                  </a:cubicBezTo>
                  <a:cubicBezTo>
                    <a:pt x="2502" y="2205"/>
                    <a:pt x="2536" y="2138"/>
                    <a:pt x="2569" y="2105"/>
                  </a:cubicBezTo>
                  <a:cubicBezTo>
                    <a:pt x="2569" y="2072"/>
                    <a:pt x="2502" y="2038"/>
                    <a:pt x="2469" y="2005"/>
                  </a:cubicBezTo>
                  <a:cubicBezTo>
                    <a:pt x="2402" y="2005"/>
                    <a:pt x="2369" y="1971"/>
                    <a:pt x="2302" y="1971"/>
                  </a:cubicBezTo>
                  <a:cubicBezTo>
                    <a:pt x="2369" y="1938"/>
                    <a:pt x="2435" y="1938"/>
                    <a:pt x="2502" y="1905"/>
                  </a:cubicBezTo>
                  <a:cubicBezTo>
                    <a:pt x="2602" y="1871"/>
                    <a:pt x="2669" y="1805"/>
                    <a:pt x="2769" y="1771"/>
                  </a:cubicBezTo>
                  <a:cubicBezTo>
                    <a:pt x="2902" y="1638"/>
                    <a:pt x="3103" y="1538"/>
                    <a:pt x="3303" y="1471"/>
                  </a:cubicBezTo>
                  <a:cubicBezTo>
                    <a:pt x="3374" y="1447"/>
                    <a:pt x="3445" y="1436"/>
                    <a:pt x="3514" y="1436"/>
                  </a:cubicBezTo>
                  <a:cubicBezTo>
                    <a:pt x="3641" y="1436"/>
                    <a:pt x="3762" y="1473"/>
                    <a:pt x="3870" y="1538"/>
                  </a:cubicBezTo>
                  <a:cubicBezTo>
                    <a:pt x="3970" y="1571"/>
                    <a:pt x="4037" y="1638"/>
                    <a:pt x="4103" y="1705"/>
                  </a:cubicBezTo>
                  <a:cubicBezTo>
                    <a:pt x="4130" y="1732"/>
                    <a:pt x="4157" y="1780"/>
                    <a:pt x="4202" y="1780"/>
                  </a:cubicBezTo>
                  <a:cubicBezTo>
                    <a:pt x="4213" y="1780"/>
                    <a:pt x="4224" y="1778"/>
                    <a:pt x="4237" y="1771"/>
                  </a:cubicBezTo>
                  <a:cubicBezTo>
                    <a:pt x="4270" y="1771"/>
                    <a:pt x="4270" y="1638"/>
                    <a:pt x="4270" y="1605"/>
                  </a:cubicBezTo>
                  <a:cubicBezTo>
                    <a:pt x="4237" y="1504"/>
                    <a:pt x="4170" y="1404"/>
                    <a:pt x="4137" y="1338"/>
                  </a:cubicBezTo>
                  <a:cubicBezTo>
                    <a:pt x="4103" y="1238"/>
                    <a:pt x="4037" y="1171"/>
                    <a:pt x="4003" y="1138"/>
                  </a:cubicBezTo>
                  <a:cubicBezTo>
                    <a:pt x="3937" y="1071"/>
                    <a:pt x="3937" y="1004"/>
                    <a:pt x="4003" y="937"/>
                  </a:cubicBezTo>
                  <a:lnTo>
                    <a:pt x="4070" y="837"/>
                  </a:lnTo>
                  <a:cubicBezTo>
                    <a:pt x="4137" y="637"/>
                    <a:pt x="4137" y="470"/>
                    <a:pt x="4103" y="270"/>
                  </a:cubicBezTo>
                  <a:cubicBezTo>
                    <a:pt x="4037" y="270"/>
                    <a:pt x="3937" y="337"/>
                    <a:pt x="3903" y="404"/>
                  </a:cubicBezTo>
                  <a:lnTo>
                    <a:pt x="3836" y="437"/>
                  </a:lnTo>
                  <a:cubicBezTo>
                    <a:pt x="3770" y="504"/>
                    <a:pt x="3736" y="570"/>
                    <a:pt x="3670" y="604"/>
                  </a:cubicBezTo>
                  <a:cubicBezTo>
                    <a:pt x="3503" y="737"/>
                    <a:pt x="3303" y="771"/>
                    <a:pt x="3103" y="771"/>
                  </a:cubicBezTo>
                  <a:cubicBezTo>
                    <a:pt x="3003" y="737"/>
                    <a:pt x="2902" y="704"/>
                    <a:pt x="2802" y="671"/>
                  </a:cubicBezTo>
                  <a:cubicBezTo>
                    <a:pt x="2836" y="637"/>
                    <a:pt x="2869" y="604"/>
                    <a:pt x="2836" y="570"/>
                  </a:cubicBezTo>
                  <a:cubicBezTo>
                    <a:pt x="2802" y="504"/>
                    <a:pt x="2736" y="470"/>
                    <a:pt x="2669" y="437"/>
                  </a:cubicBezTo>
                  <a:lnTo>
                    <a:pt x="2402" y="304"/>
                  </a:lnTo>
                  <a:cubicBezTo>
                    <a:pt x="2202" y="204"/>
                    <a:pt x="2002" y="170"/>
                    <a:pt x="1835" y="70"/>
                  </a:cubicBezTo>
                  <a:cubicBezTo>
                    <a:pt x="1753" y="29"/>
                    <a:pt x="1657" y="0"/>
                    <a:pt x="15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307634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4"/>
        <p:cNvGrpSpPr/>
        <p:nvPr/>
      </p:nvGrpSpPr>
      <p:grpSpPr>
        <a:xfrm>
          <a:off x="0" y="0"/>
          <a:ext cx="0" cy="0"/>
          <a:chOff x="0" y="0"/>
          <a:chExt cx="0" cy="0"/>
        </a:xfrm>
      </p:grpSpPr>
      <p:sp>
        <p:nvSpPr>
          <p:cNvPr id="35" name="Google Shape;35;p4"/>
          <p:cNvSpPr txBox="1">
            <a:spLocks noGrp="1"/>
          </p:cNvSpPr>
          <p:nvPr>
            <p:ph type="title"/>
          </p:nvPr>
        </p:nvSpPr>
        <p:spPr>
          <a:xfrm>
            <a:off x="950967" y="716800"/>
            <a:ext cx="7284400" cy="5716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3000"/>
              <a:buNone/>
              <a:defRPr>
                <a:solidFill>
                  <a:schemeClr val="accent3"/>
                </a:solidFill>
              </a:defRPr>
            </a:lvl1pPr>
            <a:lvl2pPr lvl="1">
              <a:spcBef>
                <a:spcPts val="0"/>
              </a:spcBef>
              <a:spcAft>
                <a:spcPts val="0"/>
              </a:spcAft>
              <a:buClr>
                <a:srgbClr val="FFFFFF"/>
              </a:buClr>
              <a:buSzPts val="3000"/>
              <a:buNone/>
              <a:defRPr>
                <a:solidFill>
                  <a:srgbClr val="FFFFFF"/>
                </a:solidFill>
              </a:defRPr>
            </a:lvl2pPr>
            <a:lvl3pPr lvl="2">
              <a:spcBef>
                <a:spcPts val="0"/>
              </a:spcBef>
              <a:spcAft>
                <a:spcPts val="0"/>
              </a:spcAft>
              <a:buClr>
                <a:srgbClr val="FFFFFF"/>
              </a:buClr>
              <a:buSzPts val="3000"/>
              <a:buNone/>
              <a:defRPr>
                <a:solidFill>
                  <a:srgbClr val="FFFFFF"/>
                </a:solidFill>
              </a:defRPr>
            </a:lvl3pPr>
            <a:lvl4pPr lvl="3">
              <a:spcBef>
                <a:spcPts val="0"/>
              </a:spcBef>
              <a:spcAft>
                <a:spcPts val="0"/>
              </a:spcAft>
              <a:buClr>
                <a:srgbClr val="FFFFFF"/>
              </a:buClr>
              <a:buSzPts val="3000"/>
              <a:buNone/>
              <a:defRPr>
                <a:solidFill>
                  <a:srgbClr val="FFFFFF"/>
                </a:solidFill>
              </a:defRPr>
            </a:lvl4pPr>
            <a:lvl5pPr lvl="4">
              <a:spcBef>
                <a:spcPts val="0"/>
              </a:spcBef>
              <a:spcAft>
                <a:spcPts val="0"/>
              </a:spcAft>
              <a:buClr>
                <a:srgbClr val="FFFFFF"/>
              </a:buClr>
              <a:buSzPts val="3000"/>
              <a:buNone/>
              <a:defRPr>
                <a:solidFill>
                  <a:srgbClr val="FFFFFF"/>
                </a:solidFill>
              </a:defRPr>
            </a:lvl5pPr>
            <a:lvl6pPr lvl="5">
              <a:spcBef>
                <a:spcPts val="0"/>
              </a:spcBef>
              <a:spcAft>
                <a:spcPts val="0"/>
              </a:spcAft>
              <a:buClr>
                <a:srgbClr val="FFFFFF"/>
              </a:buClr>
              <a:buSzPts val="3000"/>
              <a:buNone/>
              <a:defRPr>
                <a:solidFill>
                  <a:srgbClr val="FFFFFF"/>
                </a:solidFill>
              </a:defRPr>
            </a:lvl6pPr>
            <a:lvl7pPr lvl="6">
              <a:spcBef>
                <a:spcPts val="0"/>
              </a:spcBef>
              <a:spcAft>
                <a:spcPts val="0"/>
              </a:spcAft>
              <a:buClr>
                <a:srgbClr val="FFFFFF"/>
              </a:buClr>
              <a:buSzPts val="3000"/>
              <a:buNone/>
              <a:defRPr>
                <a:solidFill>
                  <a:srgbClr val="FFFFFF"/>
                </a:solidFill>
              </a:defRPr>
            </a:lvl7pPr>
            <a:lvl8pPr lvl="7">
              <a:spcBef>
                <a:spcPts val="0"/>
              </a:spcBef>
              <a:spcAft>
                <a:spcPts val="0"/>
              </a:spcAft>
              <a:buClr>
                <a:srgbClr val="FFFFFF"/>
              </a:buClr>
              <a:buSzPts val="3000"/>
              <a:buNone/>
              <a:defRPr>
                <a:solidFill>
                  <a:srgbClr val="FFFFFF"/>
                </a:solidFill>
              </a:defRPr>
            </a:lvl8pPr>
            <a:lvl9pPr lvl="8">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36" name="Google Shape;36;p4"/>
          <p:cNvSpPr txBox="1">
            <a:spLocks noGrp="1"/>
          </p:cNvSpPr>
          <p:nvPr>
            <p:ph type="body" idx="1"/>
          </p:nvPr>
        </p:nvSpPr>
        <p:spPr>
          <a:xfrm>
            <a:off x="950967" y="1557433"/>
            <a:ext cx="9774800" cy="4581200"/>
          </a:xfrm>
          <a:prstGeom prst="rect">
            <a:avLst/>
          </a:prstGeom>
        </p:spPr>
        <p:txBody>
          <a:bodyPr spcFirstLastPara="1" wrap="square" lIns="91425" tIns="91425" rIns="91425" bIns="91425" anchor="t" anchorCtr="0">
            <a:noAutofit/>
          </a:bodyPr>
          <a:lstStyle>
            <a:lvl1pPr marL="609585" lvl="0" indent="-516454">
              <a:spcBef>
                <a:spcPts val="0"/>
              </a:spcBef>
              <a:spcAft>
                <a:spcPts val="0"/>
              </a:spcAft>
              <a:buClr>
                <a:srgbClr val="04445A"/>
              </a:buClr>
              <a:buSzPts val="2500"/>
              <a:buAutoNum type="arabicPeriod"/>
              <a:defRPr sz="1467">
                <a:solidFill>
                  <a:schemeClr val="accent6"/>
                </a:solidFill>
              </a:defRPr>
            </a:lvl1pPr>
            <a:lvl2pPr marL="1219170" lvl="1" indent="-423323">
              <a:spcBef>
                <a:spcPts val="0"/>
              </a:spcBef>
              <a:spcAft>
                <a:spcPts val="0"/>
              </a:spcAft>
              <a:buClr>
                <a:srgbClr val="04445A"/>
              </a:buClr>
              <a:buSzPts val="1400"/>
              <a:buFont typeface="Didact Gothic"/>
              <a:buAutoNum type="alphaLcPeriod"/>
              <a:defRPr>
                <a:solidFill>
                  <a:schemeClr val="accent6"/>
                </a:solidFill>
              </a:defRPr>
            </a:lvl2pPr>
            <a:lvl3pPr marL="1828754" lvl="2" indent="-423323">
              <a:spcBef>
                <a:spcPts val="0"/>
              </a:spcBef>
              <a:spcAft>
                <a:spcPts val="0"/>
              </a:spcAft>
              <a:buClr>
                <a:srgbClr val="04445A"/>
              </a:buClr>
              <a:buSzPts val="1400"/>
              <a:buFont typeface="Didact Gothic"/>
              <a:buAutoNum type="romanLcPeriod"/>
              <a:defRPr>
                <a:solidFill>
                  <a:schemeClr val="accent6"/>
                </a:solidFill>
              </a:defRPr>
            </a:lvl3pPr>
            <a:lvl4pPr marL="2438339" lvl="3" indent="-423323">
              <a:spcBef>
                <a:spcPts val="0"/>
              </a:spcBef>
              <a:spcAft>
                <a:spcPts val="0"/>
              </a:spcAft>
              <a:buClr>
                <a:srgbClr val="04445A"/>
              </a:buClr>
              <a:buSzPts val="1400"/>
              <a:buFont typeface="Didact Gothic"/>
              <a:buAutoNum type="arabicPeriod"/>
              <a:defRPr>
                <a:solidFill>
                  <a:schemeClr val="accent6"/>
                </a:solidFill>
              </a:defRPr>
            </a:lvl4pPr>
            <a:lvl5pPr marL="3047924" lvl="4" indent="-423323">
              <a:spcBef>
                <a:spcPts val="0"/>
              </a:spcBef>
              <a:spcAft>
                <a:spcPts val="0"/>
              </a:spcAft>
              <a:buClr>
                <a:srgbClr val="04445A"/>
              </a:buClr>
              <a:buSzPts val="1400"/>
              <a:buFont typeface="Didact Gothic"/>
              <a:buAutoNum type="alphaLcPeriod"/>
              <a:defRPr>
                <a:solidFill>
                  <a:schemeClr val="accent6"/>
                </a:solidFill>
              </a:defRPr>
            </a:lvl5pPr>
            <a:lvl6pPr marL="3657509" lvl="5" indent="-423323">
              <a:spcBef>
                <a:spcPts val="0"/>
              </a:spcBef>
              <a:spcAft>
                <a:spcPts val="0"/>
              </a:spcAft>
              <a:buClr>
                <a:srgbClr val="04445A"/>
              </a:buClr>
              <a:buSzPts val="1400"/>
              <a:buFont typeface="Didact Gothic"/>
              <a:buAutoNum type="romanLcPeriod"/>
              <a:defRPr>
                <a:solidFill>
                  <a:schemeClr val="accent6"/>
                </a:solidFill>
              </a:defRPr>
            </a:lvl6pPr>
            <a:lvl7pPr marL="4267093" lvl="6" indent="-423323">
              <a:spcBef>
                <a:spcPts val="0"/>
              </a:spcBef>
              <a:spcAft>
                <a:spcPts val="0"/>
              </a:spcAft>
              <a:buClr>
                <a:srgbClr val="04445A"/>
              </a:buClr>
              <a:buSzPts val="1400"/>
              <a:buFont typeface="Didact Gothic"/>
              <a:buAutoNum type="arabicPeriod"/>
              <a:defRPr>
                <a:solidFill>
                  <a:schemeClr val="accent6"/>
                </a:solidFill>
              </a:defRPr>
            </a:lvl7pPr>
            <a:lvl8pPr marL="4876678" lvl="7" indent="-423323">
              <a:spcBef>
                <a:spcPts val="0"/>
              </a:spcBef>
              <a:spcAft>
                <a:spcPts val="0"/>
              </a:spcAft>
              <a:buClr>
                <a:srgbClr val="04445A"/>
              </a:buClr>
              <a:buSzPts val="1400"/>
              <a:buFont typeface="Didact Gothic"/>
              <a:buAutoNum type="alphaLcPeriod"/>
              <a:defRPr>
                <a:solidFill>
                  <a:schemeClr val="accent6"/>
                </a:solidFill>
              </a:defRPr>
            </a:lvl8pPr>
            <a:lvl9pPr marL="5486263" lvl="8" indent="-423323">
              <a:spcBef>
                <a:spcPts val="0"/>
              </a:spcBef>
              <a:spcAft>
                <a:spcPts val="0"/>
              </a:spcAft>
              <a:buClr>
                <a:srgbClr val="04445A"/>
              </a:buClr>
              <a:buSzPts val="1400"/>
              <a:buFont typeface="Didact Gothic"/>
              <a:buAutoNum type="romanLcPeriod"/>
              <a:defRPr>
                <a:solidFill>
                  <a:schemeClr val="accent6"/>
                </a:solidFill>
              </a:defRPr>
            </a:lvl9pPr>
          </a:lstStyle>
          <a:p>
            <a:pPr lvl="0"/>
            <a:r>
              <a:rPr lang="en-US"/>
              <a:t>Click to edit Master text styles</a:t>
            </a:r>
          </a:p>
        </p:txBody>
      </p:sp>
      <p:sp>
        <p:nvSpPr>
          <p:cNvPr id="37" name="Google Shape;37;p4"/>
          <p:cNvSpPr/>
          <p:nvPr/>
        </p:nvSpPr>
        <p:spPr>
          <a:xfrm flipH="1">
            <a:off x="10675680" y="6378782"/>
            <a:ext cx="1516320" cy="196020"/>
          </a:xfrm>
          <a:custGeom>
            <a:avLst/>
            <a:gdLst/>
            <a:ahLst/>
            <a:cxnLst/>
            <a:rect l="l" t="t" r="r" b="b"/>
            <a:pathLst>
              <a:path w="22464" h="2904" extrusionOk="0">
                <a:moveTo>
                  <a:pt x="0" y="0"/>
                </a:moveTo>
                <a:lnTo>
                  <a:pt x="0" y="2659"/>
                </a:lnTo>
                <a:cubicBezTo>
                  <a:pt x="2022" y="2822"/>
                  <a:pt x="4045" y="2903"/>
                  <a:pt x="6066" y="2903"/>
                </a:cubicBezTo>
                <a:cubicBezTo>
                  <a:pt x="11579" y="2903"/>
                  <a:pt x="17073" y="2300"/>
                  <a:pt x="22463" y="1122"/>
                </a:cubicBezTo>
                <a:cubicBezTo>
                  <a:pt x="14951" y="1025"/>
                  <a:pt x="7463" y="659"/>
                  <a:pt x="0"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4"/>
          <p:cNvSpPr/>
          <p:nvPr/>
        </p:nvSpPr>
        <p:spPr>
          <a:xfrm flipH="1">
            <a:off x="7282658" y="5566967"/>
            <a:ext cx="4909343" cy="443948"/>
          </a:xfrm>
          <a:custGeom>
            <a:avLst/>
            <a:gdLst/>
            <a:ahLst/>
            <a:cxnLst/>
            <a:rect l="l" t="t" r="r" b="b"/>
            <a:pathLst>
              <a:path w="72731" h="6577" extrusionOk="0">
                <a:moveTo>
                  <a:pt x="6033" y="0"/>
                </a:moveTo>
                <a:cubicBezTo>
                  <a:pt x="4022" y="0"/>
                  <a:pt x="2008" y="129"/>
                  <a:pt x="0" y="387"/>
                </a:cubicBezTo>
                <a:lnTo>
                  <a:pt x="0" y="5924"/>
                </a:lnTo>
                <a:cubicBezTo>
                  <a:pt x="2212" y="5131"/>
                  <a:pt x="4316" y="4071"/>
                  <a:pt x="6558" y="4071"/>
                </a:cubicBezTo>
                <a:cubicBezTo>
                  <a:pt x="6937" y="4071"/>
                  <a:pt x="7320" y="4101"/>
                  <a:pt x="7707" y="4168"/>
                </a:cubicBezTo>
                <a:cubicBezTo>
                  <a:pt x="9049" y="4387"/>
                  <a:pt x="10171" y="5046"/>
                  <a:pt x="11439" y="5436"/>
                </a:cubicBezTo>
                <a:cubicBezTo>
                  <a:pt x="12854" y="5851"/>
                  <a:pt x="14390" y="5973"/>
                  <a:pt x="15902" y="6070"/>
                </a:cubicBezTo>
                <a:cubicBezTo>
                  <a:pt x="21369" y="6417"/>
                  <a:pt x="26835" y="6576"/>
                  <a:pt x="32316" y="6576"/>
                </a:cubicBezTo>
                <a:cubicBezTo>
                  <a:pt x="33389" y="6576"/>
                  <a:pt x="34462" y="6570"/>
                  <a:pt x="35536" y="6558"/>
                </a:cubicBezTo>
                <a:cubicBezTo>
                  <a:pt x="31390" y="6412"/>
                  <a:pt x="27292" y="5851"/>
                  <a:pt x="23268" y="4826"/>
                </a:cubicBezTo>
                <a:cubicBezTo>
                  <a:pt x="25338" y="4383"/>
                  <a:pt x="27448" y="4225"/>
                  <a:pt x="29580" y="4225"/>
                </a:cubicBezTo>
                <a:cubicBezTo>
                  <a:pt x="34128" y="4225"/>
                  <a:pt x="38774" y="4944"/>
                  <a:pt x="43341" y="5143"/>
                </a:cubicBezTo>
                <a:cubicBezTo>
                  <a:pt x="44191" y="5178"/>
                  <a:pt x="45042" y="5194"/>
                  <a:pt x="45893" y="5194"/>
                </a:cubicBezTo>
                <a:cubicBezTo>
                  <a:pt x="50407" y="5194"/>
                  <a:pt x="54919" y="4749"/>
                  <a:pt x="59414" y="4339"/>
                </a:cubicBezTo>
                <a:cubicBezTo>
                  <a:pt x="63901" y="3900"/>
                  <a:pt x="68462" y="3461"/>
                  <a:pt x="72730" y="2265"/>
                </a:cubicBezTo>
                <a:cubicBezTo>
                  <a:pt x="70452" y="1811"/>
                  <a:pt x="68142" y="1652"/>
                  <a:pt x="65813" y="1652"/>
                </a:cubicBezTo>
                <a:cubicBezTo>
                  <a:pt x="60350" y="1652"/>
                  <a:pt x="54781" y="2528"/>
                  <a:pt x="49275" y="2528"/>
                </a:cubicBezTo>
                <a:cubicBezTo>
                  <a:pt x="48434" y="2528"/>
                  <a:pt x="47593" y="2508"/>
                  <a:pt x="46755" y="2461"/>
                </a:cubicBezTo>
                <a:cubicBezTo>
                  <a:pt x="40531" y="2132"/>
                  <a:pt x="34410" y="350"/>
                  <a:pt x="28276" y="350"/>
                </a:cubicBezTo>
                <a:cubicBezTo>
                  <a:pt x="27128" y="350"/>
                  <a:pt x="25979" y="412"/>
                  <a:pt x="24829" y="558"/>
                </a:cubicBezTo>
                <a:cubicBezTo>
                  <a:pt x="23024" y="802"/>
                  <a:pt x="21268" y="1217"/>
                  <a:pt x="19463" y="1266"/>
                </a:cubicBezTo>
                <a:cubicBezTo>
                  <a:pt x="19310" y="1271"/>
                  <a:pt x="19157" y="1273"/>
                  <a:pt x="19005" y="1273"/>
                </a:cubicBezTo>
                <a:cubicBezTo>
                  <a:pt x="17014" y="1273"/>
                  <a:pt x="15045" y="851"/>
                  <a:pt x="13098" y="534"/>
                </a:cubicBezTo>
                <a:cubicBezTo>
                  <a:pt x="10753" y="178"/>
                  <a:pt x="8395" y="0"/>
                  <a:pt x="6033"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498867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9"/>
        <p:cNvGrpSpPr/>
        <p:nvPr/>
      </p:nvGrpSpPr>
      <p:grpSpPr>
        <a:xfrm>
          <a:off x="0" y="0"/>
          <a:ext cx="0" cy="0"/>
          <a:chOff x="0" y="0"/>
          <a:chExt cx="0" cy="0"/>
        </a:xfrm>
      </p:grpSpPr>
      <p:sp>
        <p:nvSpPr>
          <p:cNvPr id="40" name="Google Shape;40;p5"/>
          <p:cNvSpPr txBox="1">
            <a:spLocks noGrp="1"/>
          </p:cNvSpPr>
          <p:nvPr>
            <p:ph type="title" hasCustomPrompt="1"/>
          </p:nvPr>
        </p:nvSpPr>
        <p:spPr>
          <a:xfrm>
            <a:off x="3529184" y="2322416"/>
            <a:ext cx="694800" cy="57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000"/>
              <a:buNone/>
              <a:defRPr sz="4267" b="1">
                <a:solidFill>
                  <a:schemeClr val="lt1"/>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41" name="Google Shape;41;p5"/>
          <p:cNvSpPr txBox="1">
            <a:spLocks noGrp="1"/>
          </p:cNvSpPr>
          <p:nvPr>
            <p:ph type="subTitle" idx="1"/>
          </p:nvPr>
        </p:nvSpPr>
        <p:spPr>
          <a:xfrm>
            <a:off x="4240400" y="1982567"/>
            <a:ext cx="4422400" cy="9184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8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42" name="Google Shape;42;p5"/>
          <p:cNvSpPr txBox="1">
            <a:spLocks noGrp="1"/>
          </p:cNvSpPr>
          <p:nvPr>
            <p:ph type="title" idx="2" hasCustomPrompt="1"/>
          </p:nvPr>
        </p:nvSpPr>
        <p:spPr>
          <a:xfrm flipH="1">
            <a:off x="8018800" y="4296317"/>
            <a:ext cx="694800" cy="5716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sz="4267" b="1">
                <a:solidFill>
                  <a:schemeClr val="lt1"/>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43" name="Google Shape;43;p5"/>
          <p:cNvSpPr txBox="1">
            <a:spLocks noGrp="1"/>
          </p:cNvSpPr>
          <p:nvPr>
            <p:ph type="subTitle" idx="3"/>
          </p:nvPr>
        </p:nvSpPr>
        <p:spPr>
          <a:xfrm flipH="1">
            <a:off x="3478400" y="3957017"/>
            <a:ext cx="4422400" cy="918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600"/>
              <a:buNone/>
              <a:defRPr sz="18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44" name="Google Shape;44;p5"/>
          <p:cNvSpPr/>
          <p:nvPr/>
        </p:nvSpPr>
        <p:spPr>
          <a:xfrm>
            <a:off x="8713593" y="210621"/>
            <a:ext cx="1633299" cy="1633249"/>
          </a:xfrm>
          <a:custGeom>
            <a:avLst/>
            <a:gdLst/>
            <a:ahLst/>
            <a:cxnLst/>
            <a:rect l="l" t="t" r="r" b="b"/>
            <a:pathLst>
              <a:path w="15017" h="15017" extrusionOk="0">
                <a:moveTo>
                  <a:pt x="7508" y="1"/>
                </a:moveTo>
                <a:cubicBezTo>
                  <a:pt x="3361" y="1"/>
                  <a:pt x="0" y="3361"/>
                  <a:pt x="0" y="7509"/>
                </a:cubicBezTo>
                <a:cubicBezTo>
                  <a:pt x="0" y="11656"/>
                  <a:pt x="3361" y="15017"/>
                  <a:pt x="7508" y="15017"/>
                </a:cubicBezTo>
                <a:cubicBezTo>
                  <a:pt x="11656" y="15017"/>
                  <a:pt x="15017" y="11656"/>
                  <a:pt x="15017" y="7509"/>
                </a:cubicBezTo>
                <a:cubicBezTo>
                  <a:pt x="15017" y="3361"/>
                  <a:pt x="11656" y="1"/>
                  <a:pt x="7508"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5" name="Google Shape;45;p5"/>
          <p:cNvGrpSpPr/>
          <p:nvPr/>
        </p:nvGrpSpPr>
        <p:grpSpPr>
          <a:xfrm flipH="1">
            <a:off x="-2296266" y="-1347235"/>
            <a:ext cx="5115105" cy="9124811"/>
            <a:chOff x="6629631" y="-1010426"/>
            <a:chExt cx="3836329" cy="6843608"/>
          </a:xfrm>
        </p:grpSpPr>
        <p:sp>
          <p:nvSpPr>
            <p:cNvPr id="46" name="Google Shape;46;p5"/>
            <p:cNvSpPr/>
            <p:nvPr/>
          </p:nvSpPr>
          <p:spPr>
            <a:xfrm>
              <a:off x="6629631" y="3841003"/>
              <a:ext cx="3156648" cy="1992178"/>
            </a:xfrm>
            <a:custGeom>
              <a:avLst/>
              <a:gdLst/>
              <a:ahLst/>
              <a:cxnLst/>
              <a:rect l="l" t="t" r="r" b="b"/>
              <a:pathLst>
                <a:path w="67152" h="42380" extrusionOk="0">
                  <a:moveTo>
                    <a:pt x="0" y="0"/>
                  </a:moveTo>
                  <a:lnTo>
                    <a:pt x="19260" y="42380"/>
                  </a:lnTo>
                  <a:cubicBezTo>
                    <a:pt x="19260" y="42380"/>
                    <a:pt x="57819" y="34046"/>
                    <a:pt x="57819" y="32913"/>
                  </a:cubicBezTo>
                  <a:cubicBezTo>
                    <a:pt x="57819" y="31780"/>
                    <a:pt x="67151" y="7105"/>
                    <a:pt x="67151" y="7105"/>
                  </a:cubicBezTo>
                  <a:lnTo>
                    <a:pt x="29188" y="5492"/>
                  </a:lnTo>
                  <a:close/>
                </a:path>
              </a:pathLst>
            </a:custGeom>
            <a:solidFill>
              <a:srgbClr val="6B919E">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47;p5"/>
            <p:cNvSpPr/>
            <p:nvPr/>
          </p:nvSpPr>
          <p:spPr>
            <a:xfrm>
              <a:off x="7647752" y="4099152"/>
              <a:ext cx="1088647" cy="1289040"/>
            </a:xfrm>
            <a:custGeom>
              <a:avLst/>
              <a:gdLst/>
              <a:ahLst/>
              <a:cxnLst/>
              <a:rect l="l" t="t" r="r" b="b"/>
              <a:pathLst>
                <a:path w="23159" h="27422" extrusionOk="0">
                  <a:moveTo>
                    <a:pt x="7528" y="0"/>
                  </a:moveTo>
                  <a:lnTo>
                    <a:pt x="1" y="27421"/>
                  </a:lnTo>
                  <a:lnTo>
                    <a:pt x="23159" y="250"/>
                  </a:lnTo>
                  <a:close/>
                </a:path>
              </a:pathLst>
            </a:custGeom>
            <a:solidFill>
              <a:srgbClr val="6B919E">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48;p5"/>
            <p:cNvSpPr/>
            <p:nvPr/>
          </p:nvSpPr>
          <p:spPr>
            <a:xfrm>
              <a:off x="6629631" y="-1010426"/>
              <a:ext cx="3836329" cy="5185773"/>
            </a:xfrm>
            <a:custGeom>
              <a:avLst/>
              <a:gdLst/>
              <a:ahLst/>
              <a:cxnLst/>
              <a:rect l="l" t="t" r="r" b="b"/>
              <a:pathLst>
                <a:path w="81611" h="110318" extrusionOk="0">
                  <a:moveTo>
                    <a:pt x="66498" y="0"/>
                  </a:moveTo>
                  <a:lnTo>
                    <a:pt x="42706" y="4513"/>
                  </a:lnTo>
                  <a:lnTo>
                    <a:pt x="30167" y="40075"/>
                  </a:lnTo>
                  <a:lnTo>
                    <a:pt x="20509" y="52422"/>
                  </a:lnTo>
                  <a:lnTo>
                    <a:pt x="20509" y="62081"/>
                  </a:lnTo>
                  <a:lnTo>
                    <a:pt x="7009" y="90366"/>
                  </a:lnTo>
                  <a:lnTo>
                    <a:pt x="0" y="103212"/>
                  </a:lnTo>
                  <a:lnTo>
                    <a:pt x="29188" y="108704"/>
                  </a:lnTo>
                  <a:lnTo>
                    <a:pt x="67132" y="110317"/>
                  </a:lnTo>
                  <a:lnTo>
                    <a:pt x="81610" y="42879"/>
                  </a:lnTo>
                  <a:lnTo>
                    <a:pt x="77751" y="9332"/>
                  </a:lnTo>
                  <a:lnTo>
                    <a:pt x="66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49;p5"/>
            <p:cNvSpPr/>
            <p:nvPr/>
          </p:nvSpPr>
          <p:spPr>
            <a:xfrm>
              <a:off x="7880613" y="-1010426"/>
              <a:ext cx="2585271" cy="5185773"/>
            </a:xfrm>
            <a:custGeom>
              <a:avLst/>
              <a:gdLst/>
              <a:ahLst/>
              <a:cxnLst/>
              <a:rect l="l" t="t" r="r" b="b"/>
              <a:pathLst>
                <a:path w="54997" h="110318" extrusionOk="0">
                  <a:moveTo>
                    <a:pt x="39884" y="0"/>
                  </a:moveTo>
                  <a:lnTo>
                    <a:pt x="28555" y="2151"/>
                  </a:lnTo>
                  <a:lnTo>
                    <a:pt x="1614" y="69762"/>
                  </a:lnTo>
                  <a:lnTo>
                    <a:pt x="19952" y="35639"/>
                  </a:lnTo>
                  <a:lnTo>
                    <a:pt x="22199" y="49580"/>
                  </a:lnTo>
                  <a:lnTo>
                    <a:pt x="16726" y="63368"/>
                  </a:lnTo>
                  <a:lnTo>
                    <a:pt x="1" y="83933"/>
                  </a:lnTo>
                  <a:lnTo>
                    <a:pt x="1" y="83933"/>
                  </a:lnTo>
                  <a:lnTo>
                    <a:pt x="15920" y="74870"/>
                  </a:lnTo>
                  <a:lnTo>
                    <a:pt x="15920" y="88772"/>
                  </a:lnTo>
                  <a:lnTo>
                    <a:pt x="2574" y="108704"/>
                  </a:lnTo>
                  <a:lnTo>
                    <a:pt x="40518" y="110317"/>
                  </a:lnTo>
                  <a:lnTo>
                    <a:pt x="54996" y="42879"/>
                  </a:lnTo>
                  <a:lnTo>
                    <a:pt x="51137" y="9332"/>
                  </a:lnTo>
                  <a:lnTo>
                    <a:pt x="398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5"/>
            <p:cNvSpPr/>
            <p:nvPr/>
          </p:nvSpPr>
          <p:spPr>
            <a:xfrm>
              <a:off x="7880613" y="1320057"/>
              <a:ext cx="1904650" cy="2855142"/>
            </a:xfrm>
            <a:custGeom>
              <a:avLst/>
              <a:gdLst/>
              <a:ahLst/>
              <a:cxnLst/>
              <a:rect l="l" t="t" r="r" b="b"/>
              <a:pathLst>
                <a:path w="40518" h="60738" extrusionOk="0">
                  <a:moveTo>
                    <a:pt x="22199" y="0"/>
                  </a:moveTo>
                  <a:lnTo>
                    <a:pt x="16726" y="13788"/>
                  </a:lnTo>
                  <a:lnTo>
                    <a:pt x="1" y="34353"/>
                  </a:lnTo>
                  <a:lnTo>
                    <a:pt x="1" y="34353"/>
                  </a:lnTo>
                  <a:lnTo>
                    <a:pt x="15920" y="25290"/>
                  </a:lnTo>
                  <a:lnTo>
                    <a:pt x="15920" y="39192"/>
                  </a:lnTo>
                  <a:lnTo>
                    <a:pt x="2574" y="59124"/>
                  </a:lnTo>
                  <a:lnTo>
                    <a:pt x="40518" y="60737"/>
                  </a:lnTo>
                  <a:lnTo>
                    <a:pt x="28804" y="45279"/>
                  </a:lnTo>
                  <a:lnTo>
                    <a:pt x="221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5"/>
            <p:cNvSpPr/>
            <p:nvPr/>
          </p:nvSpPr>
          <p:spPr>
            <a:xfrm>
              <a:off x="6629631" y="1453644"/>
              <a:ext cx="1224968" cy="2387558"/>
            </a:xfrm>
            <a:custGeom>
              <a:avLst/>
              <a:gdLst/>
              <a:ahLst/>
              <a:cxnLst/>
              <a:rect l="l" t="t" r="r" b="b"/>
              <a:pathLst>
                <a:path w="26059" h="50791" extrusionOk="0">
                  <a:moveTo>
                    <a:pt x="20509" y="0"/>
                  </a:moveTo>
                  <a:lnTo>
                    <a:pt x="20509" y="9659"/>
                  </a:lnTo>
                  <a:lnTo>
                    <a:pt x="0" y="50790"/>
                  </a:lnTo>
                  <a:lnTo>
                    <a:pt x="21469" y="13845"/>
                  </a:lnTo>
                  <a:lnTo>
                    <a:pt x="26058" y="22371"/>
                  </a:lnTo>
                  <a:lnTo>
                    <a:pt x="205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2" name="Google Shape;52;p5"/>
          <p:cNvGrpSpPr/>
          <p:nvPr/>
        </p:nvGrpSpPr>
        <p:grpSpPr>
          <a:xfrm flipH="1">
            <a:off x="9522318" y="-1951400"/>
            <a:ext cx="5245097" cy="10446376"/>
            <a:chOff x="-1707550" y="-1463550"/>
            <a:chExt cx="3933823" cy="7834782"/>
          </a:xfrm>
        </p:grpSpPr>
        <p:sp>
          <p:nvSpPr>
            <p:cNvPr id="53" name="Google Shape;53;p5"/>
            <p:cNvSpPr/>
            <p:nvPr/>
          </p:nvSpPr>
          <p:spPr>
            <a:xfrm>
              <a:off x="-362653" y="3055746"/>
              <a:ext cx="2048164" cy="3315486"/>
            </a:xfrm>
            <a:custGeom>
              <a:avLst/>
              <a:gdLst/>
              <a:ahLst/>
              <a:cxnLst/>
              <a:rect l="l" t="t" r="r" b="b"/>
              <a:pathLst>
                <a:path w="43571" h="70531" extrusionOk="0">
                  <a:moveTo>
                    <a:pt x="39327" y="0"/>
                  </a:moveTo>
                  <a:lnTo>
                    <a:pt x="43570" y="16706"/>
                  </a:lnTo>
                  <a:lnTo>
                    <a:pt x="27421" y="70530"/>
                  </a:lnTo>
                  <a:lnTo>
                    <a:pt x="8718" y="59086"/>
                  </a:lnTo>
                  <a:lnTo>
                    <a:pt x="0" y="10274"/>
                  </a:lnTo>
                  <a:lnTo>
                    <a:pt x="27095" y="4186"/>
                  </a:lnTo>
                  <a:close/>
                </a:path>
              </a:pathLst>
            </a:custGeom>
            <a:solidFill>
              <a:srgbClr val="6B919E">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54;p5"/>
            <p:cNvSpPr/>
            <p:nvPr/>
          </p:nvSpPr>
          <p:spPr>
            <a:xfrm>
              <a:off x="259219" y="3179415"/>
              <a:ext cx="866583" cy="3191809"/>
            </a:xfrm>
            <a:custGeom>
              <a:avLst/>
              <a:gdLst/>
              <a:ahLst/>
              <a:cxnLst/>
              <a:rect l="l" t="t" r="r" b="b"/>
              <a:pathLst>
                <a:path w="18435" h="67900" extrusionOk="0">
                  <a:moveTo>
                    <a:pt x="18435" y="0"/>
                  </a:moveTo>
                  <a:lnTo>
                    <a:pt x="14191" y="67899"/>
                  </a:lnTo>
                  <a:lnTo>
                    <a:pt x="1" y="21507"/>
                  </a:lnTo>
                  <a:lnTo>
                    <a:pt x="9064" y="2631"/>
                  </a:lnTo>
                  <a:close/>
                </a:path>
              </a:pathLst>
            </a:custGeom>
            <a:solidFill>
              <a:srgbClr val="6B919E">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55;p5"/>
            <p:cNvSpPr/>
            <p:nvPr/>
          </p:nvSpPr>
          <p:spPr>
            <a:xfrm>
              <a:off x="-1707550" y="-1463550"/>
              <a:ext cx="3933823" cy="5304937"/>
            </a:xfrm>
            <a:custGeom>
              <a:avLst/>
              <a:gdLst/>
              <a:ahLst/>
              <a:cxnLst/>
              <a:rect l="l" t="t" r="r" b="b"/>
              <a:pathLst>
                <a:path w="83685" h="112853" extrusionOk="0">
                  <a:moveTo>
                    <a:pt x="58280" y="0"/>
                  </a:moveTo>
                  <a:lnTo>
                    <a:pt x="30628" y="4494"/>
                  </a:lnTo>
                  <a:lnTo>
                    <a:pt x="24196" y="21277"/>
                  </a:lnTo>
                  <a:lnTo>
                    <a:pt x="22275" y="57723"/>
                  </a:lnTo>
                  <a:lnTo>
                    <a:pt x="1" y="112852"/>
                  </a:lnTo>
                  <a:lnTo>
                    <a:pt x="55707" y="100332"/>
                  </a:lnTo>
                  <a:lnTo>
                    <a:pt x="67939" y="96146"/>
                  </a:lnTo>
                  <a:lnTo>
                    <a:pt x="76944" y="74390"/>
                  </a:lnTo>
                  <a:lnTo>
                    <a:pt x="79825" y="49715"/>
                  </a:lnTo>
                  <a:lnTo>
                    <a:pt x="83684" y="15113"/>
                  </a:lnTo>
                  <a:lnTo>
                    <a:pt x="5828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56;p5"/>
            <p:cNvSpPr/>
            <p:nvPr/>
          </p:nvSpPr>
          <p:spPr>
            <a:xfrm>
              <a:off x="685269" y="-1463550"/>
              <a:ext cx="1540859" cy="4766937"/>
            </a:xfrm>
            <a:custGeom>
              <a:avLst/>
              <a:gdLst/>
              <a:ahLst/>
              <a:cxnLst/>
              <a:rect l="l" t="t" r="r" b="b"/>
              <a:pathLst>
                <a:path w="32779" h="101408" extrusionOk="0">
                  <a:moveTo>
                    <a:pt x="7374" y="0"/>
                  </a:moveTo>
                  <a:lnTo>
                    <a:pt x="18818" y="24560"/>
                  </a:lnTo>
                  <a:lnTo>
                    <a:pt x="17033" y="34008"/>
                  </a:lnTo>
                  <a:lnTo>
                    <a:pt x="1594" y="48582"/>
                  </a:lnTo>
                  <a:lnTo>
                    <a:pt x="17033" y="38232"/>
                  </a:lnTo>
                  <a:lnTo>
                    <a:pt x="13480" y="47392"/>
                  </a:lnTo>
                  <a:lnTo>
                    <a:pt x="13480" y="57838"/>
                  </a:lnTo>
                  <a:lnTo>
                    <a:pt x="18818" y="71587"/>
                  </a:lnTo>
                  <a:lnTo>
                    <a:pt x="0" y="101408"/>
                  </a:lnTo>
                  <a:lnTo>
                    <a:pt x="4801" y="100332"/>
                  </a:lnTo>
                  <a:lnTo>
                    <a:pt x="17033" y="96146"/>
                  </a:lnTo>
                  <a:lnTo>
                    <a:pt x="26038" y="74390"/>
                  </a:lnTo>
                  <a:lnTo>
                    <a:pt x="28919" y="49715"/>
                  </a:lnTo>
                  <a:lnTo>
                    <a:pt x="32778" y="15113"/>
                  </a:lnTo>
                  <a:lnTo>
                    <a:pt x="7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5"/>
            <p:cNvSpPr/>
            <p:nvPr/>
          </p:nvSpPr>
          <p:spPr>
            <a:xfrm>
              <a:off x="47087" y="1185577"/>
              <a:ext cx="879275" cy="2261155"/>
            </a:xfrm>
            <a:custGeom>
              <a:avLst/>
              <a:gdLst/>
              <a:ahLst/>
              <a:cxnLst/>
              <a:rect l="l" t="t" r="r" b="b"/>
              <a:pathLst>
                <a:path w="18705" h="48102" extrusionOk="0">
                  <a:moveTo>
                    <a:pt x="18704" y="0"/>
                  </a:moveTo>
                  <a:lnTo>
                    <a:pt x="1" y="48102"/>
                  </a:lnTo>
                  <a:lnTo>
                    <a:pt x="13577" y="45049"/>
                  </a:lnTo>
                  <a:lnTo>
                    <a:pt x="10044" y="33988"/>
                  </a:lnTo>
                  <a:lnTo>
                    <a:pt x="18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5"/>
            <p:cNvSpPr/>
            <p:nvPr/>
          </p:nvSpPr>
          <p:spPr>
            <a:xfrm>
              <a:off x="685269" y="1901315"/>
              <a:ext cx="884634" cy="1401858"/>
            </a:xfrm>
            <a:custGeom>
              <a:avLst/>
              <a:gdLst/>
              <a:ahLst/>
              <a:cxnLst/>
              <a:rect l="l" t="t" r="r" b="b"/>
              <a:pathLst>
                <a:path w="18819" h="29822" extrusionOk="0">
                  <a:moveTo>
                    <a:pt x="18818" y="1"/>
                  </a:moveTo>
                  <a:lnTo>
                    <a:pt x="0" y="29822"/>
                  </a:lnTo>
                  <a:lnTo>
                    <a:pt x="4801" y="28746"/>
                  </a:lnTo>
                  <a:lnTo>
                    <a:pt x="9371" y="27191"/>
                  </a:lnTo>
                  <a:lnTo>
                    <a:pt x="188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59;p5"/>
            <p:cNvSpPr/>
            <p:nvPr/>
          </p:nvSpPr>
          <p:spPr>
            <a:xfrm>
              <a:off x="1318892" y="333527"/>
              <a:ext cx="167018" cy="873822"/>
            </a:xfrm>
            <a:custGeom>
              <a:avLst/>
              <a:gdLst/>
              <a:ahLst/>
              <a:cxnLst/>
              <a:rect l="l" t="t" r="r" b="b"/>
              <a:pathLst>
                <a:path w="3553" h="18589" extrusionOk="0">
                  <a:moveTo>
                    <a:pt x="3553" y="0"/>
                  </a:moveTo>
                  <a:lnTo>
                    <a:pt x="0" y="9160"/>
                  </a:lnTo>
                  <a:lnTo>
                    <a:pt x="0" y="18588"/>
                  </a:lnTo>
                  <a:lnTo>
                    <a:pt x="35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0" name="Google Shape;60;p5"/>
          <p:cNvSpPr txBox="1">
            <a:spLocks noGrp="1"/>
          </p:cNvSpPr>
          <p:nvPr>
            <p:ph type="title" idx="4"/>
          </p:nvPr>
        </p:nvSpPr>
        <p:spPr>
          <a:xfrm>
            <a:off x="950967" y="716800"/>
            <a:ext cx="62256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Tree>
    <p:extLst>
      <p:ext uri="{BB962C8B-B14F-4D97-AF65-F5344CB8AC3E}">
        <p14:creationId xmlns:p14="http://schemas.microsoft.com/office/powerpoint/2010/main" val="3244098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61"/>
        <p:cNvGrpSpPr/>
        <p:nvPr/>
      </p:nvGrpSpPr>
      <p:grpSpPr>
        <a:xfrm>
          <a:off x="0" y="0"/>
          <a:ext cx="0" cy="0"/>
          <a:chOff x="0" y="0"/>
          <a:chExt cx="0" cy="0"/>
        </a:xfrm>
      </p:grpSpPr>
      <p:sp>
        <p:nvSpPr>
          <p:cNvPr id="62" name="Google Shape;62;p6"/>
          <p:cNvSpPr txBox="1">
            <a:spLocks noGrp="1"/>
          </p:cNvSpPr>
          <p:nvPr>
            <p:ph type="title"/>
          </p:nvPr>
        </p:nvSpPr>
        <p:spPr>
          <a:xfrm>
            <a:off x="950967" y="716800"/>
            <a:ext cx="8170000" cy="5716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578603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63"/>
        <p:cNvGrpSpPr/>
        <p:nvPr/>
      </p:nvGrpSpPr>
      <p:grpSpPr>
        <a:xfrm>
          <a:off x="0" y="0"/>
          <a:ext cx="0" cy="0"/>
          <a:chOff x="0" y="0"/>
          <a:chExt cx="0" cy="0"/>
        </a:xfrm>
      </p:grpSpPr>
      <p:sp>
        <p:nvSpPr>
          <p:cNvPr id="64" name="Google Shape;64;p7"/>
          <p:cNvSpPr txBox="1">
            <a:spLocks noGrp="1"/>
          </p:cNvSpPr>
          <p:nvPr>
            <p:ph type="subTitle" idx="1"/>
          </p:nvPr>
        </p:nvSpPr>
        <p:spPr>
          <a:xfrm>
            <a:off x="950967" y="1593433"/>
            <a:ext cx="5126400" cy="3397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800"/>
              <a:buChar char="●"/>
              <a:defRPr sz="1867"/>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65" name="Google Shape;65;p7"/>
          <p:cNvSpPr txBox="1">
            <a:spLocks noGrp="1"/>
          </p:cNvSpPr>
          <p:nvPr>
            <p:ph type="title"/>
          </p:nvPr>
        </p:nvSpPr>
        <p:spPr>
          <a:xfrm>
            <a:off x="950967" y="716800"/>
            <a:ext cx="62256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66" name="Google Shape;66;p7"/>
          <p:cNvSpPr/>
          <p:nvPr/>
        </p:nvSpPr>
        <p:spPr>
          <a:xfrm>
            <a:off x="8577051" y="286934"/>
            <a:ext cx="4492477" cy="208335"/>
          </a:xfrm>
          <a:custGeom>
            <a:avLst/>
            <a:gdLst/>
            <a:ahLst/>
            <a:cxnLst/>
            <a:rect l="l" t="t" r="r" b="b"/>
            <a:pathLst>
              <a:path w="27537" h="1277" extrusionOk="0">
                <a:moveTo>
                  <a:pt x="17700" y="1"/>
                </a:moveTo>
                <a:cubicBezTo>
                  <a:pt x="17361" y="1"/>
                  <a:pt x="17043" y="52"/>
                  <a:pt x="16757" y="179"/>
                </a:cubicBezTo>
                <a:cubicBezTo>
                  <a:pt x="15931" y="528"/>
                  <a:pt x="13420" y="697"/>
                  <a:pt x="11895" y="697"/>
                </a:cubicBezTo>
                <a:cubicBezTo>
                  <a:pt x="11393" y="697"/>
                  <a:pt x="10999" y="679"/>
                  <a:pt x="10805" y="642"/>
                </a:cubicBezTo>
                <a:cubicBezTo>
                  <a:pt x="10159" y="557"/>
                  <a:pt x="9507" y="514"/>
                  <a:pt x="8854" y="514"/>
                </a:cubicBezTo>
                <a:cubicBezTo>
                  <a:pt x="8202" y="514"/>
                  <a:pt x="7549" y="557"/>
                  <a:pt x="6903" y="642"/>
                </a:cubicBezTo>
                <a:cubicBezTo>
                  <a:pt x="6702" y="673"/>
                  <a:pt x="6467" y="685"/>
                  <a:pt x="6212" y="685"/>
                </a:cubicBezTo>
                <a:cubicBezTo>
                  <a:pt x="5513" y="685"/>
                  <a:pt x="4659" y="600"/>
                  <a:pt x="3912" y="600"/>
                </a:cubicBezTo>
                <a:cubicBezTo>
                  <a:pt x="3638" y="600"/>
                  <a:pt x="3379" y="611"/>
                  <a:pt x="3147" y="642"/>
                </a:cubicBezTo>
                <a:cubicBezTo>
                  <a:pt x="2050" y="789"/>
                  <a:pt x="1" y="1277"/>
                  <a:pt x="1" y="1277"/>
                </a:cubicBezTo>
                <a:lnTo>
                  <a:pt x="27537" y="1277"/>
                </a:lnTo>
                <a:cubicBezTo>
                  <a:pt x="27537" y="1277"/>
                  <a:pt x="22220" y="959"/>
                  <a:pt x="20830" y="642"/>
                </a:cubicBezTo>
                <a:cubicBezTo>
                  <a:pt x="19784" y="408"/>
                  <a:pt x="18659" y="1"/>
                  <a:pt x="17700" y="1"/>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 name="Google Shape;67;p7"/>
          <p:cNvSpPr/>
          <p:nvPr/>
        </p:nvSpPr>
        <p:spPr>
          <a:xfrm>
            <a:off x="9596236" y="6360202"/>
            <a:ext cx="3781557" cy="322959"/>
          </a:xfrm>
          <a:custGeom>
            <a:avLst/>
            <a:gdLst/>
            <a:ahLst/>
            <a:cxnLst/>
            <a:rect l="l" t="t" r="r" b="b"/>
            <a:pathLst>
              <a:path w="74828" h="6391" extrusionOk="0">
                <a:moveTo>
                  <a:pt x="74828" y="0"/>
                </a:moveTo>
                <a:cubicBezTo>
                  <a:pt x="54536" y="1366"/>
                  <a:pt x="34146" y="1586"/>
                  <a:pt x="13756" y="1781"/>
                </a:cubicBezTo>
                <a:lnTo>
                  <a:pt x="27122" y="3098"/>
                </a:lnTo>
                <a:cubicBezTo>
                  <a:pt x="20189" y="3829"/>
                  <a:pt x="13243" y="4199"/>
                  <a:pt x="6292" y="4199"/>
                </a:cubicBezTo>
                <a:cubicBezTo>
                  <a:pt x="4195" y="4199"/>
                  <a:pt x="2098" y="4166"/>
                  <a:pt x="0" y="4098"/>
                </a:cubicBezTo>
                <a:lnTo>
                  <a:pt x="0" y="4098"/>
                </a:lnTo>
                <a:cubicBezTo>
                  <a:pt x="7559" y="5276"/>
                  <a:pt x="15184" y="5861"/>
                  <a:pt x="22816" y="5861"/>
                </a:cubicBezTo>
                <a:cubicBezTo>
                  <a:pt x="26561" y="5861"/>
                  <a:pt x="30307" y="5720"/>
                  <a:pt x="34048" y="5439"/>
                </a:cubicBezTo>
                <a:cubicBezTo>
                  <a:pt x="37487" y="5171"/>
                  <a:pt x="40926" y="4805"/>
                  <a:pt x="44390" y="4659"/>
                </a:cubicBezTo>
                <a:cubicBezTo>
                  <a:pt x="45675" y="4602"/>
                  <a:pt x="46963" y="4578"/>
                  <a:pt x="48252" y="4578"/>
                </a:cubicBezTo>
                <a:cubicBezTo>
                  <a:pt x="51364" y="4578"/>
                  <a:pt x="54480" y="4716"/>
                  <a:pt x="57584" y="4854"/>
                </a:cubicBezTo>
                <a:cubicBezTo>
                  <a:pt x="63340" y="5098"/>
                  <a:pt x="69243" y="5366"/>
                  <a:pt x="74828" y="6390"/>
                </a:cubicBezTo>
                <a:lnTo>
                  <a:pt x="74828" y="0"/>
                </a:ln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8" name="Google Shape;68;p7"/>
          <p:cNvSpPr/>
          <p:nvPr/>
        </p:nvSpPr>
        <p:spPr>
          <a:xfrm>
            <a:off x="1" y="6372534"/>
            <a:ext cx="3298593" cy="298289"/>
          </a:xfrm>
          <a:custGeom>
            <a:avLst/>
            <a:gdLst/>
            <a:ahLst/>
            <a:cxnLst/>
            <a:rect l="l" t="t" r="r" b="b"/>
            <a:pathLst>
              <a:path w="72731" h="6577" extrusionOk="0">
                <a:moveTo>
                  <a:pt x="6033" y="0"/>
                </a:moveTo>
                <a:cubicBezTo>
                  <a:pt x="4022" y="0"/>
                  <a:pt x="2008" y="129"/>
                  <a:pt x="0" y="387"/>
                </a:cubicBezTo>
                <a:lnTo>
                  <a:pt x="0" y="5924"/>
                </a:lnTo>
                <a:cubicBezTo>
                  <a:pt x="2212" y="5131"/>
                  <a:pt x="4316" y="4071"/>
                  <a:pt x="6558" y="4071"/>
                </a:cubicBezTo>
                <a:cubicBezTo>
                  <a:pt x="6937" y="4071"/>
                  <a:pt x="7320" y="4101"/>
                  <a:pt x="7707" y="4168"/>
                </a:cubicBezTo>
                <a:cubicBezTo>
                  <a:pt x="9049" y="4387"/>
                  <a:pt x="10171" y="5046"/>
                  <a:pt x="11439" y="5436"/>
                </a:cubicBezTo>
                <a:cubicBezTo>
                  <a:pt x="12854" y="5851"/>
                  <a:pt x="14390" y="5973"/>
                  <a:pt x="15902" y="6070"/>
                </a:cubicBezTo>
                <a:cubicBezTo>
                  <a:pt x="21369" y="6417"/>
                  <a:pt x="26835" y="6576"/>
                  <a:pt x="32316" y="6576"/>
                </a:cubicBezTo>
                <a:cubicBezTo>
                  <a:pt x="33389" y="6576"/>
                  <a:pt x="34462" y="6570"/>
                  <a:pt x="35536" y="6558"/>
                </a:cubicBezTo>
                <a:cubicBezTo>
                  <a:pt x="31390" y="6412"/>
                  <a:pt x="27292" y="5851"/>
                  <a:pt x="23268" y="4826"/>
                </a:cubicBezTo>
                <a:cubicBezTo>
                  <a:pt x="25338" y="4383"/>
                  <a:pt x="27448" y="4225"/>
                  <a:pt x="29580" y="4225"/>
                </a:cubicBezTo>
                <a:cubicBezTo>
                  <a:pt x="34128" y="4225"/>
                  <a:pt x="38774" y="4944"/>
                  <a:pt x="43341" y="5143"/>
                </a:cubicBezTo>
                <a:cubicBezTo>
                  <a:pt x="44191" y="5178"/>
                  <a:pt x="45042" y="5194"/>
                  <a:pt x="45893" y="5194"/>
                </a:cubicBezTo>
                <a:cubicBezTo>
                  <a:pt x="50407" y="5194"/>
                  <a:pt x="54919" y="4749"/>
                  <a:pt x="59414" y="4339"/>
                </a:cubicBezTo>
                <a:cubicBezTo>
                  <a:pt x="63901" y="3900"/>
                  <a:pt x="68462" y="3461"/>
                  <a:pt x="72730" y="2265"/>
                </a:cubicBezTo>
                <a:cubicBezTo>
                  <a:pt x="70452" y="1811"/>
                  <a:pt x="68142" y="1652"/>
                  <a:pt x="65813" y="1652"/>
                </a:cubicBezTo>
                <a:cubicBezTo>
                  <a:pt x="60350" y="1652"/>
                  <a:pt x="54781" y="2528"/>
                  <a:pt x="49275" y="2528"/>
                </a:cubicBezTo>
                <a:cubicBezTo>
                  <a:pt x="48434" y="2528"/>
                  <a:pt x="47593" y="2508"/>
                  <a:pt x="46755" y="2461"/>
                </a:cubicBezTo>
                <a:cubicBezTo>
                  <a:pt x="40531" y="2132"/>
                  <a:pt x="34410" y="350"/>
                  <a:pt x="28276" y="350"/>
                </a:cubicBezTo>
                <a:cubicBezTo>
                  <a:pt x="27128" y="350"/>
                  <a:pt x="25979" y="412"/>
                  <a:pt x="24829" y="558"/>
                </a:cubicBezTo>
                <a:cubicBezTo>
                  <a:pt x="23024" y="802"/>
                  <a:pt x="21268" y="1217"/>
                  <a:pt x="19463" y="1266"/>
                </a:cubicBezTo>
                <a:cubicBezTo>
                  <a:pt x="19310" y="1271"/>
                  <a:pt x="19157" y="1273"/>
                  <a:pt x="19005" y="1273"/>
                </a:cubicBezTo>
                <a:cubicBezTo>
                  <a:pt x="17014" y="1273"/>
                  <a:pt x="15045" y="851"/>
                  <a:pt x="13098" y="534"/>
                </a:cubicBezTo>
                <a:cubicBezTo>
                  <a:pt x="10753" y="178"/>
                  <a:pt x="8395" y="0"/>
                  <a:pt x="6033"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50207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9"/>
        <p:cNvGrpSpPr/>
        <p:nvPr/>
      </p:nvGrpSpPr>
      <p:grpSpPr>
        <a:xfrm>
          <a:off x="0" y="0"/>
          <a:ext cx="0" cy="0"/>
          <a:chOff x="0" y="0"/>
          <a:chExt cx="0" cy="0"/>
        </a:xfrm>
      </p:grpSpPr>
      <p:sp>
        <p:nvSpPr>
          <p:cNvPr id="70" name="Google Shape;70;p8"/>
          <p:cNvSpPr/>
          <p:nvPr/>
        </p:nvSpPr>
        <p:spPr>
          <a:xfrm>
            <a:off x="1100" y="4857534"/>
            <a:ext cx="12192085" cy="2000455"/>
          </a:xfrm>
          <a:custGeom>
            <a:avLst/>
            <a:gdLst/>
            <a:ahLst/>
            <a:cxnLst/>
            <a:rect l="l" t="t" r="r" b="b"/>
            <a:pathLst>
              <a:path w="208483" h="100173" extrusionOk="0">
                <a:moveTo>
                  <a:pt x="0" y="1"/>
                </a:moveTo>
                <a:lnTo>
                  <a:pt x="208482" y="1"/>
                </a:lnTo>
                <a:lnTo>
                  <a:pt x="208482" y="100172"/>
                </a:lnTo>
                <a:lnTo>
                  <a:pt x="0" y="100172"/>
                </a:lnTo>
                <a:close/>
              </a:path>
            </a:pathLst>
          </a:custGeom>
          <a:gradFill>
            <a:gsLst>
              <a:gs pos="0">
                <a:srgbClr val="D0F3FF">
                  <a:alpha val="32549"/>
                </a:srgbClr>
              </a:gs>
              <a:gs pos="50000">
                <a:srgbClr val="FFFFFF">
                  <a:alpha val="0"/>
                </a:srgbClr>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1" name="Google Shape;71;p8"/>
          <p:cNvSpPr/>
          <p:nvPr/>
        </p:nvSpPr>
        <p:spPr>
          <a:xfrm>
            <a:off x="3298944" y="4879972"/>
            <a:ext cx="3153115" cy="43773"/>
          </a:xfrm>
          <a:custGeom>
            <a:avLst/>
            <a:gdLst/>
            <a:ahLst/>
            <a:cxnLst/>
            <a:rect l="l" t="t" r="r" b="b"/>
            <a:pathLst>
              <a:path w="35728" h="496" extrusionOk="0">
                <a:moveTo>
                  <a:pt x="17871" y="0"/>
                </a:moveTo>
                <a:cubicBezTo>
                  <a:pt x="8001" y="0"/>
                  <a:pt x="0" y="248"/>
                  <a:pt x="0" y="248"/>
                </a:cubicBezTo>
                <a:cubicBezTo>
                  <a:pt x="0" y="248"/>
                  <a:pt x="8001" y="495"/>
                  <a:pt x="17871" y="495"/>
                </a:cubicBezTo>
                <a:cubicBezTo>
                  <a:pt x="27727" y="495"/>
                  <a:pt x="35727" y="248"/>
                  <a:pt x="35727" y="248"/>
                </a:cubicBezTo>
                <a:cubicBezTo>
                  <a:pt x="35727" y="248"/>
                  <a:pt x="27741" y="0"/>
                  <a:pt x="1787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2" name="Google Shape;72;p8"/>
          <p:cNvSpPr/>
          <p:nvPr/>
        </p:nvSpPr>
        <p:spPr>
          <a:xfrm>
            <a:off x="1263148" y="4959302"/>
            <a:ext cx="3153115" cy="43773"/>
          </a:xfrm>
          <a:custGeom>
            <a:avLst/>
            <a:gdLst/>
            <a:ahLst/>
            <a:cxnLst/>
            <a:rect l="l" t="t" r="r" b="b"/>
            <a:pathLst>
              <a:path w="35728" h="496" extrusionOk="0">
                <a:moveTo>
                  <a:pt x="17857" y="1"/>
                </a:moveTo>
                <a:cubicBezTo>
                  <a:pt x="8001" y="1"/>
                  <a:pt x="0" y="248"/>
                  <a:pt x="0" y="248"/>
                </a:cubicBezTo>
                <a:cubicBezTo>
                  <a:pt x="0" y="248"/>
                  <a:pt x="8001" y="496"/>
                  <a:pt x="17857" y="496"/>
                </a:cubicBezTo>
                <a:cubicBezTo>
                  <a:pt x="27727" y="496"/>
                  <a:pt x="35728" y="248"/>
                  <a:pt x="35728" y="248"/>
                </a:cubicBezTo>
                <a:cubicBezTo>
                  <a:pt x="35728" y="248"/>
                  <a:pt x="27727" y="1"/>
                  <a:pt x="1785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3" name="Google Shape;73;p8"/>
          <p:cNvSpPr/>
          <p:nvPr/>
        </p:nvSpPr>
        <p:spPr>
          <a:xfrm>
            <a:off x="-40691" y="5595205"/>
            <a:ext cx="9417955" cy="123820"/>
          </a:xfrm>
          <a:custGeom>
            <a:avLst/>
            <a:gdLst/>
            <a:ahLst/>
            <a:cxnLst/>
            <a:rect l="l" t="t" r="r" b="b"/>
            <a:pathLst>
              <a:path w="106715" h="1403" extrusionOk="0">
                <a:moveTo>
                  <a:pt x="53365" y="1"/>
                </a:moveTo>
                <a:cubicBezTo>
                  <a:pt x="23892" y="1"/>
                  <a:pt x="0" y="702"/>
                  <a:pt x="0" y="702"/>
                </a:cubicBezTo>
                <a:cubicBezTo>
                  <a:pt x="0" y="702"/>
                  <a:pt x="23892" y="1403"/>
                  <a:pt x="53365" y="1403"/>
                </a:cubicBezTo>
                <a:cubicBezTo>
                  <a:pt x="82837" y="1403"/>
                  <a:pt x="106715" y="702"/>
                  <a:pt x="106715" y="702"/>
                </a:cubicBezTo>
                <a:cubicBezTo>
                  <a:pt x="106715" y="702"/>
                  <a:pt x="82837" y="1"/>
                  <a:pt x="5336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4" name="Google Shape;74;p8"/>
          <p:cNvSpPr/>
          <p:nvPr/>
        </p:nvSpPr>
        <p:spPr>
          <a:xfrm>
            <a:off x="3662670" y="5893805"/>
            <a:ext cx="9419191" cy="123820"/>
          </a:xfrm>
          <a:custGeom>
            <a:avLst/>
            <a:gdLst/>
            <a:ahLst/>
            <a:cxnLst/>
            <a:rect l="l" t="t" r="r" b="b"/>
            <a:pathLst>
              <a:path w="106729" h="1403" extrusionOk="0">
                <a:moveTo>
                  <a:pt x="53365" y="1"/>
                </a:moveTo>
                <a:cubicBezTo>
                  <a:pt x="23892" y="1"/>
                  <a:pt x="1" y="702"/>
                  <a:pt x="1" y="702"/>
                </a:cubicBezTo>
                <a:cubicBezTo>
                  <a:pt x="1" y="702"/>
                  <a:pt x="23892" y="1403"/>
                  <a:pt x="53365" y="1403"/>
                </a:cubicBezTo>
                <a:cubicBezTo>
                  <a:pt x="82837" y="1403"/>
                  <a:pt x="106729" y="702"/>
                  <a:pt x="106729" y="702"/>
                </a:cubicBezTo>
                <a:cubicBezTo>
                  <a:pt x="106729" y="702"/>
                  <a:pt x="82837" y="1"/>
                  <a:pt x="5336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5" name="Google Shape;75;p8"/>
          <p:cNvGrpSpPr/>
          <p:nvPr/>
        </p:nvGrpSpPr>
        <p:grpSpPr>
          <a:xfrm>
            <a:off x="3052623" y="4126805"/>
            <a:ext cx="909980" cy="1220476"/>
            <a:chOff x="1960842" y="2424078"/>
            <a:chExt cx="682485" cy="915357"/>
          </a:xfrm>
        </p:grpSpPr>
        <p:sp>
          <p:nvSpPr>
            <p:cNvPr id="76" name="Google Shape;76;p8"/>
            <p:cNvSpPr/>
            <p:nvPr/>
          </p:nvSpPr>
          <p:spPr>
            <a:xfrm>
              <a:off x="2018164" y="3045485"/>
              <a:ext cx="589687" cy="293950"/>
            </a:xfrm>
            <a:custGeom>
              <a:avLst/>
              <a:gdLst/>
              <a:ahLst/>
              <a:cxnLst/>
              <a:rect l="l" t="t" r="r" b="b"/>
              <a:pathLst>
                <a:path w="8909" h="4441" extrusionOk="0">
                  <a:moveTo>
                    <a:pt x="6544" y="3204"/>
                  </a:moveTo>
                  <a:lnTo>
                    <a:pt x="5623" y="3300"/>
                  </a:lnTo>
                  <a:lnTo>
                    <a:pt x="4949" y="3149"/>
                  </a:lnTo>
                  <a:lnTo>
                    <a:pt x="4070" y="4441"/>
                  </a:lnTo>
                  <a:lnTo>
                    <a:pt x="2860" y="2681"/>
                  </a:lnTo>
                  <a:lnTo>
                    <a:pt x="1691" y="2434"/>
                  </a:lnTo>
                  <a:lnTo>
                    <a:pt x="1" y="1"/>
                  </a:lnTo>
                  <a:lnTo>
                    <a:pt x="8908" y="1"/>
                  </a:lnTo>
                  <a:close/>
                </a:path>
              </a:pathLst>
            </a:custGeom>
            <a:solidFill>
              <a:srgbClr val="6B919E">
                <a:alpha val="45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 name="Google Shape;77;p8"/>
            <p:cNvSpPr/>
            <p:nvPr/>
          </p:nvSpPr>
          <p:spPr>
            <a:xfrm>
              <a:off x="1960842" y="2998423"/>
              <a:ext cx="682485" cy="94453"/>
            </a:xfrm>
            <a:custGeom>
              <a:avLst/>
              <a:gdLst/>
              <a:ahLst/>
              <a:cxnLst/>
              <a:rect l="l" t="t" r="r" b="b"/>
              <a:pathLst>
                <a:path w="10311" h="1427" extrusionOk="0">
                  <a:moveTo>
                    <a:pt x="5113" y="0"/>
                  </a:moveTo>
                  <a:cubicBezTo>
                    <a:pt x="3391" y="0"/>
                    <a:pt x="1672" y="234"/>
                    <a:pt x="1" y="698"/>
                  </a:cubicBezTo>
                  <a:cubicBezTo>
                    <a:pt x="1" y="698"/>
                    <a:pt x="853" y="1427"/>
                    <a:pt x="5156" y="1427"/>
                  </a:cubicBezTo>
                  <a:cubicBezTo>
                    <a:pt x="5199" y="1427"/>
                    <a:pt x="5243" y="1427"/>
                    <a:pt x="5286" y="1427"/>
                  </a:cubicBezTo>
                  <a:cubicBezTo>
                    <a:pt x="9771" y="1427"/>
                    <a:pt x="10310" y="726"/>
                    <a:pt x="10310" y="726"/>
                  </a:cubicBezTo>
                  <a:cubicBezTo>
                    <a:pt x="8607" y="241"/>
                    <a:pt x="6859" y="0"/>
                    <a:pt x="511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 name="Google Shape;78;p8"/>
            <p:cNvSpPr/>
            <p:nvPr/>
          </p:nvSpPr>
          <p:spPr>
            <a:xfrm>
              <a:off x="2017237" y="2424078"/>
              <a:ext cx="589687" cy="622385"/>
            </a:xfrm>
            <a:custGeom>
              <a:avLst/>
              <a:gdLst/>
              <a:ahLst/>
              <a:cxnLst/>
              <a:rect l="l" t="t" r="r" b="b"/>
              <a:pathLst>
                <a:path w="8909" h="9403" extrusionOk="0">
                  <a:moveTo>
                    <a:pt x="1" y="9389"/>
                  </a:moveTo>
                  <a:lnTo>
                    <a:pt x="1705" y="2474"/>
                  </a:lnTo>
                  <a:lnTo>
                    <a:pt x="3520" y="1375"/>
                  </a:lnTo>
                  <a:lnTo>
                    <a:pt x="5637" y="0"/>
                  </a:lnTo>
                  <a:lnTo>
                    <a:pt x="6572" y="289"/>
                  </a:lnTo>
                  <a:lnTo>
                    <a:pt x="8909" y="940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 name="Google Shape;79;p8"/>
            <p:cNvSpPr/>
            <p:nvPr/>
          </p:nvSpPr>
          <p:spPr>
            <a:xfrm>
              <a:off x="2017237" y="2515025"/>
              <a:ext cx="232989" cy="530513"/>
            </a:xfrm>
            <a:custGeom>
              <a:avLst/>
              <a:gdLst/>
              <a:ahLst/>
              <a:cxnLst/>
              <a:rect l="l" t="t" r="r" b="b"/>
              <a:pathLst>
                <a:path w="3520" h="8015" extrusionOk="0">
                  <a:moveTo>
                    <a:pt x="3520" y="1"/>
                  </a:moveTo>
                  <a:lnTo>
                    <a:pt x="2187" y="4688"/>
                  </a:lnTo>
                  <a:lnTo>
                    <a:pt x="3410" y="8015"/>
                  </a:lnTo>
                  <a:lnTo>
                    <a:pt x="1" y="8015"/>
                  </a:lnTo>
                  <a:lnTo>
                    <a:pt x="1705" y="110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 name="Google Shape;80;p8"/>
            <p:cNvSpPr/>
            <p:nvPr/>
          </p:nvSpPr>
          <p:spPr>
            <a:xfrm>
              <a:off x="2215614" y="2936335"/>
              <a:ext cx="391315" cy="118348"/>
            </a:xfrm>
            <a:custGeom>
              <a:avLst/>
              <a:gdLst/>
              <a:ahLst/>
              <a:cxnLst/>
              <a:rect l="l" t="t" r="r" b="b"/>
              <a:pathLst>
                <a:path w="5912" h="1788" extrusionOk="0">
                  <a:moveTo>
                    <a:pt x="1" y="509"/>
                  </a:moveTo>
                  <a:lnTo>
                    <a:pt x="3932" y="0"/>
                  </a:lnTo>
                  <a:lnTo>
                    <a:pt x="5623" y="536"/>
                  </a:lnTo>
                  <a:lnTo>
                    <a:pt x="5912" y="1664"/>
                  </a:lnTo>
                  <a:lnTo>
                    <a:pt x="468" y="1787"/>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 name="Google Shape;81;p8"/>
            <p:cNvSpPr/>
            <p:nvPr/>
          </p:nvSpPr>
          <p:spPr>
            <a:xfrm>
              <a:off x="2017237" y="2950898"/>
              <a:ext cx="229348" cy="103786"/>
            </a:xfrm>
            <a:custGeom>
              <a:avLst/>
              <a:gdLst/>
              <a:ahLst/>
              <a:cxnLst/>
              <a:rect l="l" t="t" r="r" b="b"/>
              <a:pathLst>
                <a:path w="3465" h="1568" extrusionOk="0">
                  <a:moveTo>
                    <a:pt x="2998" y="289"/>
                  </a:moveTo>
                  <a:lnTo>
                    <a:pt x="812" y="0"/>
                  </a:lnTo>
                  <a:lnTo>
                    <a:pt x="262" y="371"/>
                  </a:lnTo>
                  <a:lnTo>
                    <a:pt x="1" y="1430"/>
                  </a:lnTo>
                  <a:lnTo>
                    <a:pt x="3465" y="1567"/>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 name="Google Shape;82;p8"/>
            <p:cNvSpPr/>
            <p:nvPr/>
          </p:nvSpPr>
          <p:spPr>
            <a:xfrm>
              <a:off x="2100970" y="2825332"/>
              <a:ext cx="145618" cy="229348"/>
            </a:xfrm>
            <a:custGeom>
              <a:avLst/>
              <a:gdLst/>
              <a:ahLst/>
              <a:cxnLst/>
              <a:rect l="l" t="t" r="r" b="b"/>
              <a:pathLst>
                <a:path w="2200" h="3465" extrusionOk="0">
                  <a:moveTo>
                    <a:pt x="922" y="0"/>
                  </a:moveTo>
                  <a:lnTo>
                    <a:pt x="1" y="3327"/>
                  </a:lnTo>
                  <a:lnTo>
                    <a:pt x="2200" y="3464"/>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 name="Google Shape;83;p8"/>
            <p:cNvSpPr/>
            <p:nvPr/>
          </p:nvSpPr>
          <p:spPr>
            <a:xfrm>
              <a:off x="2309341" y="2424078"/>
              <a:ext cx="224781" cy="335782"/>
            </a:xfrm>
            <a:custGeom>
              <a:avLst/>
              <a:gdLst/>
              <a:ahLst/>
              <a:cxnLst/>
              <a:rect l="l" t="t" r="r" b="b"/>
              <a:pathLst>
                <a:path w="3396" h="5073" extrusionOk="0">
                  <a:moveTo>
                    <a:pt x="1224" y="0"/>
                  </a:moveTo>
                  <a:lnTo>
                    <a:pt x="0" y="797"/>
                  </a:lnTo>
                  <a:lnTo>
                    <a:pt x="1375" y="275"/>
                  </a:lnTo>
                  <a:lnTo>
                    <a:pt x="1870" y="426"/>
                  </a:lnTo>
                  <a:cubicBezTo>
                    <a:pt x="1870" y="426"/>
                    <a:pt x="3368" y="5018"/>
                    <a:pt x="3382" y="5073"/>
                  </a:cubicBezTo>
                  <a:cubicBezTo>
                    <a:pt x="3382" y="5073"/>
                    <a:pt x="3382" y="5073"/>
                    <a:pt x="3382" y="5073"/>
                  </a:cubicBezTo>
                  <a:cubicBezTo>
                    <a:pt x="3396" y="5073"/>
                    <a:pt x="2159" y="289"/>
                    <a:pt x="2159" y="289"/>
                  </a:cubicBezTo>
                  <a:lnTo>
                    <a:pt x="122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4" name="Google Shape;84;p8"/>
          <p:cNvGrpSpPr/>
          <p:nvPr/>
        </p:nvGrpSpPr>
        <p:grpSpPr>
          <a:xfrm>
            <a:off x="4599482" y="5061236"/>
            <a:ext cx="450180" cy="132293"/>
            <a:chOff x="3120986" y="3201102"/>
            <a:chExt cx="337635" cy="99220"/>
          </a:xfrm>
        </p:grpSpPr>
        <p:sp>
          <p:nvSpPr>
            <p:cNvPr id="85" name="Google Shape;85;p8"/>
            <p:cNvSpPr/>
            <p:nvPr/>
          </p:nvSpPr>
          <p:spPr>
            <a:xfrm>
              <a:off x="3153750" y="3259351"/>
              <a:ext cx="272107" cy="40972"/>
            </a:xfrm>
            <a:custGeom>
              <a:avLst/>
              <a:gdLst/>
              <a:ahLst/>
              <a:cxnLst/>
              <a:rect l="l" t="t" r="r" b="b"/>
              <a:pathLst>
                <a:path w="4111" h="619" extrusionOk="0">
                  <a:moveTo>
                    <a:pt x="2791" y="440"/>
                  </a:moveTo>
                  <a:lnTo>
                    <a:pt x="2860" y="413"/>
                  </a:lnTo>
                  <a:lnTo>
                    <a:pt x="2915" y="399"/>
                  </a:lnTo>
                  <a:lnTo>
                    <a:pt x="3011" y="358"/>
                  </a:lnTo>
                  <a:lnTo>
                    <a:pt x="3121" y="330"/>
                  </a:lnTo>
                  <a:lnTo>
                    <a:pt x="3148" y="316"/>
                  </a:lnTo>
                  <a:lnTo>
                    <a:pt x="4111" y="0"/>
                  </a:lnTo>
                  <a:lnTo>
                    <a:pt x="0" y="0"/>
                  </a:lnTo>
                  <a:lnTo>
                    <a:pt x="523" y="619"/>
                  </a:lnTo>
                  <a:lnTo>
                    <a:pt x="2543" y="509"/>
                  </a:lnTo>
                  <a:lnTo>
                    <a:pt x="2708" y="454"/>
                  </a:lnTo>
                  <a:close/>
                </a:path>
              </a:pathLst>
            </a:custGeom>
            <a:solidFill>
              <a:srgbClr val="6B919E">
                <a:alpha val="45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86;p8"/>
            <p:cNvSpPr/>
            <p:nvPr/>
          </p:nvSpPr>
          <p:spPr>
            <a:xfrm>
              <a:off x="3120986" y="3252004"/>
              <a:ext cx="337635" cy="14760"/>
            </a:xfrm>
            <a:custGeom>
              <a:avLst/>
              <a:gdLst/>
              <a:ahLst/>
              <a:cxnLst/>
              <a:rect l="l" t="t" r="r" b="b"/>
              <a:pathLst>
                <a:path w="5101" h="223" extrusionOk="0">
                  <a:moveTo>
                    <a:pt x="2324" y="0"/>
                  </a:moveTo>
                  <a:cubicBezTo>
                    <a:pt x="1024" y="0"/>
                    <a:pt x="0" y="111"/>
                    <a:pt x="0" y="111"/>
                  </a:cubicBezTo>
                  <a:cubicBezTo>
                    <a:pt x="0" y="111"/>
                    <a:pt x="413" y="221"/>
                    <a:pt x="2544" y="221"/>
                  </a:cubicBezTo>
                  <a:cubicBezTo>
                    <a:pt x="2679" y="222"/>
                    <a:pt x="2807" y="222"/>
                    <a:pt x="2928" y="222"/>
                  </a:cubicBezTo>
                  <a:cubicBezTo>
                    <a:pt x="4869" y="222"/>
                    <a:pt x="5100" y="125"/>
                    <a:pt x="5100" y="125"/>
                  </a:cubicBezTo>
                  <a:cubicBezTo>
                    <a:pt x="5100" y="125"/>
                    <a:pt x="3959" y="1"/>
                    <a:pt x="2544" y="1"/>
                  </a:cubicBezTo>
                  <a:cubicBezTo>
                    <a:pt x="2470" y="1"/>
                    <a:pt x="2397" y="0"/>
                    <a:pt x="232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 name="Google Shape;87;p8"/>
            <p:cNvSpPr/>
            <p:nvPr/>
          </p:nvSpPr>
          <p:spPr>
            <a:xfrm>
              <a:off x="3153750" y="3201102"/>
              <a:ext cx="272107" cy="58313"/>
            </a:xfrm>
            <a:custGeom>
              <a:avLst/>
              <a:gdLst/>
              <a:ahLst/>
              <a:cxnLst/>
              <a:rect l="l" t="t" r="r" b="b"/>
              <a:pathLst>
                <a:path w="4111" h="881" extrusionOk="0">
                  <a:moveTo>
                    <a:pt x="0" y="880"/>
                  </a:moveTo>
                  <a:lnTo>
                    <a:pt x="523" y="1"/>
                  </a:lnTo>
                  <a:lnTo>
                    <a:pt x="2543" y="138"/>
                  </a:lnTo>
                  <a:lnTo>
                    <a:pt x="4111" y="88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 name="Google Shape;88;p8"/>
            <p:cNvSpPr/>
            <p:nvPr/>
          </p:nvSpPr>
          <p:spPr>
            <a:xfrm>
              <a:off x="3176454" y="3201102"/>
              <a:ext cx="191157" cy="30977"/>
            </a:xfrm>
            <a:custGeom>
              <a:avLst/>
              <a:gdLst/>
              <a:ahLst/>
              <a:cxnLst/>
              <a:rect l="l" t="t" r="r" b="b"/>
              <a:pathLst>
                <a:path w="2888" h="468" extrusionOk="0">
                  <a:moveTo>
                    <a:pt x="180" y="1"/>
                  </a:moveTo>
                  <a:lnTo>
                    <a:pt x="1" y="303"/>
                  </a:lnTo>
                  <a:lnTo>
                    <a:pt x="482" y="207"/>
                  </a:lnTo>
                  <a:cubicBezTo>
                    <a:pt x="482" y="207"/>
                    <a:pt x="2866" y="464"/>
                    <a:pt x="2888" y="468"/>
                  </a:cubicBezTo>
                  <a:lnTo>
                    <a:pt x="2888" y="468"/>
                  </a:lnTo>
                  <a:lnTo>
                    <a:pt x="2200" y="138"/>
                  </a:lnTo>
                  <a:lnTo>
                    <a:pt x="180" y="1"/>
                  </a:lnTo>
                  <a:close/>
                  <a:moveTo>
                    <a:pt x="2888" y="468"/>
                  </a:moveTo>
                  <a:lnTo>
                    <a:pt x="2888" y="468"/>
                  </a:lnTo>
                  <a:cubicBezTo>
                    <a:pt x="2888" y="468"/>
                    <a:pt x="2888" y="468"/>
                    <a:pt x="2888" y="46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9" name="Google Shape;89;p8"/>
          <p:cNvSpPr txBox="1">
            <a:spLocks noGrp="1"/>
          </p:cNvSpPr>
          <p:nvPr>
            <p:ph type="title"/>
          </p:nvPr>
        </p:nvSpPr>
        <p:spPr>
          <a:xfrm>
            <a:off x="950967" y="719333"/>
            <a:ext cx="5650400" cy="30104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10666"/>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
        <p:nvSpPr>
          <p:cNvPr id="90" name="Google Shape;90;p8"/>
          <p:cNvSpPr/>
          <p:nvPr/>
        </p:nvSpPr>
        <p:spPr>
          <a:xfrm>
            <a:off x="7111881" y="6068552"/>
            <a:ext cx="13204287" cy="240225"/>
          </a:xfrm>
          <a:custGeom>
            <a:avLst/>
            <a:gdLst/>
            <a:ahLst/>
            <a:cxnLst/>
            <a:rect l="l" t="t" r="r" b="b"/>
            <a:pathLst>
              <a:path w="149618" h="2722" extrusionOk="0">
                <a:moveTo>
                  <a:pt x="74809" y="0"/>
                </a:moveTo>
                <a:cubicBezTo>
                  <a:pt x="33501" y="0"/>
                  <a:pt x="0" y="1361"/>
                  <a:pt x="0" y="1361"/>
                </a:cubicBezTo>
                <a:cubicBezTo>
                  <a:pt x="0" y="1361"/>
                  <a:pt x="33487" y="2722"/>
                  <a:pt x="74809" y="2722"/>
                </a:cubicBezTo>
                <a:cubicBezTo>
                  <a:pt x="116117" y="2722"/>
                  <a:pt x="149618" y="1361"/>
                  <a:pt x="149618" y="1361"/>
                </a:cubicBezTo>
                <a:cubicBezTo>
                  <a:pt x="149618" y="1361"/>
                  <a:pt x="116131" y="0"/>
                  <a:pt x="74809"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91" name="Google Shape;91;p8"/>
          <p:cNvGrpSpPr/>
          <p:nvPr/>
        </p:nvGrpSpPr>
        <p:grpSpPr>
          <a:xfrm>
            <a:off x="-751901" y="2194605"/>
            <a:ext cx="3369901" cy="4723960"/>
            <a:chOff x="-30515" y="874989"/>
            <a:chExt cx="3077348" cy="4313856"/>
          </a:xfrm>
        </p:grpSpPr>
        <p:sp>
          <p:nvSpPr>
            <p:cNvPr id="92" name="Google Shape;92;p8"/>
            <p:cNvSpPr/>
            <p:nvPr/>
          </p:nvSpPr>
          <p:spPr>
            <a:xfrm>
              <a:off x="-30515" y="874989"/>
              <a:ext cx="3077305" cy="4313801"/>
            </a:xfrm>
            <a:custGeom>
              <a:avLst/>
              <a:gdLst/>
              <a:ahLst/>
              <a:cxnLst/>
              <a:rect l="l" t="t" r="r" b="b"/>
              <a:pathLst>
                <a:path w="46492" h="65173" extrusionOk="0">
                  <a:moveTo>
                    <a:pt x="46491" y="65172"/>
                  </a:moveTo>
                  <a:lnTo>
                    <a:pt x="29445" y="34902"/>
                  </a:lnTo>
                  <a:lnTo>
                    <a:pt x="19026" y="31548"/>
                  </a:lnTo>
                  <a:lnTo>
                    <a:pt x="4482" y="1732"/>
                  </a:lnTo>
                  <a:lnTo>
                    <a:pt x="0" y="0"/>
                  </a:lnTo>
                  <a:lnTo>
                    <a:pt x="0" y="6517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 name="Google Shape;93;p8"/>
            <p:cNvSpPr/>
            <p:nvPr/>
          </p:nvSpPr>
          <p:spPr>
            <a:xfrm>
              <a:off x="1504474" y="3052364"/>
              <a:ext cx="1542359" cy="2136481"/>
            </a:xfrm>
            <a:custGeom>
              <a:avLst/>
              <a:gdLst/>
              <a:ahLst/>
              <a:cxnLst/>
              <a:rect l="l" t="t" r="r" b="b"/>
              <a:pathLst>
                <a:path w="23302" h="32278" extrusionOk="0">
                  <a:moveTo>
                    <a:pt x="6255" y="2007"/>
                  </a:moveTo>
                  <a:lnTo>
                    <a:pt x="23301" y="32277"/>
                  </a:lnTo>
                  <a:lnTo>
                    <a:pt x="15603" y="32277"/>
                  </a:lnTo>
                  <a:lnTo>
                    <a:pt x="16524" y="26091"/>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 name="Google Shape;94;p8"/>
            <p:cNvSpPr/>
            <p:nvPr/>
          </p:nvSpPr>
          <p:spPr>
            <a:xfrm>
              <a:off x="-30515" y="874989"/>
              <a:ext cx="1259331" cy="2088228"/>
            </a:xfrm>
            <a:custGeom>
              <a:avLst/>
              <a:gdLst/>
              <a:ahLst/>
              <a:cxnLst/>
              <a:rect l="l" t="t" r="r" b="b"/>
              <a:pathLst>
                <a:path w="19026" h="31549" extrusionOk="0">
                  <a:moveTo>
                    <a:pt x="19026" y="31548"/>
                  </a:moveTo>
                  <a:lnTo>
                    <a:pt x="15314" y="29981"/>
                  </a:lnTo>
                  <a:lnTo>
                    <a:pt x="3863" y="2255"/>
                  </a:lnTo>
                  <a:lnTo>
                    <a:pt x="0" y="1911"/>
                  </a:lnTo>
                  <a:lnTo>
                    <a:pt x="0" y="0"/>
                  </a:lnTo>
                  <a:lnTo>
                    <a:pt x="4482" y="17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5" name="Google Shape;95;p8"/>
          <p:cNvGrpSpPr/>
          <p:nvPr/>
        </p:nvGrpSpPr>
        <p:grpSpPr>
          <a:xfrm>
            <a:off x="4485213" y="6147363"/>
            <a:ext cx="1425556" cy="575155"/>
            <a:chOff x="3363909" y="4610522"/>
            <a:chExt cx="1069167" cy="431366"/>
          </a:xfrm>
        </p:grpSpPr>
        <p:sp>
          <p:nvSpPr>
            <p:cNvPr id="96" name="Google Shape;96;p8"/>
            <p:cNvSpPr/>
            <p:nvPr/>
          </p:nvSpPr>
          <p:spPr>
            <a:xfrm>
              <a:off x="3412163" y="4826174"/>
              <a:ext cx="971802" cy="215713"/>
            </a:xfrm>
            <a:custGeom>
              <a:avLst/>
              <a:gdLst/>
              <a:ahLst/>
              <a:cxnLst/>
              <a:rect l="l" t="t" r="r" b="b"/>
              <a:pathLst>
                <a:path w="14682" h="3259" extrusionOk="0">
                  <a:moveTo>
                    <a:pt x="14682" y="1"/>
                  </a:moveTo>
                  <a:lnTo>
                    <a:pt x="0" y="1"/>
                  </a:lnTo>
                  <a:lnTo>
                    <a:pt x="3478" y="2942"/>
                  </a:lnTo>
                  <a:lnTo>
                    <a:pt x="5183" y="3259"/>
                  </a:lnTo>
                  <a:lnTo>
                    <a:pt x="7341" y="1224"/>
                  </a:lnTo>
                  <a:lnTo>
                    <a:pt x="11657" y="1623"/>
                  </a:lnTo>
                  <a:close/>
                </a:path>
              </a:pathLst>
            </a:custGeom>
            <a:solidFill>
              <a:srgbClr val="6B919E">
                <a:alpha val="45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8"/>
            <p:cNvSpPr/>
            <p:nvPr/>
          </p:nvSpPr>
          <p:spPr>
            <a:xfrm>
              <a:off x="3363909" y="4801617"/>
              <a:ext cx="1069167" cy="48385"/>
            </a:xfrm>
            <a:custGeom>
              <a:avLst/>
              <a:gdLst/>
              <a:ahLst/>
              <a:cxnLst/>
              <a:rect l="l" t="t" r="r" b="b"/>
              <a:pathLst>
                <a:path w="16153" h="731" extrusionOk="0">
                  <a:moveTo>
                    <a:pt x="8084" y="0"/>
                  </a:moveTo>
                  <a:cubicBezTo>
                    <a:pt x="3616" y="14"/>
                    <a:pt x="1" y="385"/>
                    <a:pt x="1" y="385"/>
                  </a:cubicBezTo>
                  <a:cubicBezTo>
                    <a:pt x="1" y="385"/>
                    <a:pt x="793" y="730"/>
                    <a:pt x="7333" y="730"/>
                  </a:cubicBezTo>
                  <a:cubicBezTo>
                    <a:pt x="7575" y="730"/>
                    <a:pt x="7826" y="730"/>
                    <a:pt x="8084" y="729"/>
                  </a:cubicBezTo>
                  <a:cubicBezTo>
                    <a:pt x="14806" y="715"/>
                    <a:pt x="16153" y="344"/>
                    <a:pt x="16153" y="344"/>
                  </a:cubicBezTo>
                  <a:cubicBezTo>
                    <a:pt x="16153" y="344"/>
                    <a:pt x="12551" y="0"/>
                    <a:pt x="80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 name="Google Shape;98;p8"/>
            <p:cNvSpPr/>
            <p:nvPr/>
          </p:nvSpPr>
          <p:spPr>
            <a:xfrm>
              <a:off x="3412163" y="4610522"/>
              <a:ext cx="971802" cy="215713"/>
            </a:xfrm>
            <a:custGeom>
              <a:avLst/>
              <a:gdLst/>
              <a:ahLst/>
              <a:cxnLst/>
              <a:rect l="l" t="t" r="r" b="b"/>
              <a:pathLst>
                <a:path w="14682" h="3259" extrusionOk="0">
                  <a:moveTo>
                    <a:pt x="14682" y="3259"/>
                  </a:moveTo>
                  <a:lnTo>
                    <a:pt x="0" y="3259"/>
                  </a:lnTo>
                  <a:lnTo>
                    <a:pt x="3478" y="317"/>
                  </a:lnTo>
                  <a:lnTo>
                    <a:pt x="5183" y="1"/>
                  </a:lnTo>
                  <a:lnTo>
                    <a:pt x="7341" y="2035"/>
                  </a:lnTo>
                  <a:lnTo>
                    <a:pt x="11657" y="163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 name="Google Shape;99;p8"/>
            <p:cNvSpPr/>
            <p:nvPr/>
          </p:nvSpPr>
          <p:spPr>
            <a:xfrm>
              <a:off x="3898077" y="4738801"/>
              <a:ext cx="69169" cy="51959"/>
            </a:xfrm>
            <a:custGeom>
              <a:avLst/>
              <a:gdLst/>
              <a:ahLst/>
              <a:cxnLst/>
              <a:rect l="l" t="t" r="r" b="b"/>
              <a:pathLst>
                <a:path w="1045" h="785" extrusionOk="0">
                  <a:moveTo>
                    <a:pt x="0" y="97"/>
                  </a:moveTo>
                  <a:lnTo>
                    <a:pt x="729" y="785"/>
                  </a:lnTo>
                  <a:lnTo>
                    <a:pt x="10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 name="Google Shape;100;p8"/>
            <p:cNvSpPr/>
            <p:nvPr/>
          </p:nvSpPr>
          <p:spPr>
            <a:xfrm>
              <a:off x="3594125" y="4610522"/>
              <a:ext cx="225708" cy="61027"/>
            </a:xfrm>
            <a:custGeom>
              <a:avLst/>
              <a:gdLst/>
              <a:ahLst/>
              <a:cxnLst/>
              <a:rect l="l" t="t" r="r" b="b"/>
              <a:pathLst>
                <a:path w="3410" h="922" extrusionOk="0">
                  <a:moveTo>
                    <a:pt x="2434" y="1"/>
                  </a:moveTo>
                  <a:lnTo>
                    <a:pt x="729" y="317"/>
                  </a:lnTo>
                  <a:lnTo>
                    <a:pt x="1" y="922"/>
                  </a:lnTo>
                  <a:lnTo>
                    <a:pt x="743" y="454"/>
                  </a:lnTo>
                  <a:lnTo>
                    <a:pt x="2283" y="221"/>
                  </a:lnTo>
                  <a:lnTo>
                    <a:pt x="3410" y="922"/>
                  </a:lnTo>
                  <a:lnTo>
                    <a:pt x="24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 name="Google Shape;101;p8"/>
            <p:cNvSpPr/>
            <p:nvPr/>
          </p:nvSpPr>
          <p:spPr>
            <a:xfrm>
              <a:off x="4028144" y="4718811"/>
              <a:ext cx="236629" cy="42825"/>
            </a:xfrm>
            <a:custGeom>
              <a:avLst/>
              <a:gdLst/>
              <a:ahLst/>
              <a:cxnLst/>
              <a:rect l="l" t="t" r="r" b="b"/>
              <a:pathLst>
                <a:path w="3575" h="647" extrusionOk="0">
                  <a:moveTo>
                    <a:pt x="2351" y="1"/>
                  </a:moveTo>
                  <a:lnTo>
                    <a:pt x="1" y="220"/>
                  </a:lnTo>
                  <a:lnTo>
                    <a:pt x="2173" y="303"/>
                  </a:lnTo>
                  <a:lnTo>
                    <a:pt x="3575" y="647"/>
                  </a:lnTo>
                  <a:lnTo>
                    <a:pt x="23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2" name="Google Shape;102;p8"/>
          <p:cNvGrpSpPr/>
          <p:nvPr/>
        </p:nvGrpSpPr>
        <p:grpSpPr>
          <a:xfrm>
            <a:off x="6452056" y="5612690"/>
            <a:ext cx="5793037" cy="1258140"/>
            <a:chOff x="4799221" y="4169696"/>
            <a:chExt cx="4344778" cy="943605"/>
          </a:xfrm>
        </p:grpSpPr>
        <p:sp>
          <p:nvSpPr>
            <p:cNvPr id="103" name="Google Shape;103;p8"/>
            <p:cNvSpPr/>
            <p:nvPr/>
          </p:nvSpPr>
          <p:spPr>
            <a:xfrm>
              <a:off x="4799221" y="4169696"/>
              <a:ext cx="4344778" cy="943605"/>
            </a:xfrm>
            <a:custGeom>
              <a:avLst/>
              <a:gdLst/>
              <a:ahLst/>
              <a:cxnLst/>
              <a:rect l="l" t="t" r="r" b="b"/>
              <a:pathLst>
                <a:path w="65641" h="14256" extrusionOk="0">
                  <a:moveTo>
                    <a:pt x="0" y="14255"/>
                  </a:moveTo>
                  <a:lnTo>
                    <a:pt x="40347" y="2694"/>
                  </a:lnTo>
                  <a:lnTo>
                    <a:pt x="65640" y="0"/>
                  </a:lnTo>
                  <a:lnTo>
                    <a:pt x="65640" y="1425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 name="Google Shape;104;p8"/>
            <p:cNvSpPr/>
            <p:nvPr/>
          </p:nvSpPr>
          <p:spPr>
            <a:xfrm>
              <a:off x="5750993" y="4183331"/>
              <a:ext cx="3261976" cy="657002"/>
            </a:xfrm>
            <a:custGeom>
              <a:avLst/>
              <a:gdLst/>
              <a:ahLst/>
              <a:cxnLst/>
              <a:rect l="l" t="t" r="r" b="b"/>
              <a:pathLst>
                <a:path w="49282" h="9926" extrusionOk="0">
                  <a:moveTo>
                    <a:pt x="0" y="9925"/>
                  </a:moveTo>
                  <a:lnTo>
                    <a:pt x="27315" y="5293"/>
                  </a:lnTo>
                  <a:lnTo>
                    <a:pt x="49282" y="0"/>
                  </a:lnTo>
                  <a:lnTo>
                    <a:pt x="25968" y="248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181536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05"/>
        <p:cNvGrpSpPr/>
        <p:nvPr/>
      </p:nvGrpSpPr>
      <p:grpSpPr>
        <a:xfrm>
          <a:off x="0" y="0"/>
          <a:ext cx="0" cy="0"/>
          <a:chOff x="0" y="0"/>
          <a:chExt cx="0" cy="0"/>
        </a:xfrm>
      </p:grpSpPr>
      <p:sp>
        <p:nvSpPr>
          <p:cNvPr id="106" name="Google Shape;106;p9"/>
          <p:cNvSpPr/>
          <p:nvPr/>
        </p:nvSpPr>
        <p:spPr>
          <a:xfrm>
            <a:off x="-11166" y="787202"/>
            <a:ext cx="12214324" cy="6061468"/>
          </a:xfrm>
          <a:custGeom>
            <a:avLst/>
            <a:gdLst/>
            <a:ahLst/>
            <a:cxnLst/>
            <a:rect l="l" t="t" r="r" b="b"/>
            <a:pathLst>
              <a:path w="208483" h="100173" extrusionOk="0">
                <a:moveTo>
                  <a:pt x="0" y="1"/>
                </a:moveTo>
                <a:lnTo>
                  <a:pt x="208482" y="1"/>
                </a:lnTo>
                <a:lnTo>
                  <a:pt x="208482" y="100172"/>
                </a:lnTo>
                <a:lnTo>
                  <a:pt x="0" y="100172"/>
                </a:lnTo>
                <a:close/>
              </a:path>
            </a:pathLst>
          </a:custGeom>
          <a:gradFill>
            <a:gsLst>
              <a:gs pos="0">
                <a:srgbClr val="D0F3FF"/>
              </a:gs>
              <a:gs pos="50000">
                <a:srgbClr val="FFFFFF">
                  <a:alpha val="0"/>
                </a:srgbClr>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7" name="Google Shape;107;p9"/>
          <p:cNvSpPr txBox="1">
            <a:spLocks noGrp="1"/>
          </p:cNvSpPr>
          <p:nvPr>
            <p:ph type="title" hasCustomPrompt="1"/>
          </p:nvPr>
        </p:nvSpPr>
        <p:spPr>
          <a:xfrm flipH="1">
            <a:off x="7448484" y="2518200"/>
            <a:ext cx="1420400" cy="12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10666" b="1">
                <a:solidFill>
                  <a:schemeClr val="lt1"/>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108" name="Google Shape;108;p9"/>
          <p:cNvSpPr txBox="1">
            <a:spLocks noGrp="1"/>
          </p:cNvSpPr>
          <p:nvPr>
            <p:ph type="title" idx="2"/>
          </p:nvPr>
        </p:nvSpPr>
        <p:spPr>
          <a:xfrm flipH="1">
            <a:off x="2916717" y="2474500"/>
            <a:ext cx="3608400" cy="484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2200"/>
              <a:buNone/>
              <a:defRPr sz="3200" b="1">
                <a:solidFill>
                  <a:schemeClr val="accent3"/>
                </a:solidFill>
              </a:defRPr>
            </a:lvl1pPr>
            <a:lvl2pPr lvl="1" rtl="0">
              <a:spcBef>
                <a:spcPts val="0"/>
              </a:spcBef>
              <a:spcAft>
                <a:spcPts val="0"/>
              </a:spcAft>
              <a:buSzPts val="3000"/>
              <a:buNone/>
              <a:defRPr>
                <a:latin typeface="Poppins"/>
                <a:ea typeface="Poppins"/>
                <a:cs typeface="Poppins"/>
                <a:sym typeface="Poppins"/>
              </a:defRPr>
            </a:lvl2pPr>
            <a:lvl3pPr lvl="2" rtl="0">
              <a:spcBef>
                <a:spcPts val="0"/>
              </a:spcBef>
              <a:spcAft>
                <a:spcPts val="0"/>
              </a:spcAft>
              <a:buSzPts val="3000"/>
              <a:buNone/>
              <a:defRPr>
                <a:latin typeface="Poppins"/>
                <a:ea typeface="Poppins"/>
                <a:cs typeface="Poppins"/>
                <a:sym typeface="Poppins"/>
              </a:defRPr>
            </a:lvl3pPr>
            <a:lvl4pPr lvl="3" rtl="0">
              <a:spcBef>
                <a:spcPts val="0"/>
              </a:spcBef>
              <a:spcAft>
                <a:spcPts val="0"/>
              </a:spcAft>
              <a:buSzPts val="3000"/>
              <a:buNone/>
              <a:defRPr>
                <a:latin typeface="Poppins"/>
                <a:ea typeface="Poppins"/>
                <a:cs typeface="Poppins"/>
                <a:sym typeface="Poppins"/>
              </a:defRPr>
            </a:lvl4pPr>
            <a:lvl5pPr lvl="4" rtl="0">
              <a:spcBef>
                <a:spcPts val="0"/>
              </a:spcBef>
              <a:spcAft>
                <a:spcPts val="0"/>
              </a:spcAft>
              <a:buSzPts val="3000"/>
              <a:buNone/>
              <a:defRPr>
                <a:latin typeface="Poppins"/>
                <a:ea typeface="Poppins"/>
                <a:cs typeface="Poppins"/>
                <a:sym typeface="Poppins"/>
              </a:defRPr>
            </a:lvl5pPr>
            <a:lvl6pPr lvl="5" rtl="0">
              <a:spcBef>
                <a:spcPts val="0"/>
              </a:spcBef>
              <a:spcAft>
                <a:spcPts val="0"/>
              </a:spcAft>
              <a:buSzPts val="3000"/>
              <a:buNone/>
              <a:defRPr>
                <a:latin typeface="Poppins"/>
                <a:ea typeface="Poppins"/>
                <a:cs typeface="Poppins"/>
                <a:sym typeface="Poppins"/>
              </a:defRPr>
            </a:lvl6pPr>
            <a:lvl7pPr lvl="6" rtl="0">
              <a:spcBef>
                <a:spcPts val="0"/>
              </a:spcBef>
              <a:spcAft>
                <a:spcPts val="0"/>
              </a:spcAft>
              <a:buSzPts val="3000"/>
              <a:buNone/>
              <a:defRPr>
                <a:latin typeface="Poppins"/>
                <a:ea typeface="Poppins"/>
                <a:cs typeface="Poppins"/>
                <a:sym typeface="Poppins"/>
              </a:defRPr>
            </a:lvl7pPr>
            <a:lvl8pPr lvl="7" rtl="0">
              <a:spcBef>
                <a:spcPts val="0"/>
              </a:spcBef>
              <a:spcAft>
                <a:spcPts val="0"/>
              </a:spcAft>
              <a:buSzPts val="3000"/>
              <a:buNone/>
              <a:defRPr>
                <a:latin typeface="Poppins"/>
                <a:ea typeface="Poppins"/>
                <a:cs typeface="Poppins"/>
                <a:sym typeface="Poppins"/>
              </a:defRPr>
            </a:lvl8pPr>
            <a:lvl9pPr lvl="8"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109" name="Google Shape;109;p9"/>
          <p:cNvSpPr txBox="1">
            <a:spLocks noGrp="1"/>
          </p:cNvSpPr>
          <p:nvPr>
            <p:ph type="subTitle" idx="1"/>
          </p:nvPr>
        </p:nvSpPr>
        <p:spPr>
          <a:xfrm flipH="1">
            <a:off x="3161100" y="3084304"/>
            <a:ext cx="3119600" cy="705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110" name="Google Shape;110;p9"/>
          <p:cNvSpPr/>
          <p:nvPr/>
        </p:nvSpPr>
        <p:spPr>
          <a:xfrm>
            <a:off x="-22933" y="3852194"/>
            <a:ext cx="12214671" cy="3005812"/>
          </a:xfrm>
          <a:custGeom>
            <a:avLst/>
            <a:gdLst/>
            <a:ahLst/>
            <a:cxnLst/>
            <a:rect l="l" t="t" r="r" b="b"/>
            <a:pathLst>
              <a:path w="285234" h="65169" extrusionOk="0">
                <a:moveTo>
                  <a:pt x="285233" y="65168"/>
                </a:moveTo>
                <a:lnTo>
                  <a:pt x="274" y="65168"/>
                </a:lnTo>
                <a:lnTo>
                  <a:pt x="213" y="53071"/>
                </a:lnTo>
                <a:lnTo>
                  <a:pt x="152" y="41916"/>
                </a:lnTo>
                <a:lnTo>
                  <a:pt x="61" y="29484"/>
                </a:lnTo>
                <a:lnTo>
                  <a:pt x="0" y="18572"/>
                </a:lnTo>
                <a:lnTo>
                  <a:pt x="0" y="17265"/>
                </a:lnTo>
                <a:cubicBezTo>
                  <a:pt x="0" y="17265"/>
                  <a:pt x="69485" y="32645"/>
                  <a:pt x="163590" y="23557"/>
                </a:cubicBezTo>
                <a:cubicBezTo>
                  <a:pt x="165778" y="23344"/>
                  <a:pt x="167906" y="23131"/>
                  <a:pt x="170003" y="22919"/>
                </a:cubicBezTo>
                <a:lnTo>
                  <a:pt x="170733" y="22827"/>
                </a:lnTo>
                <a:cubicBezTo>
                  <a:pt x="245749" y="15228"/>
                  <a:pt x="271859" y="6839"/>
                  <a:pt x="280674" y="2675"/>
                </a:cubicBezTo>
                <a:cubicBezTo>
                  <a:pt x="284200" y="1003"/>
                  <a:pt x="284960" y="0"/>
                  <a:pt x="284960" y="0"/>
                </a:cubicBezTo>
                <a:close/>
              </a:path>
            </a:pathLst>
          </a:custGeom>
          <a:solidFill>
            <a:srgbClr val="6B919E">
              <a:alpha val="4581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1" name="Google Shape;111;p9"/>
          <p:cNvGrpSpPr/>
          <p:nvPr/>
        </p:nvGrpSpPr>
        <p:grpSpPr>
          <a:xfrm>
            <a:off x="9156434" y="2919701"/>
            <a:ext cx="3035567" cy="3938300"/>
            <a:chOff x="5092300" y="2272350"/>
            <a:chExt cx="2276675" cy="2953725"/>
          </a:xfrm>
        </p:grpSpPr>
        <p:grpSp>
          <p:nvGrpSpPr>
            <p:cNvPr id="112" name="Google Shape;112;p9"/>
            <p:cNvGrpSpPr/>
            <p:nvPr/>
          </p:nvGrpSpPr>
          <p:grpSpPr>
            <a:xfrm>
              <a:off x="5534575" y="2272350"/>
              <a:ext cx="1834400" cy="1554000"/>
              <a:chOff x="5534575" y="2272350"/>
              <a:chExt cx="1834400" cy="1554000"/>
            </a:xfrm>
          </p:grpSpPr>
          <p:sp>
            <p:nvSpPr>
              <p:cNvPr id="113" name="Google Shape;113;p9"/>
              <p:cNvSpPr/>
              <p:nvPr/>
            </p:nvSpPr>
            <p:spPr>
              <a:xfrm>
                <a:off x="5534575" y="2272350"/>
                <a:ext cx="1834400" cy="1554000"/>
              </a:xfrm>
              <a:custGeom>
                <a:avLst/>
                <a:gdLst/>
                <a:ahLst/>
                <a:cxnLst/>
                <a:rect l="l" t="t" r="r" b="b"/>
                <a:pathLst>
                  <a:path w="73376" h="62160" extrusionOk="0">
                    <a:moveTo>
                      <a:pt x="73375" y="1"/>
                    </a:moveTo>
                    <a:cubicBezTo>
                      <a:pt x="73375" y="1"/>
                      <a:pt x="65016" y="4499"/>
                      <a:pt x="54500" y="4621"/>
                    </a:cubicBezTo>
                    <a:cubicBezTo>
                      <a:pt x="43983" y="4773"/>
                      <a:pt x="34925" y="5806"/>
                      <a:pt x="32615" y="7083"/>
                    </a:cubicBezTo>
                    <a:cubicBezTo>
                      <a:pt x="30305" y="8360"/>
                      <a:pt x="31156" y="9879"/>
                      <a:pt x="31247" y="11004"/>
                    </a:cubicBezTo>
                    <a:cubicBezTo>
                      <a:pt x="31308" y="12159"/>
                      <a:pt x="27447" y="11399"/>
                      <a:pt x="24438" y="14196"/>
                    </a:cubicBezTo>
                    <a:cubicBezTo>
                      <a:pt x="21429" y="16962"/>
                      <a:pt x="23952" y="18238"/>
                      <a:pt x="19271" y="18877"/>
                    </a:cubicBezTo>
                    <a:cubicBezTo>
                      <a:pt x="14590" y="19484"/>
                      <a:pt x="21885" y="24834"/>
                      <a:pt x="21885" y="24834"/>
                    </a:cubicBezTo>
                    <a:cubicBezTo>
                      <a:pt x="21885" y="24834"/>
                      <a:pt x="14772" y="28178"/>
                      <a:pt x="12797" y="29393"/>
                    </a:cubicBezTo>
                    <a:cubicBezTo>
                      <a:pt x="10821" y="30579"/>
                      <a:pt x="14560" y="33193"/>
                      <a:pt x="15228" y="34196"/>
                    </a:cubicBezTo>
                    <a:cubicBezTo>
                      <a:pt x="15867" y="35199"/>
                      <a:pt x="7721" y="36840"/>
                      <a:pt x="5076" y="39576"/>
                    </a:cubicBezTo>
                    <a:cubicBezTo>
                      <a:pt x="2432" y="42281"/>
                      <a:pt x="0" y="48634"/>
                      <a:pt x="0" y="48634"/>
                    </a:cubicBezTo>
                    <a:lnTo>
                      <a:pt x="1489" y="59333"/>
                    </a:lnTo>
                    <a:lnTo>
                      <a:pt x="5866" y="62160"/>
                    </a:lnTo>
                    <a:lnTo>
                      <a:pt x="51004" y="52676"/>
                    </a:lnTo>
                    <a:lnTo>
                      <a:pt x="72828" y="4763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4" name="Google Shape;114;p9"/>
              <p:cNvGrpSpPr/>
              <p:nvPr/>
            </p:nvGrpSpPr>
            <p:grpSpPr>
              <a:xfrm>
                <a:off x="5871200" y="2462325"/>
                <a:ext cx="1493200" cy="963575"/>
                <a:chOff x="5871200" y="2462325"/>
                <a:chExt cx="1493200" cy="963575"/>
              </a:xfrm>
            </p:grpSpPr>
            <p:sp>
              <p:nvSpPr>
                <p:cNvPr id="115" name="Google Shape;115;p9"/>
                <p:cNvSpPr/>
                <p:nvPr/>
              </p:nvSpPr>
              <p:spPr>
                <a:xfrm>
                  <a:off x="6340800" y="2462325"/>
                  <a:ext cx="1021325" cy="136050"/>
                </a:xfrm>
                <a:custGeom>
                  <a:avLst/>
                  <a:gdLst/>
                  <a:ahLst/>
                  <a:cxnLst/>
                  <a:rect l="l" t="t" r="r" b="b"/>
                  <a:pathLst>
                    <a:path w="40853" h="5442" extrusionOk="0">
                      <a:moveTo>
                        <a:pt x="974" y="1642"/>
                      </a:moveTo>
                      <a:cubicBezTo>
                        <a:pt x="974" y="1642"/>
                        <a:pt x="2554" y="3679"/>
                        <a:pt x="15624" y="4560"/>
                      </a:cubicBezTo>
                      <a:cubicBezTo>
                        <a:pt x="28694" y="5442"/>
                        <a:pt x="40731" y="2524"/>
                        <a:pt x="40731" y="2524"/>
                      </a:cubicBezTo>
                      <a:lnTo>
                        <a:pt x="40853" y="1"/>
                      </a:lnTo>
                      <a:cubicBezTo>
                        <a:pt x="40853" y="1"/>
                        <a:pt x="25290" y="3466"/>
                        <a:pt x="15594" y="2372"/>
                      </a:cubicBezTo>
                      <a:cubicBezTo>
                        <a:pt x="5898" y="1277"/>
                        <a:pt x="1521" y="609"/>
                        <a:pt x="974" y="609"/>
                      </a:cubicBezTo>
                      <a:cubicBezTo>
                        <a:pt x="396" y="609"/>
                        <a:pt x="1" y="1065"/>
                        <a:pt x="974" y="164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 name="Google Shape;116;p9"/>
                <p:cNvSpPr/>
                <p:nvPr/>
              </p:nvSpPr>
              <p:spPr>
                <a:xfrm>
                  <a:off x="6281550" y="2570225"/>
                  <a:ext cx="1082850" cy="241675"/>
                </a:xfrm>
                <a:custGeom>
                  <a:avLst/>
                  <a:gdLst/>
                  <a:ahLst/>
                  <a:cxnLst/>
                  <a:rect l="l" t="t" r="r" b="b"/>
                  <a:pathLst>
                    <a:path w="43314" h="9667" extrusionOk="0">
                      <a:moveTo>
                        <a:pt x="2006" y="396"/>
                      </a:moveTo>
                      <a:cubicBezTo>
                        <a:pt x="2006" y="396"/>
                        <a:pt x="2189" y="1217"/>
                        <a:pt x="11885" y="3405"/>
                      </a:cubicBezTo>
                      <a:cubicBezTo>
                        <a:pt x="21581" y="5594"/>
                        <a:pt x="36961" y="1794"/>
                        <a:pt x="37235" y="3405"/>
                      </a:cubicBezTo>
                      <a:cubicBezTo>
                        <a:pt x="37539" y="5016"/>
                        <a:pt x="21763" y="6171"/>
                        <a:pt x="16900" y="5503"/>
                      </a:cubicBezTo>
                      <a:cubicBezTo>
                        <a:pt x="12067" y="4834"/>
                        <a:pt x="11034" y="7296"/>
                        <a:pt x="23374" y="7296"/>
                      </a:cubicBezTo>
                      <a:cubicBezTo>
                        <a:pt x="35715" y="7296"/>
                        <a:pt x="43314" y="5320"/>
                        <a:pt x="43314" y="5320"/>
                      </a:cubicBezTo>
                      <a:lnTo>
                        <a:pt x="43314" y="7904"/>
                      </a:lnTo>
                      <a:cubicBezTo>
                        <a:pt x="43314" y="7904"/>
                        <a:pt x="20456" y="9667"/>
                        <a:pt x="15319" y="8816"/>
                      </a:cubicBezTo>
                      <a:cubicBezTo>
                        <a:pt x="10152" y="7965"/>
                        <a:pt x="8936" y="7387"/>
                        <a:pt x="8936" y="6627"/>
                      </a:cubicBezTo>
                      <a:cubicBezTo>
                        <a:pt x="8936" y="5867"/>
                        <a:pt x="11702" y="5107"/>
                        <a:pt x="11702" y="5107"/>
                      </a:cubicBezTo>
                      <a:cubicBezTo>
                        <a:pt x="11702" y="5107"/>
                        <a:pt x="3982" y="2554"/>
                        <a:pt x="2006" y="1703"/>
                      </a:cubicBezTo>
                      <a:cubicBezTo>
                        <a:pt x="0" y="852"/>
                        <a:pt x="1307" y="1"/>
                        <a:pt x="2006" y="3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 name="Google Shape;117;p9"/>
                <p:cNvSpPr/>
                <p:nvPr/>
              </p:nvSpPr>
              <p:spPr>
                <a:xfrm>
                  <a:off x="6158425" y="2623425"/>
                  <a:ext cx="1203700" cy="314625"/>
                </a:xfrm>
                <a:custGeom>
                  <a:avLst/>
                  <a:gdLst/>
                  <a:ahLst/>
                  <a:cxnLst/>
                  <a:rect l="l" t="t" r="r" b="b"/>
                  <a:pathLst>
                    <a:path w="48148" h="12585" extrusionOk="0">
                      <a:moveTo>
                        <a:pt x="1612" y="517"/>
                      </a:moveTo>
                      <a:cubicBezTo>
                        <a:pt x="1612" y="517"/>
                        <a:pt x="2737" y="3952"/>
                        <a:pt x="12828" y="6931"/>
                      </a:cubicBezTo>
                      <a:cubicBezTo>
                        <a:pt x="22889" y="9910"/>
                        <a:pt x="48148" y="7448"/>
                        <a:pt x="48148" y="7448"/>
                      </a:cubicBezTo>
                      <a:lnTo>
                        <a:pt x="48148" y="8876"/>
                      </a:lnTo>
                      <a:cubicBezTo>
                        <a:pt x="48148" y="8876"/>
                        <a:pt x="31704" y="12584"/>
                        <a:pt x="16415" y="8876"/>
                      </a:cubicBezTo>
                      <a:cubicBezTo>
                        <a:pt x="1126" y="5168"/>
                        <a:pt x="1126" y="2432"/>
                        <a:pt x="548" y="1551"/>
                      </a:cubicBezTo>
                      <a:cubicBezTo>
                        <a:pt x="1" y="700"/>
                        <a:pt x="1308" y="1"/>
                        <a:pt x="1612" y="5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 name="Google Shape;118;p9"/>
                <p:cNvSpPr/>
                <p:nvPr/>
              </p:nvSpPr>
              <p:spPr>
                <a:xfrm>
                  <a:off x="6032300" y="2686500"/>
                  <a:ext cx="1329825" cy="388325"/>
                </a:xfrm>
                <a:custGeom>
                  <a:avLst/>
                  <a:gdLst/>
                  <a:ahLst/>
                  <a:cxnLst/>
                  <a:rect l="l" t="t" r="r" b="b"/>
                  <a:pathLst>
                    <a:path w="53193" h="15533" extrusionOk="0">
                      <a:moveTo>
                        <a:pt x="9605" y="5320"/>
                      </a:moveTo>
                      <a:cubicBezTo>
                        <a:pt x="9605" y="5320"/>
                        <a:pt x="22311" y="9970"/>
                        <a:pt x="36293" y="10153"/>
                      </a:cubicBezTo>
                      <a:cubicBezTo>
                        <a:pt x="50244" y="10335"/>
                        <a:pt x="53193" y="8724"/>
                        <a:pt x="53193" y="8724"/>
                      </a:cubicBezTo>
                      <a:lnTo>
                        <a:pt x="53193" y="10153"/>
                      </a:lnTo>
                      <a:cubicBezTo>
                        <a:pt x="53193" y="10153"/>
                        <a:pt x="50153" y="11460"/>
                        <a:pt x="42949" y="11551"/>
                      </a:cubicBezTo>
                      <a:cubicBezTo>
                        <a:pt x="35715" y="11642"/>
                        <a:pt x="38937" y="13071"/>
                        <a:pt x="45016" y="13071"/>
                      </a:cubicBezTo>
                      <a:lnTo>
                        <a:pt x="53193" y="13071"/>
                      </a:lnTo>
                      <a:lnTo>
                        <a:pt x="53193" y="14499"/>
                      </a:lnTo>
                      <a:cubicBezTo>
                        <a:pt x="53193" y="14499"/>
                        <a:pt x="43314" y="15533"/>
                        <a:pt x="39697" y="14499"/>
                      </a:cubicBezTo>
                      <a:cubicBezTo>
                        <a:pt x="36110" y="13466"/>
                        <a:pt x="39697" y="12523"/>
                        <a:pt x="35989" y="11551"/>
                      </a:cubicBezTo>
                      <a:cubicBezTo>
                        <a:pt x="32311" y="10609"/>
                        <a:pt x="25958" y="10669"/>
                        <a:pt x="21733" y="10122"/>
                      </a:cubicBezTo>
                      <a:cubicBezTo>
                        <a:pt x="17478" y="9575"/>
                        <a:pt x="3982" y="5806"/>
                        <a:pt x="2006" y="2918"/>
                      </a:cubicBezTo>
                      <a:cubicBezTo>
                        <a:pt x="0" y="0"/>
                        <a:pt x="6930" y="4469"/>
                        <a:pt x="9605" y="53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 name="Google Shape;119;p9"/>
                <p:cNvSpPr/>
                <p:nvPr/>
              </p:nvSpPr>
              <p:spPr>
                <a:xfrm>
                  <a:off x="6099175" y="2886350"/>
                  <a:ext cx="897450" cy="244700"/>
                </a:xfrm>
                <a:custGeom>
                  <a:avLst/>
                  <a:gdLst/>
                  <a:ahLst/>
                  <a:cxnLst/>
                  <a:rect l="l" t="t" r="r" b="b"/>
                  <a:pathLst>
                    <a:path w="35898" h="9788" extrusionOk="0">
                      <a:moveTo>
                        <a:pt x="1216" y="1"/>
                      </a:moveTo>
                      <a:cubicBezTo>
                        <a:pt x="1216" y="1"/>
                        <a:pt x="4073" y="3678"/>
                        <a:pt x="15745" y="5685"/>
                      </a:cubicBezTo>
                      <a:cubicBezTo>
                        <a:pt x="27447" y="7660"/>
                        <a:pt x="33739" y="7295"/>
                        <a:pt x="34803" y="8147"/>
                      </a:cubicBezTo>
                      <a:cubicBezTo>
                        <a:pt x="35897" y="8998"/>
                        <a:pt x="19241" y="9788"/>
                        <a:pt x="12006" y="6718"/>
                      </a:cubicBezTo>
                      <a:cubicBezTo>
                        <a:pt x="4803" y="3678"/>
                        <a:pt x="0" y="4043"/>
                        <a:pt x="12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 name="Google Shape;120;p9"/>
                <p:cNvSpPr/>
                <p:nvPr/>
              </p:nvSpPr>
              <p:spPr>
                <a:xfrm>
                  <a:off x="5871200" y="3019325"/>
                  <a:ext cx="1493200" cy="258400"/>
                </a:xfrm>
                <a:custGeom>
                  <a:avLst/>
                  <a:gdLst/>
                  <a:ahLst/>
                  <a:cxnLst/>
                  <a:rect l="l" t="t" r="r" b="b"/>
                  <a:pathLst>
                    <a:path w="59728" h="10336" extrusionOk="0">
                      <a:moveTo>
                        <a:pt x="2128" y="639"/>
                      </a:moveTo>
                      <a:cubicBezTo>
                        <a:pt x="2128" y="639"/>
                        <a:pt x="7903" y="5806"/>
                        <a:pt x="22584" y="7144"/>
                      </a:cubicBezTo>
                      <a:cubicBezTo>
                        <a:pt x="37235" y="8481"/>
                        <a:pt x="59637" y="8299"/>
                        <a:pt x="59637" y="8299"/>
                      </a:cubicBezTo>
                      <a:lnTo>
                        <a:pt x="59728" y="10335"/>
                      </a:lnTo>
                      <a:cubicBezTo>
                        <a:pt x="59728" y="10335"/>
                        <a:pt x="31460" y="9910"/>
                        <a:pt x="20457" y="8299"/>
                      </a:cubicBezTo>
                      <a:cubicBezTo>
                        <a:pt x="9484" y="6718"/>
                        <a:pt x="2280" y="2402"/>
                        <a:pt x="1125" y="1217"/>
                      </a:cubicBezTo>
                      <a:cubicBezTo>
                        <a:pt x="0" y="1"/>
                        <a:pt x="2128" y="639"/>
                        <a:pt x="2128" y="63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 name="Google Shape;121;p9"/>
                <p:cNvSpPr/>
                <p:nvPr/>
              </p:nvSpPr>
              <p:spPr>
                <a:xfrm>
                  <a:off x="5907675" y="3182700"/>
                  <a:ext cx="905050" cy="243200"/>
                </a:xfrm>
                <a:custGeom>
                  <a:avLst/>
                  <a:gdLst/>
                  <a:ahLst/>
                  <a:cxnLst/>
                  <a:rect l="l" t="t" r="r" b="b"/>
                  <a:pathLst>
                    <a:path w="36202" h="9728" extrusionOk="0">
                      <a:moveTo>
                        <a:pt x="669" y="1"/>
                      </a:moveTo>
                      <a:cubicBezTo>
                        <a:pt x="669" y="1"/>
                        <a:pt x="6383" y="2797"/>
                        <a:pt x="16627" y="4591"/>
                      </a:cubicBezTo>
                      <a:cubicBezTo>
                        <a:pt x="23101" y="5685"/>
                        <a:pt x="29636" y="6414"/>
                        <a:pt x="36202" y="6749"/>
                      </a:cubicBezTo>
                      <a:cubicBezTo>
                        <a:pt x="36202" y="6749"/>
                        <a:pt x="23618" y="9727"/>
                        <a:pt x="16779" y="7752"/>
                      </a:cubicBezTo>
                      <a:cubicBezTo>
                        <a:pt x="9940" y="5746"/>
                        <a:pt x="0" y="2463"/>
                        <a:pt x="6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22" name="Google Shape;122;p9"/>
            <p:cNvSpPr/>
            <p:nvPr/>
          </p:nvSpPr>
          <p:spPr>
            <a:xfrm>
              <a:off x="5424375" y="3333925"/>
              <a:ext cx="1937750" cy="1393675"/>
            </a:xfrm>
            <a:custGeom>
              <a:avLst/>
              <a:gdLst/>
              <a:ahLst/>
              <a:cxnLst/>
              <a:rect l="l" t="t" r="r" b="b"/>
              <a:pathLst>
                <a:path w="77510" h="55747" extrusionOk="0">
                  <a:moveTo>
                    <a:pt x="77510" y="2007"/>
                  </a:moveTo>
                  <a:cubicBezTo>
                    <a:pt x="77510" y="2007"/>
                    <a:pt x="61734" y="1"/>
                    <a:pt x="55686" y="2007"/>
                  </a:cubicBezTo>
                  <a:cubicBezTo>
                    <a:pt x="49637" y="4043"/>
                    <a:pt x="49242" y="4438"/>
                    <a:pt x="42220" y="4438"/>
                  </a:cubicBezTo>
                  <a:cubicBezTo>
                    <a:pt x="35229" y="4438"/>
                    <a:pt x="32463" y="5441"/>
                    <a:pt x="24712" y="10061"/>
                  </a:cubicBezTo>
                  <a:cubicBezTo>
                    <a:pt x="16961" y="14712"/>
                    <a:pt x="7843" y="15198"/>
                    <a:pt x="3922" y="19271"/>
                  </a:cubicBezTo>
                  <a:cubicBezTo>
                    <a:pt x="1" y="23344"/>
                    <a:pt x="8603" y="22554"/>
                    <a:pt x="7235" y="24165"/>
                  </a:cubicBezTo>
                  <a:cubicBezTo>
                    <a:pt x="5837" y="25746"/>
                    <a:pt x="1429" y="26353"/>
                    <a:pt x="1976" y="28998"/>
                  </a:cubicBezTo>
                  <a:cubicBezTo>
                    <a:pt x="2524" y="31612"/>
                    <a:pt x="6080" y="30609"/>
                    <a:pt x="6080" y="32220"/>
                  </a:cubicBezTo>
                  <a:cubicBezTo>
                    <a:pt x="6080" y="33800"/>
                    <a:pt x="305" y="34621"/>
                    <a:pt x="548" y="36840"/>
                  </a:cubicBezTo>
                  <a:cubicBezTo>
                    <a:pt x="761" y="39059"/>
                    <a:pt x="1520" y="39454"/>
                    <a:pt x="3922" y="39667"/>
                  </a:cubicBezTo>
                  <a:cubicBezTo>
                    <a:pt x="6323" y="39849"/>
                    <a:pt x="2979" y="42129"/>
                    <a:pt x="1855" y="44378"/>
                  </a:cubicBezTo>
                  <a:cubicBezTo>
                    <a:pt x="761" y="46627"/>
                    <a:pt x="2280" y="51551"/>
                    <a:pt x="7235" y="53649"/>
                  </a:cubicBezTo>
                  <a:cubicBezTo>
                    <a:pt x="12159" y="55746"/>
                    <a:pt x="21794" y="53558"/>
                    <a:pt x="21916" y="53649"/>
                  </a:cubicBezTo>
                  <a:cubicBezTo>
                    <a:pt x="22038" y="53740"/>
                    <a:pt x="77510" y="46202"/>
                    <a:pt x="77510" y="4620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 name="Google Shape;123;p9"/>
            <p:cNvSpPr/>
            <p:nvPr/>
          </p:nvSpPr>
          <p:spPr>
            <a:xfrm>
              <a:off x="5092300" y="4490475"/>
              <a:ext cx="430125" cy="683175"/>
            </a:xfrm>
            <a:custGeom>
              <a:avLst/>
              <a:gdLst/>
              <a:ahLst/>
              <a:cxnLst/>
              <a:rect l="l" t="t" r="r" b="b"/>
              <a:pathLst>
                <a:path w="17205" h="27327" extrusionOk="0">
                  <a:moveTo>
                    <a:pt x="1429" y="1"/>
                  </a:moveTo>
                  <a:cubicBezTo>
                    <a:pt x="244" y="1672"/>
                    <a:pt x="1" y="4043"/>
                    <a:pt x="943" y="6384"/>
                  </a:cubicBezTo>
                  <a:cubicBezTo>
                    <a:pt x="1885" y="8724"/>
                    <a:pt x="3314" y="8359"/>
                    <a:pt x="2949" y="11429"/>
                  </a:cubicBezTo>
                  <a:cubicBezTo>
                    <a:pt x="2615" y="14499"/>
                    <a:pt x="4955" y="16080"/>
                    <a:pt x="10031" y="18724"/>
                  </a:cubicBezTo>
                  <a:cubicBezTo>
                    <a:pt x="15351" y="21521"/>
                    <a:pt x="14621" y="27326"/>
                    <a:pt x="14621" y="27326"/>
                  </a:cubicBezTo>
                  <a:lnTo>
                    <a:pt x="17205" y="22098"/>
                  </a:lnTo>
                  <a:cubicBezTo>
                    <a:pt x="14591" y="20882"/>
                    <a:pt x="14165" y="17326"/>
                    <a:pt x="11794" y="14317"/>
                  </a:cubicBezTo>
                  <a:cubicBezTo>
                    <a:pt x="9393" y="11308"/>
                    <a:pt x="6141" y="14317"/>
                    <a:pt x="6019" y="10791"/>
                  </a:cubicBezTo>
                  <a:cubicBezTo>
                    <a:pt x="5928" y="8481"/>
                    <a:pt x="6262" y="5776"/>
                    <a:pt x="3770" y="4864"/>
                  </a:cubicBezTo>
                  <a:cubicBezTo>
                    <a:pt x="1308" y="3952"/>
                    <a:pt x="1429" y="1"/>
                    <a:pt x="14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 name="Google Shape;124;p9"/>
            <p:cNvSpPr/>
            <p:nvPr/>
          </p:nvSpPr>
          <p:spPr>
            <a:xfrm>
              <a:off x="5947950" y="3545925"/>
              <a:ext cx="434675" cy="785000"/>
            </a:xfrm>
            <a:custGeom>
              <a:avLst/>
              <a:gdLst/>
              <a:ahLst/>
              <a:cxnLst/>
              <a:rect l="l" t="t" r="r" b="b"/>
              <a:pathLst>
                <a:path w="17387" h="31400" extrusionOk="0">
                  <a:moveTo>
                    <a:pt x="17387" y="27630"/>
                  </a:moveTo>
                  <a:cubicBezTo>
                    <a:pt x="17387" y="27630"/>
                    <a:pt x="12827" y="24044"/>
                    <a:pt x="12979" y="20244"/>
                  </a:cubicBezTo>
                  <a:cubicBezTo>
                    <a:pt x="13131" y="16445"/>
                    <a:pt x="8602" y="15107"/>
                    <a:pt x="9271" y="11217"/>
                  </a:cubicBezTo>
                  <a:cubicBezTo>
                    <a:pt x="9940" y="7326"/>
                    <a:pt x="13283" y="1"/>
                    <a:pt x="11399" y="1977"/>
                  </a:cubicBezTo>
                  <a:cubicBezTo>
                    <a:pt x="11399" y="1977"/>
                    <a:pt x="6140" y="6536"/>
                    <a:pt x="6140" y="11977"/>
                  </a:cubicBezTo>
                  <a:cubicBezTo>
                    <a:pt x="6140" y="17387"/>
                    <a:pt x="9271" y="18177"/>
                    <a:pt x="7903" y="22402"/>
                  </a:cubicBezTo>
                  <a:cubicBezTo>
                    <a:pt x="7751" y="22858"/>
                    <a:pt x="7630" y="23284"/>
                    <a:pt x="7538" y="23709"/>
                  </a:cubicBezTo>
                  <a:cubicBezTo>
                    <a:pt x="7356" y="22767"/>
                    <a:pt x="7326" y="21795"/>
                    <a:pt x="7417" y="20822"/>
                  </a:cubicBezTo>
                  <a:cubicBezTo>
                    <a:pt x="7782" y="18269"/>
                    <a:pt x="4529" y="16810"/>
                    <a:pt x="3557" y="14925"/>
                  </a:cubicBezTo>
                  <a:cubicBezTo>
                    <a:pt x="2614" y="13010"/>
                    <a:pt x="2614" y="8633"/>
                    <a:pt x="2614" y="7691"/>
                  </a:cubicBezTo>
                  <a:cubicBezTo>
                    <a:pt x="2614" y="6749"/>
                    <a:pt x="1338" y="9515"/>
                    <a:pt x="1155" y="10244"/>
                  </a:cubicBezTo>
                  <a:cubicBezTo>
                    <a:pt x="1155" y="10244"/>
                    <a:pt x="1064" y="10548"/>
                    <a:pt x="973" y="10974"/>
                  </a:cubicBezTo>
                  <a:cubicBezTo>
                    <a:pt x="578" y="12615"/>
                    <a:pt x="0" y="16566"/>
                    <a:pt x="2614" y="18056"/>
                  </a:cubicBezTo>
                  <a:cubicBezTo>
                    <a:pt x="5927" y="19940"/>
                    <a:pt x="1763" y="23557"/>
                    <a:pt x="2614" y="27266"/>
                  </a:cubicBezTo>
                  <a:cubicBezTo>
                    <a:pt x="3465" y="30974"/>
                    <a:pt x="4347" y="31400"/>
                    <a:pt x="4347" y="31400"/>
                  </a:cubicBezTo>
                  <a:lnTo>
                    <a:pt x="7751" y="29637"/>
                  </a:lnTo>
                  <a:cubicBezTo>
                    <a:pt x="7964" y="30275"/>
                    <a:pt x="8329" y="30852"/>
                    <a:pt x="8754" y="314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 name="Google Shape;125;p9"/>
            <p:cNvSpPr/>
            <p:nvPr/>
          </p:nvSpPr>
          <p:spPr>
            <a:xfrm>
              <a:off x="5822575" y="3954850"/>
              <a:ext cx="212025" cy="407225"/>
            </a:xfrm>
            <a:custGeom>
              <a:avLst/>
              <a:gdLst/>
              <a:ahLst/>
              <a:cxnLst/>
              <a:rect l="l" t="t" r="r" b="b"/>
              <a:pathLst>
                <a:path w="8481" h="16289" extrusionOk="0">
                  <a:moveTo>
                    <a:pt x="672" y="0"/>
                  </a:moveTo>
                  <a:cubicBezTo>
                    <a:pt x="446" y="0"/>
                    <a:pt x="219" y="46"/>
                    <a:pt x="0" y="149"/>
                  </a:cubicBezTo>
                  <a:cubicBezTo>
                    <a:pt x="0" y="149"/>
                    <a:pt x="2310" y="1486"/>
                    <a:pt x="2492" y="4039"/>
                  </a:cubicBezTo>
                  <a:cubicBezTo>
                    <a:pt x="2705" y="6593"/>
                    <a:pt x="1368" y="8994"/>
                    <a:pt x="2979" y="10027"/>
                  </a:cubicBezTo>
                  <a:cubicBezTo>
                    <a:pt x="4590" y="11061"/>
                    <a:pt x="3708" y="16289"/>
                    <a:pt x="3708" y="16289"/>
                  </a:cubicBezTo>
                  <a:lnTo>
                    <a:pt x="8116" y="14374"/>
                  </a:lnTo>
                  <a:cubicBezTo>
                    <a:pt x="8116" y="14374"/>
                    <a:pt x="8480" y="9936"/>
                    <a:pt x="6170" y="8720"/>
                  </a:cubicBezTo>
                  <a:cubicBezTo>
                    <a:pt x="3891" y="7474"/>
                    <a:pt x="5441" y="7079"/>
                    <a:pt x="5076" y="3948"/>
                  </a:cubicBezTo>
                  <a:cubicBezTo>
                    <a:pt x="4681" y="848"/>
                    <a:pt x="1398" y="149"/>
                    <a:pt x="1398" y="149"/>
                  </a:cubicBezTo>
                  <a:cubicBezTo>
                    <a:pt x="1162" y="54"/>
                    <a:pt x="917" y="0"/>
                    <a:pt x="6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9"/>
            <p:cNvSpPr/>
            <p:nvPr/>
          </p:nvSpPr>
          <p:spPr>
            <a:xfrm>
              <a:off x="5473775" y="4173600"/>
              <a:ext cx="1342750" cy="1018275"/>
            </a:xfrm>
            <a:custGeom>
              <a:avLst/>
              <a:gdLst/>
              <a:ahLst/>
              <a:cxnLst/>
              <a:rect l="l" t="t" r="r" b="b"/>
              <a:pathLst>
                <a:path w="53710" h="40731" extrusionOk="0">
                  <a:moveTo>
                    <a:pt x="50640" y="7539"/>
                  </a:moveTo>
                  <a:cubicBezTo>
                    <a:pt x="50640" y="7539"/>
                    <a:pt x="45928" y="3496"/>
                    <a:pt x="42950" y="3922"/>
                  </a:cubicBezTo>
                  <a:cubicBezTo>
                    <a:pt x="39940" y="4347"/>
                    <a:pt x="38329" y="1"/>
                    <a:pt x="31156" y="457"/>
                  </a:cubicBezTo>
                  <a:cubicBezTo>
                    <a:pt x="23952" y="913"/>
                    <a:pt x="21581" y="3922"/>
                    <a:pt x="21581" y="3922"/>
                  </a:cubicBezTo>
                  <a:cubicBezTo>
                    <a:pt x="21581" y="3922"/>
                    <a:pt x="16323" y="3952"/>
                    <a:pt x="13618" y="9910"/>
                  </a:cubicBezTo>
                  <a:cubicBezTo>
                    <a:pt x="11399" y="11186"/>
                    <a:pt x="9879" y="13375"/>
                    <a:pt x="9423" y="15867"/>
                  </a:cubicBezTo>
                  <a:cubicBezTo>
                    <a:pt x="8663" y="20062"/>
                    <a:pt x="5076" y="21126"/>
                    <a:pt x="5259" y="24560"/>
                  </a:cubicBezTo>
                  <a:cubicBezTo>
                    <a:pt x="5411" y="27995"/>
                    <a:pt x="0" y="29180"/>
                    <a:pt x="0" y="34956"/>
                  </a:cubicBezTo>
                  <a:cubicBezTo>
                    <a:pt x="0" y="40731"/>
                    <a:pt x="3162" y="38998"/>
                    <a:pt x="3162" y="38998"/>
                  </a:cubicBezTo>
                  <a:lnTo>
                    <a:pt x="53710" y="1045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9"/>
            <p:cNvSpPr/>
            <p:nvPr/>
          </p:nvSpPr>
          <p:spPr>
            <a:xfrm>
              <a:off x="5419050" y="4330900"/>
              <a:ext cx="403550" cy="895175"/>
            </a:xfrm>
            <a:custGeom>
              <a:avLst/>
              <a:gdLst/>
              <a:ahLst/>
              <a:cxnLst/>
              <a:rect l="l" t="t" r="r" b="b"/>
              <a:pathLst>
                <a:path w="16142" h="35807" extrusionOk="0">
                  <a:moveTo>
                    <a:pt x="3740" y="1"/>
                  </a:moveTo>
                  <a:cubicBezTo>
                    <a:pt x="3740" y="1"/>
                    <a:pt x="2159" y="5046"/>
                    <a:pt x="5016" y="7143"/>
                  </a:cubicBezTo>
                  <a:cubicBezTo>
                    <a:pt x="7873" y="9210"/>
                    <a:pt x="6506" y="12584"/>
                    <a:pt x="5776" y="15593"/>
                  </a:cubicBezTo>
                  <a:cubicBezTo>
                    <a:pt x="4621" y="20214"/>
                    <a:pt x="9940" y="17508"/>
                    <a:pt x="11946" y="22250"/>
                  </a:cubicBezTo>
                  <a:cubicBezTo>
                    <a:pt x="13953" y="27022"/>
                    <a:pt x="13223" y="31764"/>
                    <a:pt x="16141" y="34287"/>
                  </a:cubicBezTo>
                  <a:lnTo>
                    <a:pt x="9454" y="33709"/>
                  </a:lnTo>
                  <a:cubicBezTo>
                    <a:pt x="9454" y="33709"/>
                    <a:pt x="13649" y="35807"/>
                    <a:pt x="8451" y="29636"/>
                  </a:cubicBezTo>
                  <a:cubicBezTo>
                    <a:pt x="3040" y="23223"/>
                    <a:pt x="1" y="19150"/>
                    <a:pt x="1551" y="15320"/>
                  </a:cubicBezTo>
                  <a:cubicBezTo>
                    <a:pt x="3132" y="11490"/>
                    <a:pt x="1186" y="11429"/>
                    <a:pt x="791" y="8055"/>
                  </a:cubicBezTo>
                  <a:cubicBezTo>
                    <a:pt x="426" y="4651"/>
                    <a:pt x="1612" y="1703"/>
                    <a:pt x="37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 name="Google Shape;128;p9"/>
            <p:cNvSpPr/>
            <p:nvPr/>
          </p:nvSpPr>
          <p:spPr>
            <a:xfrm>
              <a:off x="6549775" y="3571775"/>
              <a:ext cx="693050" cy="895175"/>
            </a:xfrm>
            <a:custGeom>
              <a:avLst/>
              <a:gdLst/>
              <a:ahLst/>
              <a:cxnLst/>
              <a:rect l="l" t="t" r="r" b="b"/>
              <a:pathLst>
                <a:path w="27722" h="35807" extrusionOk="0">
                  <a:moveTo>
                    <a:pt x="9971" y="35806"/>
                  </a:moveTo>
                  <a:cubicBezTo>
                    <a:pt x="9971" y="35806"/>
                    <a:pt x="5290" y="34104"/>
                    <a:pt x="4408" y="30730"/>
                  </a:cubicBezTo>
                  <a:cubicBezTo>
                    <a:pt x="3496" y="27326"/>
                    <a:pt x="3192" y="26718"/>
                    <a:pt x="1612" y="24438"/>
                  </a:cubicBezTo>
                  <a:cubicBezTo>
                    <a:pt x="1" y="22128"/>
                    <a:pt x="609" y="15563"/>
                    <a:pt x="2888" y="15350"/>
                  </a:cubicBezTo>
                  <a:cubicBezTo>
                    <a:pt x="5198" y="15168"/>
                    <a:pt x="3496" y="22827"/>
                    <a:pt x="4894" y="24226"/>
                  </a:cubicBezTo>
                  <a:cubicBezTo>
                    <a:pt x="6293" y="25624"/>
                    <a:pt x="6931" y="27721"/>
                    <a:pt x="7600" y="29727"/>
                  </a:cubicBezTo>
                  <a:cubicBezTo>
                    <a:pt x="8268" y="31703"/>
                    <a:pt x="10974" y="27812"/>
                    <a:pt x="8785" y="23435"/>
                  </a:cubicBezTo>
                  <a:cubicBezTo>
                    <a:pt x="6597" y="19058"/>
                    <a:pt x="6293" y="14955"/>
                    <a:pt x="8572" y="11368"/>
                  </a:cubicBezTo>
                  <a:cubicBezTo>
                    <a:pt x="10882" y="7782"/>
                    <a:pt x="7478" y="1399"/>
                    <a:pt x="10396" y="699"/>
                  </a:cubicBezTo>
                  <a:cubicBezTo>
                    <a:pt x="13284" y="0"/>
                    <a:pt x="13588" y="6566"/>
                    <a:pt x="12585" y="10578"/>
                  </a:cubicBezTo>
                  <a:cubicBezTo>
                    <a:pt x="11581" y="14560"/>
                    <a:pt x="11916" y="17660"/>
                    <a:pt x="13101" y="20061"/>
                  </a:cubicBezTo>
                  <a:cubicBezTo>
                    <a:pt x="14256" y="22432"/>
                    <a:pt x="13588" y="24925"/>
                    <a:pt x="14864" y="25229"/>
                  </a:cubicBezTo>
                  <a:cubicBezTo>
                    <a:pt x="16171" y="25533"/>
                    <a:pt x="15958" y="21338"/>
                    <a:pt x="14864" y="18754"/>
                  </a:cubicBezTo>
                  <a:cubicBezTo>
                    <a:pt x="13770" y="16140"/>
                    <a:pt x="14256" y="10456"/>
                    <a:pt x="15776" y="9575"/>
                  </a:cubicBezTo>
                  <a:cubicBezTo>
                    <a:pt x="17296" y="8693"/>
                    <a:pt x="18056" y="11581"/>
                    <a:pt x="17965" y="15259"/>
                  </a:cubicBezTo>
                  <a:cubicBezTo>
                    <a:pt x="17873" y="18967"/>
                    <a:pt x="19454" y="21460"/>
                    <a:pt x="19758" y="24043"/>
                  </a:cubicBezTo>
                  <a:cubicBezTo>
                    <a:pt x="20062" y="26657"/>
                    <a:pt x="22372" y="25259"/>
                    <a:pt x="22554" y="18663"/>
                  </a:cubicBezTo>
                  <a:cubicBezTo>
                    <a:pt x="22767" y="12067"/>
                    <a:pt x="19454" y="7386"/>
                    <a:pt x="20974" y="4985"/>
                  </a:cubicBezTo>
                  <a:cubicBezTo>
                    <a:pt x="22463" y="2584"/>
                    <a:pt x="25533" y="10274"/>
                    <a:pt x="26050" y="15046"/>
                  </a:cubicBezTo>
                  <a:cubicBezTo>
                    <a:pt x="26536" y="19849"/>
                    <a:pt x="26141" y="23952"/>
                    <a:pt x="26931" y="25928"/>
                  </a:cubicBezTo>
                  <a:cubicBezTo>
                    <a:pt x="27722" y="27934"/>
                    <a:pt x="24925" y="32311"/>
                    <a:pt x="21946" y="34013"/>
                  </a:cubicBezTo>
                  <a:cubicBezTo>
                    <a:pt x="18937" y="35715"/>
                    <a:pt x="9971" y="35806"/>
                    <a:pt x="9971" y="358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29" name="Google Shape;129;p9"/>
            <p:cNvGrpSpPr/>
            <p:nvPr/>
          </p:nvGrpSpPr>
          <p:grpSpPr>
            <a:xfrm>
              <a:off x="5416775" y="4284550"/>
              <a:ext cx="1945350" cy="940775"/>
              <a:chOff x="5416775" y="4284550"/>
              <a:chExt cx="1945350" cy="940775"/>
            </a:xfrm>
          </p:grpSpPr>
          <p:sp>
            <p:nvSpPr>
              <p:cNvPr id="130" name="Google Shape;130;p9"/>
              <p:cNvSpPr/>
              <p:nvPr/>
            </p:nvSpPr>
            <p:spPr>
              <a:xfrm>
                <a:off x="5416775" y="4284550"/>
                <a:ext cx="1945350" cy="935450"/>
              </a:xfrm>
              <a:custGeom>
                <a:avLst/>
                <a:gdLst/>
                <a:ahLst/>
                <a:cxnLst/>
                <a:rect l="l" t="t" r="r" b="b"/>
                <a:pathLst>
                  <a:path w="77814" h="37418" extrusionOk="0">
                    <a:moveTo>
                      <a:pt x="77814" y="0"/>
                    </a:moveTo>
                    <a:lnTo>
                      <a:pt x="66507" y="426"/>
                    </a:lnTo>
                    <a:cubicBezTo>
                      <a:pt x="62555" y="578"/>
                      <a:pt x="58786" y="1915"/>
                      <a:pt x="55655" y="4317"/>
                    </a:cubicBezTo>
                    <a:lnTo>
                      <a:pt x="50427" y="8268"/>
                    </a:lnTo>
                    <a:lnTo>
                      <a:pt x="38421" y="9788"/>
                    </a:lnTo>
                    <a:cubicBezTo>
                      <a:pt x="34105" y="10365"/>
                      <a:pt x="30092" y="12371"/>
                      <a:pt x="27083" y="15533"/>
                    </a:cubicBezTo>
                    <a:lnTo>
                      <a:pt x="19758" y="23223"/>
                    </a:lnTo>
                    <a:lnTo>
                      <a:pt x="11916" y="26566"/>
                    </a:lnTo>
                    <a:cubicBezTo>
                      <a:pt x="9211" y="27721"/>
                      <a:pt x="6809" y="29484"/>
                      <a:pt x="4894" y="31733"/>
                    </a:cubicBezTo>
                    <a:lnTo>
                      <a:pt x="1" y="37417"/>
                    </a:lnTo>
                    <a:lnTo>
                      <a:pt x="77814" y="37417"/>
                    </a:lnTo>
                    <a:lnTo>
                      <a:pt x="778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 name="Google Shape;131;p9"/>
              <p:cNvSpPr/>
              <p:nvPr/>
            </p:nvSpPr>
            <p:spPr>
              <a:xfrm>
                <a:off x="6193400" y="4523825"/>
                <a:ext cx="1168725" cy="696175"/>
              </a:xfrm>
              <a:custGeom>
                <a:avLst/>
                <a:gdLst/>
                <a:ahLst/>
                <a:cxnLst/>
                <a:rect l="l" t="t" r="r" b="b"/>
                <a:pathLst>
                  <a:path w="46749" h="27847" extrusionOk="0">
                    <a:moveTo>
                      <a:pt x="18486" y="1"/>
                    </a:moveTo>
                    <a:cubicBezTo>
                      <a:pt x="16318" y="1"/>
                      <a:pt x="7605" y="1796"/>
                      <a:pt x="7842" y="2983"/>
                    </a:cubicBezTo>
                    <a:cubicBezTo>
                      <a:pt x="8067" y="4134"/>
                      <a:pt x="20525" y="13552"/>
                      <a:pt x="18148" y="13552"/>
                    </a:cubicBezTo>
                    <a:cubicBezTo>
                      <a:pt x="17950" y="13552"/>
                      <a:pt x="17651" y="13487"/>
                      <a:pt x="17235" y="13348"/>
                    </a:cubicBezTo>
                    <a:cubicBezTo>
                      <a:pt x="11859" y="11546"/>
                      <a:pt x="4881" y="2979"/>
                      <a:pt x="2457" y="2979"/>
                    </a:cubicBezTo>
                    <a:cubicBezTo>
                      <a:pt x="2428" y="2979"/>
                      <a:pt x="2399" y="2980"/>
                      <a:pt x="2371" y="2983"/>
                    </a:cubicBezTo>
                    <a:cubicBezTo>
                      <a:pt x="0" y="3196"/>
                      <a:pt x="3891" y="6357"/>
                      <a:pt x="8876" y="11402"/>
                    </a:cubicBezTo>
                    <a:cubicBezTo>
                      <a:pt x="16140" y="18697"/>
                      <a:pt x="24560" y="24108"/>
                      <a:pt x="31612" y="27846"/>
                    </a:cubicBezTo>
                    <a:lnTo>
                      <a:pt x="46749" y="27846"/>
                    </a:lnTo>
                    <a:lnTo>
                      <a:pt x="46749" y="24047"/>
                    </a:lnTo>
                    <a:cubicBezTo>
                      <a:pt x="45624" y="23773"/>
                      <a:pt x="33496" y="20795"/>
                      <a:pt x="26870" y="14715"/>
                    </a:cubicBezTo>
                    <a:cubicBezTo>
                      <a:pt x="24129" y="12177"/>
                      <a:pt x="22318" y="9704"/>
                      <a:pt x="23082" y="9704"/>
                    </a:cubicBezTo>
                    <a:cubicBezTo>
                      <a:pt x="23351" y="9704"/>
                      <a:pt x="23941" y="10012"/>
                      <a:pt x="24925" y="10734"/>
                    </a:cubicBezTo>
                    <a:cubicBezTo>
                      <a:pt x="28475" y="13339"/>
                      <a:pt x="41220" y="21499"/>
                      <a:pt x="44264" y="21499"/>
                    </a:cubicBezTo>
                    <a:cubicBezTo>
                      <a:pt x="44452" y="21499"/>
                      <a:pt x="44603" y="21468"/>
                      <a:pt x="44712" y="21402"/>
                    </a:cubicBezTo>
                    <a:cubicBezTo>
                      <a:pt x="46627" y="20247"/>
                      <a:pt x="37387" y="16448"/>
                      <a:pt x="28754" y="10004"/>
                    </a:cubicBezTo>
                    <a:cubicBezTo>
                      <a:pt x="20152" y="3530"/>
                      <a:pt x="20548" y="126"/>
                      <a:pt x="18633" y="4"/>
                    </a:cubicBezTo>
                    <a:cubicBezTo>
                      <a:pt x="18588" y="2"/>
                      <a:pt x="18539" y="1"/>
                      <a:pt x="184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 name="Google Shape;132;p9"/>
              <p:cNvSpPr/>
              <p:nvPr/>
            </p:nvSpPr>
            <p:spPr>
              <a:xfrm>
                <a:off x="5639875" y="4903850"/>
                <a:ext cx="687275" cy="321475"/>
              </a:xfrm>
              <a:custGeom>
                <a:avLst/>
                <a:gdLst/>
                <a:ahLst/>
                <a:cxnLst/>
                <a:rect l="l" t="t" r="r" b="b"/>
                <a:pathLst>
                  <a:path w="27491" h="12859" extrusionOk="0">
                    <a:moveTo>
                      <a:pt x="11381" y="1"/>
                    </a:moveTo>
                    <a:cubicBezTo>
                      <a:pt x="11381" y="1"/>
                      <a:pt x="5727" y="1460"/>
                      <a:pt x="4603" y="2980"/>
                    </a:cubicBezTo>
                    <a:cubicBezTo>
                      <a:pt x="3588" y="4315"/>
                      <a:pt x="9476" y="8656"/>
                      <a:pt x="8254" y="8656"/>
                    </a:cubicBezTo>
                    <a:cubicBezTo>
                      <a:pt x="8086" y="8656"/>
                      <a:pt x="7783" y="8574"/>
                      <a:pt x="7308" y="8390"/>
                    </a:cubicBezTo>
                    <a:cubicBezTo>
                      <a:pt x="3387" y="6870"/>
                      <a:pt x="3843" y="3435"/>
                      <a:pt x="2536" y="3344"/>
                    </a:cubicBezTo>
                    <a:cubicBezTo>
                      <a:pt x="2485" y="3341"/>
                      <a:pt x="2433" y="3339"/>
                      <a:pt x="2382" y="3339"/>
                    </a:cubicBezTo>
                    <a:cubicBezTo>
                      <a:pt x="1131" y="3339"/>
                      <a:pt x="1" y="4414"/>
                      <a:pt x="1928" y="6779"/>
                    </a:cubicBezTo>
                    <a:cubicBezTo>
                      <a:pt x="3934" y="9241"/>
                      <a:pt x="10378" y="12858"/>
                      <a:pt x="10378" y="12858"/>
                    </a:cubicBezTo>
                    <a:lnTo>
                      <a:pt x="27491" y="12858"/>
                    </a:lnTo>
                    <a:cubicBezTo>
                      <a:pt x="27491" y="12858"/>
                      <a:pt x="22536" y="10366"/>
                      <a:pt x="19527" y="9484"/>
                    </a:cubicBezTo>
                    <a:cubicBezTo>
                      <a:pt x="16518" y="8633"/>
                      <a:pt x="12475" y="6961"/>
                      <a:pt x="11381" y="4682"/>
                    </a:cubicBezTo>
                    <a:cubicBezTo>
                      <a:pt x="10901" y="3681"/>
                      <a:pt x="10830" y="3138"/>
                      <a:pt x="11208" y="3138"/>
                    </a:cubicBezTo>
                    <a:cubicBezTo>
                      <a:pt x="11691" y="3138"/>
                      <a:pt x="12907" y="4027"/>
                      <a:pt x="14937" y="5989"/>
                    </a:cubicBezTo>
                    <a:cubicBezTo>
                      <a:pt x="16787" y="7791"/>
                      <a:pt x="18604" y="8402"/>
                      <a:pt x="19602" y="8402"/>
                    </a:cubicBezTo>
                    <a:cubicBezTo>
                      <a:pt x="20556" y="8402"/>
                      <a:pt x="20760" y="7844"/>
                      <a:pt x="19527" y="7235"/>
                    </a:cubicBezTo>
                    <a:cubicBezTo>
                      <a:pt x="17004" y="5989"/>
                      <a:pt x="11381" y="1"/>
                      <a:pt x="113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9"/>
              <p:cNvSpPr/>
              <p:nvPr/>
            </p:nvSpPr>
            <p:spPr>
              <a:xfrm>
                <a:off x="7003425" y="4324650"/>
                <a:ext cx="358700" cy="339100"/>
              </a:xfrm>
              <a:custGeom>
                <a:avLst/>
                <a:gdLst/>
                <a:ahLst/>
                <a:cxnLst/>
                <a:rect l="l" t="t" r="r" b="b"/>
                <a:pathLst>
                  <a:path w="14348" h="13564" extrusionOk="0">
                    <a:moveTo>
                      <a:pt x="3815" y="0"/>
                    </a:moveTo>
                    <a:cubicBezTo>
                      <a:pt x="3349" y="0"/>
                      <a:pt x="3344" y="1056"/>
                      <a:pt x="3892" y="2348"/>
                    </a:cubicBezTo>
                    <a:cubicBezTo>
                      <a:pt x="4008" y="2626"/>
                      <a:pt x="4000" y="2741"/>
                      <a:pt x="3902" y="2741"/>
                    </a:cubicBezTo>
                    <a:cubicBezTo>
                      <a:pt x="3448" y="2741"/>
                      <a:pt x="1041" y="231"/>
                      <a:pt x="251" y="231"/>
                    </a:cubicBezTo>
                    <a:cubicBezTo>
                      <a:pt x="104" y="231"/>
                      <a:pt x="13" y="318"/>
                      <a:pt x="1" y="524"/>
                    </a:cubicBezTo>
                    <a:cubicBezTo>
                      <a:pt x="1" y="524"/>
                      <a:pt x="1916" y="6603"/>
                      <a:pt x="7600" y="10524"/>
                    </a:cubicBezTo>
                    <a:cubicBezTo>
                      <a:pt x="9636" y="11922"/>
                      <a:pt x="11946" y="12956"/>
                      <a:pt x="14348" y="13564"/>
                    </a:cubicBezTo>
                    <a:lnTo>
                      <a:pt x="14348" y="12196"/>
                    </a:lnTo>
                    <a:cubicBezTo>
                      <a:pt x="12402" y="11375"/>
                      <a:pt x="10366" y="10372"/>
                      <a:pt x="9880" y="9612"/>
                    </a:cubicBezTo>
                    <a:cubicBezTo>
                      <a:pt x="9661" y="9259"/>
                      <a:pt x="9688" y="9124"/>
                      <a:pt x="9881" y="9124"/>
                    </a:cubicBezTo>
                    <a:cubicBezTo>
                      <a:pt x="10506" y="9124"/>
                      <a:pt x="12858" y="10527"/>
                      <a:pt x="14250" y="10527"/>
                    </a:cubicBezTo>
                    <a:cubicBezTo>
                      <a:pt x="14283" y="10527"/>
                      <a:pt x="14316" y="10526"/>
                      <a:pt x="14348" y="10524"/>
                    </a:cubicBezTo>
                    <a:lnTo>
                      <a:pt x="14348" y="281"/>
                    </a:lnTo>
                    <a:cubicBezTo>
                      <a:pt x="13466" y="240"/>
                      <a:pt x="10702" y="47"/>
                      <a:pt x="8764" y="47"/>
                    </a:cubicBezTo>
                    <a:cubicBezTo>
                      <a:pt x="7830" y="47"/>
                      <a:pt x="7087" y="92"/>
                      <a:pt x="6840" y="220"/>
                    </a:cubicBezTo>
                    <a:cubicBezTo>
                      <a:pt x="5989" y="646"/>
                      <a:pt x="12342" y="5083"/>
                      <a:pt x="12159" y="5661"/>
                    </a:cubicBezTo>
                    <a:cubicBezTo>
                      <a:pt x="12148" y="5696"/>
                      <a:pt x="12114" y="5713"/>
                      <a:pt x="12061" y="5713"/>
                    </a:cubicBezTo>
                    <a:cubicBezTo>
                      <a:pt x="11233" y="5713"/>
                      <a:pt x="5645" y="1751"/>
                      <a:pt x="4560" y="524"/>
                    </a:cubicBezTo>
                    <a:cubicBezTo>
                      <a:pt x="4246" y="159"/>
                      <a:pt x="3996" y="0"/>
                      <a:pt x="38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34" name="Google Shape;134;p9"/>
          <p:cNvGrpSpPr/>
          <p:nvPr/>
        </p:nvGrpSpPr>
        <p:grpSpPr>
          <a:xfrm>
            <a:off x="-8849" y="4012433"/>
            <a:ext cx="4754933" cy="2851433"/>
            <a:chOff x="237350" y="3104325"/>
            <a:chExt cx="3566200" cy="2138575"/>
          </a:xfrm>
        </p:grpSpPr>
        <p:grpSp>
          <p:nvGrpSpPr>
            <p:cNvPr id="135" name="Google Shape;135;p9"/>
            <p:cNvGrpSpPr/>
            <p:nvPr/>
          </p:nvGrpSpPr>
          <p:grpSpPr>
            <a:xfrm>
              <a:off x="237350" y="3146225"/>
              <a:ext cx="3566200" cy="1128475"/>
              <a:chOff x="237350" y="3146225"/>
              <a:chExt cx="3566200" cy="1128475"/>
            </a:xfrm>
          </p:grpSpPr>
          <p:sp>
            <p:nvSpPr>
              <p:cNvPr id="136" name="Google Shape;136;p9"/>
              <p:cNvSpPr/>
              <p:nvPr/>
            </p:nvSpPr>
            <p:spPr>
              <a:xfrm>
                <a:off x="238125" y="3146225"/>
                <a:ext cx="3565425" cy="1128475"/>
              </a:xfrm>
              <a:custGeom>
                <a:avLst/>
                <a:gdLst/>
                <a:ahLst/>
                <a:cxnLst/>
                <a:rect l="l" t="t" r="r" b="b"/>
                <a:pathLst>
                  <a:path w="142617" h="45139" extrusionOk="0">
                    <a:moveTo>
                      <a:pt x="0" y="1"/>
                    </a:moveTo>
                    <a:cubicBezTo>
                      <a:pt x="0" y="1"/>
                      <a:pt x="23131" y="4803"/>
                      <a:pt x="43223" y="4560"/>
                    </a:cubicBezTo>
                    <a:cubicBezTo>
                      <a:pt x="63314" y="4317"/>
                      <a:pt x="64287" y="2797"/>
                      <a:pt x="67600" y="4560"/>
                    </a:cubicBezTo>
                    <a:cubicBezTo>
                      <a:pt x="70913" y="6323"/>
                      <a:pt x="65442" y="7326"/>
                      <a:pt x="65442" y="7326"/>
                    </a:cubicBezTo>
                    <a:cubicBezTo>
                      <a:pt x="65442" y="7326"/>
                      <a:pt x="72433" y="7387"/>
                      <a:pt x="73193" y="8633"/>
                    </a:cubicBezTo>
                    <a:cubicBezTo>
                      <a:pt x="73953" y="9879"/>
                      <a:pt x="69454" y="11278"/>
                      <a:pt x="69454" y="11278"/>
                    </a:cubicBezTo>
                    <a:cubicBezTo>
                      <a:pt x="69454" y="11278"/>
                      <a:pt x="78269" y="11916"/>
                      <a:pt x="80792" y="12919"/>
                    </a:cubicBezTo>
                    <a:cubicBezTo>
                      <a:pt x="83345" y="13922"/>
                      <a:pt x="79606" y="18481"/>
                      <a:pt x="83619" y="17965"/>
                    </a:cubicBezTo>
                    <a:cubicBezTo>
                      <a:pt x="87631" y="17478"/>
                      <a:pt x="92464" y="16110"/>
                      <a:pt x="94743" y="18421"/>
                    </a:cubicBezTo>
                    <a:cubicBezTo>
                      <a:pt x="97023" y="20761"/>
                      <a:pt x="94987" y="23527"/>
                      <a:pt x="98786" y="23041"/>
                    </a:cubicBezTo>
                    <a:cubicBezTo>
                      <a:pt x="102586" y="22524"/>
                      <a:pt x="111795" y="22129"/>
                      <a:pt x="114166" y="23101"/>
                    </a:cubicBezTo>
                    <a:cubicBezTo>
                      <a:pt x="116507" y="24044"/>
                      <a:pt x="113741" y="24500"/>
                      <a:pt x="112981" y="25412"/>
                    </a:cubicBezTo>
                    <a:cubicBezTo>
                      <a:pt x="112221" y="26354"/>
                      <a:pt x="113224" y="28360"/>
                      <a:pt x="120063" y="28360"/>
                    </a:cubicBezTo>
                    <a:cubicBezTo>
                      <a:pt x="126902" y="28360"/>
                      <a:pt x="136781" y="30396"/>
                      <a:pt x="139060" y="33679"/>
                    </a:cubicBezTo>
                    <a:cubicBezTo>
                      <a:pt x="141340" y="36962"/>
                      <a:pt x="142617" y="42737"/>
                      <a:pt x="142617" y="42737"/>
                    </a:cubicBezTo>
                    <a:lnTo>
                      <a:pt x="0" y="45138"/>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37" name="Google Shape;137;p9"/>
              <p:cNvGrpSpPr/>
              <p:nvPr/>
            </p:nvGrpSpPr>
            <p:grpSpPr>
              <a:xfrm>
                <a:off x="237350" y="3263250"/>
                <a:ext cx="3366350" cy="971925"/>
                <a:chOff x="237350" y="3263250"/>
                <a:chExt cx="3366350" cy="971925"/>
              </a:xfrm>
            </p:grpSpPr>
            <p:sp>
              <p:nvSpPr>
                <p:cNvPr id="138" name="Google Shape;138;p9"/>
                <p:cNvSpPr/>
                <p:nvPr/>
              </p:nvSpPr>
              <p:spPr>
                <a:xfrm>
                  <a:off x="1713825" y="3605200"/>
                  <a:ext cx="785000" cy="118575"/>
                </a:xfrm>
                <a:custGeom>
                  <a:avLst/>
                  <a:gdLst/>
                  <a:ahLst/>
                  <a:cxnLst/>
                  <a:rect l="l" t="t" r="r" b="b"/>
                  <a:pathLst>
                    <a:path w="31400" h="4743" extrusionOk="0">
                      <a:moveTo>
                        <a:pt x="3587" y="4682"/>
                      </a:moveTo>
                      <a:cubicBezTo>
                        <a:pt x="3587" y="4682"/>
                        <a:pt x="8724" y="4621"/>
                        <a:pt x="13101" y="4226"/>
                      </a:cubicBezTo>
                      <a:cubicBezTo>
                        <a:pt x="16201" y="3861"/>
                        <a:pt x="19211" y="3071"/>
                        <a:pt x="22098" y="1916"/>
                      </a:cubicBezTo>
                      <a:cubicBezTo>
                        <a:pt x="23101" y="1521"/>
                        <a:pt x="31399" y="335"/>
                        <a:pt x="28816" y="153"/>
                      </a:cubicBezTo>
                      <a:cubicBezTo>
                        <a:pt x="26202" y="1"/>
                        <a:pt x="23861" y="517"/>
                        <a:pt x="21399" y="639"/>
                      </a:cubicBezTo>
                      <a:cubicBezTo>
                        <a:pt x="18937" y="761"/>
                        <a:pt x="13922" y="2280"/>
                        <a:pt x="11885" y="2919"/>
                      </a:cubicBezTo>
                      <a:cubicBezTo>
                        <a:pt x="9879" y="3557"/>
                        <a:pt x="3222" y="3405"/>
                        <a:pt x="1611" y="3527"/>
                      </a:cubicBezTo>
                      <a:cubicBezTo>
                        <a:pt x="0" y="3679"/>
                        <a:pt x="578" y="4742"/>
                        <a:pt x="3587" y="468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9"/>
                <p:cNvSpPr/>
                <p:nvPr/>
              </p:nvSpPr>
              <p:spPr>
                <a:xfrm>
                  <a:off x="285975" y="3263250"/>
                  <a:ext cx="1573025" cy="121625"/>
                </a:xfrm>
                <a:custGeom>
                  <a:avLst/>
                  <a:gdLst/>
                  <a:ahLst/>
                  <a:cxnLst/>
                  <a:rect l="l" t="t" r="r" b="b"/>
                  <a:pathLst>
                    <a:path w="62921" h="4865" extrusionOk="0">
                      <a:moveTo>
                        <a:pt x="1" y="1"/>
                      </a:moveTo>
                      <a:cubicBezTo>
                        <a:pt x="11551" y="2372"/>
                        <a:pt x="23375" y="3435"/>
                        <a:pt x="35199" y="3162"/>
                      </a:cubicBezTo>
                      <a:cubicBezTo>
                        <a:pt x="54440" y="2676"/>
                        <a:pt x="61917" y="943"/>
                        <a:pt x="62434" y="1612"/>
                      </a:cubicBezTo>
                      <a:cubicBezTo>
                        <a:pt x="62920" y="2280"/>
                        <a:pt x="53801" y="4226"/>
                        <a:pt x="35564" y="4560"/>
                      </a:cubicBezTo>
                      <a:cubicBezTo>
                        <a:pt x="17357" y="4864"/>
                        <a:pt x="2645" y="3679"/>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 name="Google Shape;140;p9"/>
                <p:cNvSpPr/>
                <p:nvPr/>
              </p:nvSpPr>
              <p:spPr>
                <a:xfrm>
                  <a:off x="254075" y="3390150"/>
                  <a:ext cx="1699900" cy="136050"/>
                </a:xfrm>
                <a:custGeom>
                  <a:avLst/>
                  <a:gdLst/>
                  <a:ahLst/>
                  <a:cxnLst/>
                  <a:rect l="l" t="t" r="r" b="b"/>
                  <a:pathLst>
                    <a:path w="67996" h="5442" extrusionOk="0">
                      <a:moveTo>
                        <a:pt x="1277" y="1"/>
                      </a:moveTo>
                      <a:cubicBezTo>
                        <a:pt x="1277" y="1"/>
                        <a:pt x="37448" y="3314"/>
                        <a:pt x="46658" y="2524"/>
                      </a:cubicBezTo>
                      <a:cubicBezTo>
                        <a:pt x="55868" y="1733"/>
                        <a:pt x="65929" y="1247"/>
                        <a:pt x="66962" y="1308"/>
                      </a:cubicBezTo>
                      <a:cubicBezTo>
                        <a:pt x="67996" y="1369"/>
                        <a:pt x="60670" y="3527"/>
                        <a:pt x="55472" y="3527"/>
                      </a:cubicBezTo>
                      <a:cubicBezTo>
                        <a:pt x="50275" y="3527"/>
                        <a:pt x="37113" y="3922"/>
                        <a:pt x="32858" y="4043"/>
                      </a:cubicBezTo>
                      <a:cubicBezTo>
                        <a:pt x="28603" y="4165"/>
                        <a:pt x="27873" y="5442"/>
                        <a:pt x="23800" y="5442"/>
                      </a:cubicBezTo>
                      <a:cubicBezTo>
                        <a:pt x="19758" y="5442"/>
                        <a:pt x="17843" y="5198"/>
                        <a:pt x="17083" y="4925"/>
                      </a:cubicBezTo>
                      <a:cubicBezTo>
                        <a:pt x="16323" y="4682"/>
                        <a:pt x="22037" y="4165"/>
                        <a:pt x="24074" y="4165"/>
                      </a:cubicBezTo>
                      <a:cubicBezTo>
                        <a:pt x="26080" y="4165"/>
                        <a:pt x="29758" y="2767"/>
                        <a:pt x="25958" y="2706"/>
                      </a:cubicBezTo>
                      <a:cubicBezTo>
                        <a:pt x="22159" y="2645"/>
                        <a:pt x="20396" y="2402"/>
                        <a:pt x="15198" y="2706"/>
                      </a:cubicBezTo>
                      <a:cubicBezTo>
                        <a:pt x="10000" y="3040"/>
                        <a:pt x="0" y="2280"/>
                        <a:pt x="12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 name="Google Shape;141;p9"/>
                <p:cNvSpPr/>
                <p:nvPr/>
              </p:nvSpPr>
              <p:spPr>
                <a:xfrm>
                  <a:off x="239625" y="3475275"/>
                  <a:ext cx="1125425" cy="164900"/>
                </a:xfrm>
                <a:custGeom>
                  <a:avLst/>
                  <a:gdLst/>
                  <a:ahLst/>
                  <a:cxnLst/>
                  <a:rect l="l" t="t" r="r" b="b"/>
                  <a:pathLst>
                    <a:path w="45017" h="6596" extrusionOk="0">
                      <a:moveTo>
                        <a:pt x="1308" y="0"/>
                      </a:moveTo>
                      <a:cubicBezTo>
                        <a:pt x="1308" y="0"/>
                        <a:pt x="13101" y="2736"/>
                        <a:pt x="19454" y="3708"/>
                      </a:cubicBezTo>
                      <a:cubicBezTo>
                        <a:pt x="25776" y="4681"/>
                        <a:pt x="31096" y="2280"/>
                        <a:pt x="35138" y="2037"/>
                      </a:cubicBezTo>
                      <a:cubicBezTo>
                        <a:pt x="39211" y="1793"/>
                        <a:pt x="43771" y="3192"/>
                        <a:pt x="44409" y="3131"/>
                      </a:cubicBezTo>
                      <a:cubicBezTo>
                        <a:pt x="45017" y="3040"/>
                        <a:pt x="34318" y="3040"/>
                        <a:pt x="30184" y="4803"/>
                      </a:cubicBezTo>
                      <a:cubicBezTo>
                        <a:pt x="26020" y="6596"/>
                        <a:pt x="14500" y="3465"/>
                        <a:pt x="11338" y="3131"/>
                      </a:cubicBezTo>
                      <a:cubicBezTo>
                        <a:pt x="8177" y="2766"/>
                        <a:pt x="1" y="2067"/>
                        <a:pt x="13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 name="Google Shape;142;p9"/>
                <p:cNvSpPr/>
                <p:nvPr/>
              </p:nvSpPr>
              <p:spPr>
                <a:xfrm>
                  <a:off x="1242700" y="3478300"/>
                  <a:ext cx="1040300" cy="193800"/>
                </a:xfrm>
                <a:custGeom>
                  <a:avLst/>
                  <a:gdLst/>
                  <a:ahLst/>
                  <a:cxnLst/>
                  <a:rect l="l" t="t" r="r" b="b"/>
                  <a:pathLst>
                    <a:path w="41612" h="7752" extrusionOk="0">
                      <a:moveTo>
                        <a:pt x="0" y="6475"/>
                      </a:moveTo>
                      <a:cubicBezTo>
                        <a:pt x="0" y="6475"/>
                        <a:pt x="8754" y="4469"/>
                        <a:pt x="18146" y="3010"/>
                      </a:cubicBezTo>
                      <a:cubicBezTo>
                        <a:pt x="27569" y="1520"/>
                        <a:pt x="38481" y="1"/>
                        <a:pt x="39241" y="913"/>
                      </a:cubicBezTo>
                      <a:cubicBezTo>
                        <a:pt x="40001" y="1794"/>
                        <a:pt x="30244" y="2037"/>
                        <a:pt x="26171" y="3557"/>
                      </a:cubicBezTo>
                      <a:cubicBezTo>
                        <a:pt x="22128" y="5077"/>
                        <a:pt x="26171" y="5077"/>
                        <a:pt x="31125" y="4712"/>
                      </a:cubicBezTo>
                      <a:cubicBezTo>
                        <a:pt x="36049" y="4317"/>
                        <a:pt x="40092" y="3314"/>
                        <a:pt x="40852" y="3557"/>
                      </a:cubicBezTo>
                      <a:cubicBezTo>
                        <a:pt x="41612" y="3831"/>
                        <a:pt x="34834" y="5198"/>
                        <a:pt x="29302" y="6475"/>
                      </a:cubicBezTo>
                      <a:cubicBezTo>
                        <a:pt x="23770" y="7752"/>
                        <a:pt x="17052" y="7478"/>
                        <a:pt x="18693" y="6475"/>
                      </a:cubicBezTo>
                      <a:cubicBezTo>
                        <a:pt x="20335" y="5472"/>
                        <a:pt x="20730" y="3831"/>
                        <a:pt x="15927" y="4712"/>
                      </a:cubicBezTo>
                      <a:cubicBezTo>
                        <a:pt x="11095" y="5593"/>
                        <a:pt x="7477" y="7296"/>
                        <a:pt x="4286" y="7326"/>
                      </a:cubicBezTo>
                      <a:cubicBezTo>
                        <a:pt x="1094" y="7356"/>
                        <a:pt x="0" y="6475"/>
                        <a:pt x="0" y="647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 name="Google Shape;143;p9"/>
                <p:cNvSpPr/>
                <p:nvPr/>
              </p:nvSpPr>
              <p:spPr>
                <a:xfrm>
                  <a:off x="1343000" y="3587725"/>
                  <a:ext cx="1269050" cy="197600"/>
                </a:xfrm>
                <a:custGeom>
                  <a:avLst/>
                  <a:gdLst/>
                  <a:ahLst/>
                  <a:cxnLst/>
                  <a:rect l="l" t="t" r="r" b="b"/>
                  <a:pathLst>
                    <a:path w="50762" h="7904" extrusionOk="0">
                      <a:moveTo>
                        <a:pt x="10760" y="6141"/>
                      </a:moveTo>
                      <a:cubicBezTo>
                        <a:pt x="10760" y="6141"/>
                        <a:pt x="25198" y="7235"/>
                        <a:pt x="32919" y="4925"/>
                      </a:cubicBezTo>
                      <a:cubicBezTo>
                        <a:pt x="40639" y="2584"/>
                        <a:pt x="47722" y="1"/>
                        <a:pt x="49241" y="852"/>
                      </a:cubicBezTo>
                      <a:cubicBezTo>
                        <a:pt x="50761" y="1703"/>
                        <a:pt x="40639" y="3587"/>
                        <a:pt x="36901" y="5381"/>
                      </a:cubicBezTo>
                      <a:cubicBezTo>
                        <a:pt x="33162" y="7144"/>
                        <a:pt x="26840" y="7600"/>
                        <a:pt x="22797" y="7752"/>
                      </a:cubicBezTo>
                      <a:cubicBezTo>
                        <a:pt x="18755" y="7904"/>
                        <a:pt x="6201" y="7204"/>
                        <a:pt x="3101" y="6992"/>
                      </a:cubicBezTo>
                      <a:cubicBezTo>
                        <a:pt x="0" y="6809"/>
                        <a:pt x="10760" y="6141"/>
                        <a:pt x="10760" y="614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 name="Google Shape;144;p9"/>
                <p:cNvSpPr/>
                <p:nvPr/>
              </p:nvSpPr>
              <p:spPr>
                <a:xfrm>
                  <a:off x="237350" y="3621175"/>
                  <a:ext cx="925575" cy="118550"/>
                </a:xfrm>
                <a:custGeom>
                  <a:avLst/>
                  <a:gdLst/>
                  <a:ahLst/>
                  <a:cxnLst/>
                  <a:rect l="l" t="t" r="r" b="b"/>
                  <a:pathLst>
                    <a:path w="37023" h="4742" extrusionOk="0">
                      <a:moveTo>
                        <a:pt x="2797" y="0"/>
                      </a:moveTo>
                      <a:cubicBezTo>
                        <a:pt x="2797" y="0"/>
                        <a:pt x="23071" y="3374"/>
                        <a:pt x="30062" y="3587"/>
                      </a:cubicBezTo>
                      <a:cubicBezTo>
                        <a:pt x="37023" y="3769"/>
                        <a:pt x="27144" y="4742"/>
                        <a:pt x="17904" y="3587"/>
                      </a:cubicBezTo>
                      <a:cubicBezTo>
                        <a:pt x="8633" y="2401"/>
                        <a:pt x="1" y="1885"/>
                        <a:pt x="2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 name="Google Shape;145;p9"/>
                <p:cNvSpPr/>
                <p:nvPr/>
              </p:nvSpPr>
              <p:spPr>
                <a:xfrm>
                  <a:off x="1564875" y="3727550"/>
                  <a:ext cx="1493975" cy="288025"/>
                </a:xfrm>
                <a:custGeom>
                  <a:avLst/>
                  <a:gdLst/>
                  <a:ahLst/>
                  <a:cxnLst/>
                  <a:rect l="l" t="t" r="r" b="b"/>
                  <a:pathLst>
                    <a:path w="59759" h="11521" extrusionOk="0">
                      <a:moveTo>
                        <a:pt x="8724" y="4985"/>
                      </a:moveTo>
                      <a:cubicBezTo>
                        <a:pt x="8724" y="4985"/>
                        <a:pt x="19515" y="7903"/>
                        <a:pt x="30001" y="4985"/>
                      </a:cubicBezTo>
                      <a:cubicBezTo>
                        <a:pt x="40518" y="2067"/>
                        <a:pt x="45078" y="1763"/>
                        <a:pt x="50154" y="1277"/>
                      </a:cubicBezTo>
                      <a:cubicBezTo>
                        <a:pt x="55199" y="791"/>
                        <a:pt x="59759" y="0"/>
                        <a:pt x="58513" y="1277"/>
                      </a:cubicBezTo>
                      <a:cubicBezTo>
                        <a:pt x="57236" y="2584"/>
                        <a:pt x="51674" y="3769"/>
                        <a:pt x="47357" y="6292"/>
                      </a:cubicBezTo>
                      <a:cubicBezTo>
                        <a:pt x="43041" y="8785"/>
                        <a:pt x="30944" y="10426"/>
                        <a:pt x="26931" y="10973"/>
                      </a:cubicBezTo>
                      <a:cubicBezTo>
                        <a:pt x="22889" y="11520"/>
                        <a:pt x="33345" y="9241"/>
                        <a:pt x="38877" y="7569"/>
                      </a:cubicBezTo>
                      <a:cubicBezTo>
                        <a:pt x="42859" y="6323"/>
                        <a:pt x="46749" y="4833"/>
                        <a:pt x="50519" y="3101"/>
                      </a:cubicBezTo>
                      <a:cubicBezTo>
                        <a:pt x="52798" y="2067"/>
                        <a:pt x="49911" y="2280"/>
                        <a:pt x="45898" y="4438"/>
                      </a:cubicBezTo>
                      <a:cubicBezTo>
                        <a:pt x="41917" y="6566"/>
                        <a:pt x="34378" y="7842"/>
                        <a:pt x="31156" y="8663"/>
                      </a:cubicBezTo>
                      <a:cubicBezTo>
                        <a:pt x="27935" y="9453"/>
                        <a:pt x="17235" y="10426"/>
                        <a:pt x="13922" y="9940"/>
                      </a:cubicBezTo>
                      <a:cubicBezTo>
                        <a:pt x="10639" y="9423"/>
                        <a:pt x="2281" y="7842"/>
                        <a:pt x="1126" y="7569"/>
                      </a:cubicBezTo>
                      <a:cubicBezTo>
                        <a:pt x="1" y="7265"/>
                        <a:pt x="3557" y="5228"/>
                        <a:pt x="8724" y="49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9"/>
                <p:cNvSpPr/>
                <p:nvPr/>
              </p:nvSpPr>
              <p:spPr>
                <a:xfrm>
                  <a:off x="1938750" y="3856725"/>
                  <a:ext cx="1433950" cy="344250"/>
                </a:xfrm>
                <a:custGeom>
                  <a:avLst/>
                  <a:gdLst/>
                  <a:ahLst/>
                  <a:cxnLst/>
                  <a:rect l="l" t="t" r="r" b="b"/>
                  <a:pathLst>
                    <a:path w="57358" h="13770" extrusionOk="0">
                      <a:moveTo>
                        <a:pt x="12280" y="8937"/>
                      </a:moveTo>
                      <a:cubicBezTo>
                        <a:pt x="16536" y="8876"/>
                        <a:pt x="20730" y="7995"/>
                        <a:pt x="24682" y="6414"/>
                      </a:cubicBezTo>
                      <a:cubicBezTo>
                        <a:pt x="31156" y="3739"/>
                        <a:pt x="33436" y="4043"/>
                        <a:pt x="36840" y="2949"/>
                      </a:cubicBezTo>
                      <a:cubicBezTo>
                        <a:pt x="40275" y="1855"/>
                        <a:pt x="42403" y="609"/>
                        <a:pt x="44318" y="669"/>
                      </a:cubicBezTo>
                      <a:cubicBezTo>
                        <a:pt x="46202" y="730"/>
                        <a:pt x="49758" y="1"/>
                        <a:pt x="53558" y="669"/>
                      </a:cubicBezTo>
                      <a:cubicBezTo>
                        <a:pt x="57357" y="1338"/>
                        <a:pt x="53679" y="2189"/>
                        <a:pt x="44439" y="5381"/>
                      </a:cubicBezTo>
                      <a:cubicBezTo>
                        <a:pt x="35199" y="8572"/>
                        <a:pt x="28816" y="10973"/>
                        <a:pt x="18907" y="11733"/>
                      </a:cubicBezTo>
                      <a:cubicBezTo>
                        <a:pt x="8967" y="12493"/>
                        <a:pt x="4317" y="13770"/>
                        <a:pt x="2159" y="11673"/>
                      </a:cubicBezTo>
                      <a:cubicBezTo>
                        <a:pt x="1" y="9575"/>
                        <a:pt x="12280" y="8937"/>
                        <a:pt x="12280" y="893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9"/>
                <p:cNvSpPr/>
                <p:nvPr/>
              </p:nvSpPr>
              <p:spPr>
                <a:xfrm>
                  <a:off x="2388600" y="3900800"/>
                  <a:ext cx="1215100" cy="334375"/>
                </a:xfrm>
                <a:custGeom>
                  <a:avLst/>
                  <a:gdLst/>
                  <a:ahLst/>
                  <a:cxnLst/>
                  <a:rect l="l" t="t" r="r" b="b"/>
                  <a:pathLst>
                    <a:path w="48604" h="13375" extrusionOk="0">
                      <a:moveTo>
                        <a:pt x="3770" y="11976"/>
                      </a:moveTo>
                      <a:cubicBezTo>
                        <a:pt x="3770" y="11976"/>
                        <a:pt x="17448" y="10092"/>
                        <a:pt x="25047" y="7052"/>
                      </a:cubicBezTo>
                      <a:cubicBezTo>
                        <a:pt x="32646" y="4013"/>
                        <a:pt x="35685" y="791"/>
                        <a:pt x="38999" y="639"/>
                      </a:cubicBezTo>
                      <a:cubicBezTo>
                        <a:pt x="42281" y="457"/>
                        <a:pt x="45321" y="1"/>
                        <a:pt x="46962" y="1612"/>
                      </a:cubicBezTo>
                      <a:cubicBezTo>
                        <a:pt x="48604" y="3253"/>
                        <a:pt x="36901" y="8329"/>
                        <a:pt x="33953" y="9089"/>
                      </a:cubicBezTo>
                      <a:cubicBezTo>
                        <a:pt x="31004" y="9849"/>
                        <a:pt x="34804" y="7903"/>
                        <a:pt x="38877" y="6201"/>
                      </a:cubicBezTo>
                      <a:cubicBezTo>
                        <a:pt x="42980" y="4530"/>
                        <a:pt x="47145" y="1946"/>
                        <a:pt x="44105" y="2706"/>
                      </a:cubicBezTo>
                      <a:cubicBezTo>
                        <a:pt x="41065" y="3466"/>
                        <a:pt x="43558" y="3861"/>
                        <a:pt x="37053" y="6232"/>
                      </a:cubicBezTo>
                      <a:cubicBezTo>
                        <a:pt x="30518" y="8603"/>
                        <a:pt x="27600" y="10426"/>
                        <a:pt x="24074" y="11034"/>
                      </a:cubicBezTo>
                      <a:cubicBezTo>
                        <a:pt x="20548" y="11642"/>
                        <a:pt x="12585" y="12736"/>
                        <a:pt x="10974" y="12949"/>
                      </a:cubicBezTo>
                      <a:cubicBezTo>
                        <a:pt x="9363" y="13132"/>
                        <a:pt x="1" y="13375"/>
                        <a:pt x="3770" y="1197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48" name="Google Shape;148;p9"/>
            <p:cNvSpPr/>
            <p:nvPr/>
          </p:nvSpPr>
          <p:spPr>
            <a:xfrm>
              <a:off x="428075" y="3104325"/>
              <a:ext cx="448375" cy="897575"/>
            </a:xfrm>
            <a:custGeom>
              <a:avLst/>
              <a:gdLst/>
              <a:ahLst/>
              <a:cxnLst/>
              <a:rect l="l" t="t" r="r" b="b"/>
              <a:pathLst>
                <a:path w="17935" h="35903" extrusionOk="0">
                  <a:moveTo>
                    <a:pt x="1287" y="0"/>
                  </a:moveTo>
                  <a:cubicBezTo>
                    <a:pt x="957" y="0"/>
                    <a:pt x="713" y="146"/>
                    <a:pt x="578" y="461"/>
                  </a:cubicBezTo>
                  <a:cubicBezTo>
                    <a:pt x="1" y="1829"/>
                    <a:pt x="6202" y="4838"/>
                    <a:pt x="7478" y="17118"/>
                  </a:cubicBezTo>
                  <a:cubicBezTo>
                    <a:pt x="8451" y="26571"/>
                    <a:pt x="3040" y="28030"/>
                    <a:pt x="7600" y="35902"/>
                  </a:cubicBezTo>
                  <a:lnTo>
                    <a:pt x="17934" y="35902"/>
                  </a:lnTo>
                  <a:cubicBezTo>
                    <a:pt x="17934" y="35902"/>
                    <a:pt x="11217" y="26510"/>
                    <a:pt x="13497" y="19671"/>
                  </a:cubicBezTo>
                  <a:cubicBezTo>
                    <a:pt x="15561" y="13476"/>
                    <a:pt x="4459" y="0"/>
                    <a:pt x="12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 name="Google Shape;149;p9"/>
            <p:cNvSpPr/>
            <p:nvPr/>
          </p:nvSpPr>
          <p:spPr>
            <a:xfrm>
              <a:off x="295100" y="3225800"/>
              <a:ext cx="215075" cy="762425"/>
            </a:xfrm>
            <a:custGeom>
              <a:avLst/>
              <a:gdLst/>
              <a:ahLst/>
              <a:cxnLst/>
              <a:rect l="l" t="t" r="r" b="b"/>
              <a:pathLst>
                <a:path w="8603" h="30497" extrusionOk="0">
                  <a:moveTo>
                    <a:pt x="2335" y="1"/>
                  </a:moveTo>
                  <a:cubicBezTo>
                    <a:pt x="2170" y="1"/>
                    <a:pt x="2199" y="197"/>
                    <a:pt x="2524" y="617"/>
                  </a:cubicBezTo>
                  <a:cubicBezTo>
                    <a:pt x="4317" y="2897"/>
                    <a:pt x="4317" y="8216"/>
                    <a:pt x="2280" y="12137"/>
                  </a:cubicBezTo>
                  <a:cubicBezTo>
                    <a:pt x="244" y="16058"/>
                    <a:pt x="1" y="18064"/>
                    <a:pt x="1277" y="21864"/>
                  </a:cubicBezTo>
                  <a:cubicBezTo>
                    <a:pt x="2524" y="25663"/>
                    <a:pt x="1277" y="30496"/>
                    <a:pt x="1277" y="30496"/>
                  </a:cubicBezTo>
                  <a:lnTo>
                    <a:pt x="7508" y="30496"/>
                  </a:lnTo>
                  <a:cubicBezTo>
                    <a:pt x="7508" y="30496"/>
                    <a:pt x="8603" y="23931"/>
                    <a:pt x="5897" y="19858"/>
                  </a:cubicBezTo>
                  <a:cubicBezTo>
                    <a:pt x="3162" y="15785"/>
                    <a:pt x="6445" y="13687"/>
                    <a:pt x="6961" y="9098"/>
                  </a:cubicBezTo>
                  <a:cubicBezTo>
                    <a:pt x="7581" y="3841"/>
                    <a:pt x="3064" y="1"/>
                    <a:pt x="23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 name="Google Shape;150;p9"/>
            <p:cNvSpPr/>
            <p:nvPr/>
          </p:nvSpPr>
          <p:spPr>
            <a:xfrm>
              <a:off x="238125" y="3885600"/>
              <a:ext cx="2857975" cy="1172550"/>
            </a:xfrm>
            <a:custGeom>
              <a:avLst/>
              <a:gdLst/>
              <a:ahLst/>
              <a:cxnLst/>
              <a:rect l="l" t="t" r="r" b="b"/>
              <a:pathLst>
                <a:path w="114319" h="46902" extrusionOk="0">
                  <a:moveTo>
                    <a:pt x="114105" y="23375"/>
                  </a:moveTo>
                  <a:cubicBezTo>
                    <a:pt x="113619" y="25989"/>
                    <a:pt x="109303" y="29211"/>
                    <a:pt x="104683" y="29636"/>
                  </a:cubicBezTo>
                  <a:cubicBezTo>
                    <a:pt x="98421" y="30214"/>
                    <a:pt x="101826" y="34013"/>
                    <a:pt x="97266" y="34956"/>
                  </a:cubicBezTo>
                  <a:cubicBezTo>
                    <a:pt x="92707" y="35898"/>
                    <a:pt x="81126" y="39637"/>
                    <a:pt x="79606" y="43284"/>
                  </a:cubicBezTo>
                  <a:cubicBezTo>
                    <a:pt x="78087" y="46901"/>
                    <a:pt x="34378" y="43284"/>
                    <a:pt x="34378" y="43284"/>
                  </a:cubicBezTo>
                  <a:lnTo>
                    <a:pt x="33618" y="43223"/>
                  </a:lnTo>
                  <a:lnTo>
                    <a:pt x="0" y="41217"/>
                  </a:lnTo>
                  <a:lnTo>
                    <a:pt x="0" y="578"/>
                  </a:lnTo>
                  <a:cubicBezTo>
                    <a:pt x="0" y="578"/>
                    <a:pt x="57934" y="1"/>
                    <a:pt x="63466" y="578"/>
                  </a:cubicBezTo>
                  <a:cubicBezTo>
                    <a:pt x="64287" y="609"/>
                    <a:pt x="65138" y="852"/>
                    <a:pt x="65898" y="1247"/>
                  </a:cubicBezTo>
                  <a:cubicBezTo>
                    <a:pt x="68299" y="2615"/>
                    <a:pt x="66627" y="5624"/>
                    <a:pt x="62311" y="7782"/>
                  </a:cubicBezTo>
                  <a:cubicBezTo>
                    <a:pt x="60609" y="8633"/>
                    <a:pt x="61278" y="8967"/>
                    <a:pt x="63162" y="9150"/>
                  </a:cubicBezTo>
                  <a:cubicBezTo>
                    <a:pt x="67205" y="9545"/>
                    <a:pt x="76749" y="9180"/>
                    <a:pt x="81126" y="11399"/>
                  </a:cubicBezTo>
                  <a:cubicBezTo>
                    <a:pt x="87570" y="14621"/>
                    <a:pt x="76172" y="18816"/>
                    <a:pt x="86445" y="19575"/>
                  </a:cubicBezTo>
                  <a:cubicBezTo>
                    <a:pt x="96689" y="20335"/>
                    <a:pt x="109425" y="18633"/>
                    <a:pt x="113042" y="21004"/>
                  </a:cubicBezTo>
                  <a:cubicBezTo>
                    <a:pt x="113893" y="21460"/>
                    <a:pt x="114318" y="22433"/>
                    <a:pt x="114105" y="2337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 name="Google Shape;151;p9"/>
            <p:cNvSpPr/>
            <p:nvPr/>
          </p:nvSpPr>
          <p:spPr>
            <a:xfrm>
              <a:off x="858950" y="4445650"/>
              <a:ext cx="2231825" cy="612500"/>
            </a:xfrm>
            <a:custGeom>
              <a:avLst/>
              <a:gdLst/>
              <a:ahLst/>
              <a:cxnLst/>
              <a:rect l="l" t="t" r="r" b="b"/>
              <a:pathLst>
                <a:path w="89273" h="24500" extrusionOk="0">
                  <a:moveTo>
                    <a:pt x="89272" y="973"/>
                  </a:moveTo>
                  <a:cubicBezTo>
                    <a:pt x="88786" y="3587"/>
                    <a:pt x="84470" y="6809"/>
                    <a:pt x="79850" y="7234"/>
                  </a:cubicBezTo>
                  <a:cubicBezTo>
                    <a:pt x="73588" y="7812"/>
                    <a:pt x="76993" y="11611"/>
                    <a:pt x="72433" y="12554"/>
                  </a:cubicBezTo>
                  <a:cubicBezTo>
                    <a:pt x="67874" y="13496"/>
                    <a:pt x="56293" y="17235"/>
                    <a:pt x="54773" y="20882"/>
                  </a:cubicBezTo>
                  <a:cubicBezTo>
                    <a:pt x="53254" y="24499"/>
                    <a:pt x="9545" y="20882"/>
                    <a:pt x="9545" y="20882"/>
                  </a:cubicBezTo>
                  <a:lnTo>
                    <a:pt x="8785" y="20821"/>
                  </a:lnTo>
                  <a:cubicBezTo>
                    <a:pt x="6900" y="20213"/>
                    <a:pt x="5380" y="19636"/>
                    <a:pt x="4833" y="19241"/>
                  </a:cubicBezTo>
                  <a:cubicBezTo>
                    <a:pt x="3374" y="18086"/>
                    <a:pt x="1976" y="16839"/>
                    <a:pt x="699" y="15502"/>
                  </a:cubicBezTo>
                  <a:lnTo>
                    <a:pt x="0" y="6292"/>
                  </a:lnTo>
                  <a:cubicBezTo>
                    <a:pt x="0" y="6292"/>
                    <a:pt x="6079" y="8815"/>
                    <a:pt x="17478" y="7660"/>
                  </a:cubicBezTo>
                  <a:cubicBezTo>
                    <a:pt x="28876" y="6535"/>
                    <a:pt x="30274" y="4377"/>
                    <a:pt x="32919" y="5137"/>
                  </a:cubicBezTo>
                  <a:cubicBezTo>
                    <a:pt x="35594" y="5897"/>
                    <a:pt x="28663" y="7265"/>
                    <a:pt x="32250" y="7964"/>
                  </a:cubicBezTo>
                  <a:cubicBezTo>
                    <a:pt x="35837" y="8693"/>
                    <a:pt x="40001" y="5137"/>
                    <a:pt x="47114" y="5137"/>
                  </a:cubicBezTo>
                  <a:cubicBezTo>
                    <a:pt x="54196" y="5137"/>
                    <a:pt x="53831" y="6383"/>
                    <a:pt x="56232" y="6535"/>
                  </a:cubicBezTo>
                  <a:cubicBezTo>
                    <a:pt x="58634" y="6657"/>
                    <a:pt x="60640" y="6535"/>
                    <a:pt x="61552" y="5654"/>
                  </a:cubicBezTo>
                  <a:cubicBezTo>
                    <a:pt x="62433" y="4772"/>
                    <a:pt x="56172" y="4377"/>
                    <a:pt x="58786" y="3131"/>
                  </a:cubicBezTo>
                  <a:cubicBezTo>
                    <a:pt x="61430" y="1854"/>
                    <a:pt x="65594" y="5319"/>
                    <a:pt x="72312" y="4864"/>
                  </a:cubicBezTo>
                  <a:cubicBezTo>
                    <a:pt x="79029" y="4377"/>
                    <a:pt x="87631" y="0"/>
                    <a:pt x="89272" y="97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 name="Google Shape;152;p9"/>
            <p:cNvSpPr/>
            <p:nvPr/>
          </p:nvSpPr>
          <p:spPr>
            <a:xfrm>
              <a:off x="238125" y="3916750"/>
              <a:ext cx="1707500" cy="527400"/>
            </a:xfrm>
            <a:custGeom>
              <a:avLst/>
              <a:gdLst/>
              <a:ahLst/>
              <a:cxnLst/>
              <a:rect l="l" t="t" r="r" b="b"/>
              <a:pathLst>
                <a:path w="68300" h="21096" extrusionOk="0">
                  <a:moveTo>
                    <a:pt x="63162" y="7904"/>
                  </a:moveTo>
                  <a:cubicBezTo>
                    <a:pt x="62463" y="8299"/>
                    <a:pt x="61703" y="8542"/>
                    <a:pt x="60913" y="8633"/>
                  </a:cubicBezTo>
                  <a:cubicBezTo>
                    <a:pt x="56992" y="8998"/>
                    <a:pt x="43557" y="10883"/>
                    <a:pt x="38511" y="12919"/>
                  </a:cubicBezTo>
                  <a:cubicBezTo>
                    <a:pt x="33466" y="14925"/>
                    <a:pt x="22797" y="14895"/>
                    <a:pt x="17660" y="15472"/>
                  </a:cubicBezTo>
                  <a:cubicBezTo>
                    <a:pt x="12553" y="16050"/>
                    <a:pt x="0" y="21095"/>
                    <a:pt x="0" y="21095"/>
                  </a:cubicBezTo>
                  <a:lnTo>
                    <a:pt x="0" y="14317"/>
                  </a:lnTo>
                  <a:cubicBezTo>
                    <a:pt x="0" y="14317"/>
                    <a:pt x="7599" y="14287"/>
                    <a:pt x="12918" y="12311"/>
                  </a:cubicBezTo>
                  <a:cubicBezTo>
                    <a:pt x="18237" y="10335"/>
                    <a:pt x="18237" y="9393"/>
                    <a:pt x="30031" y="8451"/>
                  </a:cubicBezTo>
                  <a:cubicBezTo>
                    <a:pt x="41794" y="7478"/>
                    <a:pt x="50335" y="7114"/>
                    <a:pt x="53375" y="5411"/>
                  </a:cubicBezTo>
                  <a:cubicBezTo>
                    <a:pt x="56414" y="3679"/>
                    <a:pt x="49971" y="2281"/>
                    <a:pt x="54348" y="1855"/>
                  </a:cubicBezTo>
                  <a:cubicBezTo>
                    <a:pt x="58694" y="1399"/>
                    <a:pt x="63436" y="3496"/>
                    <a:pt x="65442" y="548"/>
                  </a:cubicBezTo>
                  <a:cubicBezTo>
                    <a:pt x="65564" y="335"/>
                    <a:pt x="65716" y="153"/>
                    <a:pt x="65898" y="1"/>
                  </a:cubicBezTo>
                  <a:cubicBezTo>
                    <a:pt x="68299" y="1369"/>
                    <a:pt x="66627" y="4378"/>
                    <a:pt x="62311" y="6536"/>
                  </a:cubicBezTo>
                  <a:cubicBezTo>
                    <a:pt x="60609" y="7387"/>
                    <a:pt x="61278" y="7721"/>
                    <a:pt x="63162" y="7904"/>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 name="Google Shape;153;p9"/>
            <p:cNvSpPr/>
            <p:nvPr/>
          </p:nvSpPr>
          <p:spPr>
            <a:xfrm>
              <a:off x="241150" y="3707025"/>
              <a:ext cx="671775" cy="759925"/>
            </a:xfrm>
            <a:custGeom>
              <a:avLst/>
              <a:gdLst/>
              <a:ahLst/>
              <a:cxnLst/>
              <a:rect l="l" t="t" r="r" b="b"/>
              <a:pathLst>
                <a:path w="26871" h="30397" extrusionOk="0">
                  <a:moveTo>
                    <a:pt x="10396" y="30396"/>
                  </a:moveTo>
                  <a:cubicBezTo>
                    <a:pt x="10396" y="30396"/>
                    <a:pt x="10214" y="25959"/>
                    <a:pt x="16718" y="25442"/>
                  </a:cubicBezTo>
                  <a:cubicBezTo>
                    <a:pt x="23193" y="24956"/>
                    <a:pt x="24834" y="23679"/>
                    <a:pt x="25411" y="22281"/>
                  </a:cubicBezTo>
                  <a:cubicBezTo>
                    <a:pt x="25959" y="20883"/>
                    <a:pt x="22554" y="21278"/>
                    <a:pt x="18633" y="22281"/>
                  </a:cubicBezTo>
                  <a:cubicBezTo>
                    <a:pt x="14712" y="23284"/>
                    <a:pt x="22189" y="19393"/>
                    <a:pt x="20396" y="18937"/>
                  </a:cubicBezTo>
                  <a:cubicBezTo>
                    <a:pt x="18603" y="18481"/>
                    <a:pt x="16019" y="20579"/>
                    <a:pt x="14530" y="20031"/>
                  </a:cubicBezTo>
                  <a:cubicBezTo>
                    <a:pt x="13040" y="19484"/>
                    <a:pt x="13435" y="15442"/>
                    <a:pt x="17934" y="13922"/>
                  </a:cubicBezTo>
                  <a:cubicBezTo>
                    <a:pt x="22433" y="12402"/>
                    <a:pt x="26870" y="5806"/>
                    <a:pt x="23831" y="2888"/>
                  </a:cubicBezTo>
                  <a:cubicBezTo>
                    <a:pt x="20791" y="1"/>
                    <a:pt x="20518" y="7265"/>
                    <a:pt x="17934" y="8481"/>
                  </a:cubicBezTo>
                  <a:cubicBezTo>
                    <a:pt x="15320" y="9727"/>
                    <a:pt x="12280" y="10366"/>
                    <a:pt x="10396" y="12767"/>
                  </a:cubicBezTo>
                  <a:cubicBezTo>
                    <a:pt x="8511" y="15168"/>
                    <a:pt x="7721" y="17235"/>
                    <a:pt x="8055" y="18937"/>
                  </a:cubicBezTo>
                  <a:cubicBezTo>
                    <a:pt x="8359" y="20609"/>
                    <a:pt x="5593" y="22828"/>
                    <a:pt x="4955" y="18937"/>
                  </a:cubicBezTo>
                  <a:cubicBezTo>
                    <a:pt x="4317" y="15047"/>
                    <a:pt x="4043" y="12888"/>
                    <a:pt x="2675" y="14408"/>
                  </a:cubicBezTo>
                  <a:cubicBezTo>
                    <a:pt x="1308" y="15928"/>
                    <a:pt x="1" y="21065"/>
                    <a:pt x="3557" y="24560"/>
                  </a:cubicBezTo>
                  <a:cubicBezTo>
                    <a:pt x="7113" y="28025"/>
                    <a:pt x="5715" y="29758"/>
                    <a:pt x="5715" y="2975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 name="Google Shape;154;p9"/>
            <p:cNvSpPr/>
            <p:nvPr/>
          </p:nvSpPr>
          <p:spPr>
            <a:xfrm>
              <a:off x="2181150" y="4011750"/>
              <a:ext cx="378450" cy="1022825"/>
            </a:xfrm>
            <a:custGeom>
              <a:avLst/>
              <a:gdLst/>
              <a:ahLst/>
              <a:cxnLst/>
              <a:rect l="l" t="t" r="r" b="b"/>
              <a:pathLst>
                <a:path w="15138" h="40913" extrusionOk="0">
                  <a:moveTo>
                    <a:pt x="2250" y="3070"/>
                  </a:moveTo>
                  <a:cubicBezTo>
                    <a:pt x="1429" y="4286"/>
                    <a:pt x="7053" y="8329"/>
                    <a:pt x="6232" y="20639"/>
                  </a:cubicBezTo>
                  <a:cubicBezTo>
                    <a:pt x="5594" y="30153"/>
                    <a:pt x="1" y="30639"/>
                    <a:pt x="3192" y="39180"/>
                  </a:cubicBezTo>
                  <a:lnTo>
                    <a:pt x="13375" y="40913"/>
                  </a:lnTo>
                  <a:cubicBezTo>
                    <a:pt x="13375" y="40913"/>
                    <a:pt x="8329" y="30518"/>
                    <a:pt x="11734" y="24165"/>
                  </a:cubicBezTo>
                  <a:cubicBezTo>
                    <a:pt x="15138" y="17812"/>
                    <a:pt x="4226" y="0"/>
                    <a:pt x="2250" y="307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 name="Google Shape;155;p9"/>
            <p:cNvSpPr/>
            <p:nvPr/>
          </p:nvSpPr>
          <p:spPr>
            <a:xfrm>
              <a:off x="1975975" y="4133325"/>
              <a:ext cx="276650" cy="821475"/>
            </a:xfrm>
            <a:custGeom>
              <a:avLst/>
              <a:gdLst/>
              <a:ahLst/>
              <a:cxnLst/>
              <a:rect l="l" t="t" r="r" b="b"/>
              <a:pathLst>
                <a:path w="11066" h="32859" extrusionOk="0">
                  <a:moveTo>
                    <a:pt x="9241" y="11673"/>
                  </a:moveTo>
                  <a:cubicBezTo>
                    <a:pt x="7934" y="16080"/>
                    <a:pt x="4348" y="17600"/>
                    <a:pt x="6354" y="22068"/>
                  </a:cubicBezTo>
                  <a:cubicBezTo>
                    <a:pt x="8360" y="26536"/>
                    <a:pt x="6141" y="32858"/>
                    <a:pt x="6141" y="32858"/>
                  </a:cubicBezTo>
                  <a:lnTo>
                    <a:pt x="1" y="31794"/>
                  </a:lnTo>
                  <a:cubicBezTo>
                    <a:pt x="1" y="31794"/>
                    <a:pt x="2037" y="27266"/>
                    <a:pt x="1460" y="23314"/>
                  </a:cubicBezTo>
                  <a:cubicBezTo>
                    <a:pt x="852" y="19363"/>
                    <a:pt x="1460" y="17387"/>
                    <a:pt x="4104" y="13861"/>
                  </a:cubicBezTo>
                  <a:cubicBezTo>
                    <a:pt x="6779" y="10335"/>
                    <a:pt x="7661" y="5107"/>
                    <a:pt x="6293" y="2554"/>
                  </a:cubicBezTo>
                  <a:cubicBezTo>
                    <a:pt x="4925" y="1"/>
                    <a:pt x="11065" y="5441"/>
                    <a:pt x="9241" y="1167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56" name="Google Shape;156;p9"/>
            <p:cNvGrpSpPr/>
            <p:nvPr/>
          </p:nvGrpSpPr>
          <p:grpSpPr>
            <a:xfrm>
              <a:off x="238125" y="4369650"/>
              <a:ext cx="993950" cy="850350"/>
              <a:chOff x="238125" y="4369650"/>
              <a:chExt cx="993950" cy="850350"/>
            </a:xfrm>
          </p:grpSpPr>
          <p:sp>
            <p:nvSpPr>
              <p:cNvPr id="157" name="Google Shape;157;p9"/>
              <p:cNvSpPr/>
              <p:nvPr/>
            </p:nvSpPr>
            <p:spPr>
              <a:xfrm>
                <a:off x="238125" y="4369650"/>
                <a:ext cx="993950" cy="850350"/>
              </a:xfrm>
              <a:custGeom>
                <a:avLst/>
                <a:gdLst/>
                <a:ahLst/>
                <a:cxnLst/>
                <a:rect l="l" t="t" r="r" b="b"/>
                <a:pathLst>
                  <a:path w="39758" h="34014" extrusionOk="0">
                    <a:moveTo>
                      <a:pt x="17721" y="1"/>
                    </a:moveTo>
                    <a:cubicBezTo>
                      <a:pt x="13040" y="1"/>
                      <a:pt x="2766" y="2189"/>
                      <a:pt x="456" y="2676"/>
                    </a:cubicBezTo>
                    <a:lnTo>
                      <a:pt x="0" y="2797"/>
                    </a:lnTo>
                    <a:lnTo>
                      <a:pt x="0" y="34013"/>
                    </a:lnTo>
                    <a:lnTo>
                      <a:pt x="37478" y="34013"/>
                    </a:lnTo>
                    <a:cubicBezTo>
                      <a:pt x="37478" y="34013"/>
                      <a:pt x="39758" y="14955"/>
                      <a:pt x="37478" y="12402"/>
                    </a:cubicBezTo>
                    <a:cubicBezTo>
                      <a:pt x="35897" y="10822"/>
                      <a:pt x="34226" y="9332"/>
                      <a:pt x="32432" y="7964"/>
                    </a:cubicBezTo>
                    <a:cubicBezTo>
                      <a:pt x="27751" y="4317"/>
                      <a:pt x="21247" y="1"/>
                      <a:pt x="1772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 name="Google Shape;158;p9"/>
              <p:cNvSpPr/>
              <p:nvPr/>
            </p:nvSpPr>
            <p:spPr>
              <a:xfrm>
                <a:off x="238125" y="4369650"/>
                <a:ext cx="936950" cy="385300"/>
              </a:xfrm>
              <a:custGeom>
                <a:avLst/>
                <a:gdLst/>
                <a:ahLst/>
                <a:cxnLst/>
                <a:rect l="l" t="t" r="r" b="b"/>
                <a:pathLst>
                  <a:path w="37478" h="15412" extrusionOk="0">
                    <a:moveTo>
                      <a:pt x="17721" y="1"/>
                    </a:moveTo>
                    <a:cubicBezTo>
                      <a:pt x="13040" y="1"/>
                      <a:pt x="2766" y="2189"/>
                      <a:pt x="456" y="2706"/>
                    </a:cubicBezTo>
                    <a:cubicBezTo>
                      <a:pt x="274" y="2979"/>
                      <a:pt x="122" y="3283"/>
                      <a:pt x="0" y="3618"/>
                    </a:cubicBezTo>
                    <a:lnTo>
                      <a:pt x="16353" y="15411"/>
                    </a:lnTo>
                    <a:lnTo>
                      <a:pt x="37478" y="12402"/>
                    </a:lnTo>
                    <a:lnTo>
                      <a:pt x="32432" y="7995"/>
                    </a:lnTo>
                    <a:cubicBezTo>
                      <a:pt x="27751" y="4347"/>
                      <a:pt x="21247" y="1"/>
                      <a:pt x="177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9"/>
              <p:cNvSpPr/>
              <p:nvPr/>
            </p:nvSpPr>
            <p:spPr>
              <a:xfrm>
                <a:off x="238125" y="4460075"/>
                <a:ext cx="408825" cy="759925"/>
              </a:xfrm>
              <a:custGeom>
                <a:avLst/>
                <a:gdLst/>
                <a:ahLst/>
                <a:cxnLst/>
                <a:rect l="l" t="t" r="r" b="b"/>
                <a:pathLst>
                  <a:path w="16353" h="30397" extrusionOk="0">
                    <a:moveTo>
                      <a:pt x="0" y="1"/>
                    </a:moveTo>
                    <a:lnTo>
                      <a:pt x="0" y="30396"/>
                    </a:lnTo>
                    <a:lnTo>
                      <a:pt x="12918" y="30396"/>
                    </a:lnTo>
                    <a:lnTo>
                      <a:pt x="16353" y="11764"/>
                    </a:ln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0" name="Google Shape;160;p9"/>
            <p:cNvGrpSpPr/>
            <p:nvPr/>
          </p:nvGrpSpPr>
          <p:grpSpPr>
            <a:xfrm>
              <a:off x="1084800" y="4727600"/>
              <a:ext cx="1718900" cy="515300"/>
              <a:chOff x="1064875" y="4710025"/>
              <a:chExt cx="1718900" cy="515300"/>
            </a:xfrm>
          </p:grpSpPr>
          <p:sp>
            <p:nvSpPr>
              <p:cNvPr id="161" name="Google Shape;161;p9"/>
              <p:cNvSpPr/>
              <p:nvPr/>
            </p:nvSpPr>
            <p:spPr>
              <a:xfrm>
                <a:off x="1064875" y="4710025"/>
                <a:ext cx="1718900" cy="515300"/>
              </a:xfrm>
              <a:custGeom>
                <a:avLst/>
                <a:gdLst/>
                <a:ahLst/>
                <a:cxnLst/>
                <a:rect l="l" t="t" r="r" b="b"/>
                <a:pathLst>
                  <a:path w="68756" h="20612" extrusionOk="0">
                    <a:moveTo>
                      <a:pt x="31859" y="0"/>
                    </a:moveTo>
                    <a:cubicBezTo>
                      <a:pt x="31486" y="0"/>
                      <a:pt x="31118" y="26"/>
                      <a:pt x="30761" y="64"/>
                    </a:cubicBezTo>
                    <a:cubicBezTo>
                      <a:pt x="21825" y="1219"/>
                      <a:pt x="4408" y="7389"/>
                      <a:pt x="4408" y="7389"/>
                    </a:cubicBezTo>
                    <a:lnTo>
                      <a:pt x="1" y="20216"/>
                    </a:lnTo>
                    <a:lnTo>
                      <a:pt x="48239" y="20490"/>
                    </a:lnTo>
                    <a:lnTo>
                      <a:pt x="68756" y="20611"/>
                    </a:lnTo>
                    <a:lnTo>
                      <a:pt x="68756" y="20550"/>
                    </a:lnTo>
                    <a:cubicBezTo>
                      <a:pt x="68634" y="20186"/>
                      <a:pt x="67570" y="17207"/>
                      <a:pt x="64014" y="14714"/>
                    </a:cubicBezTo>
                    <a:cubicBezTo>
                      <a:pt x="60427" y="12192"/>
                      <a:pt x="42159" y="520"/>
                      <a:pt x="32554" y="33"/>
                    </a:cubicBezTo>
                    <a:cubicBezTo>
                      <a:pt x="32322" y="10"/>
                      <a:pt x="32090" y="0"/>
                      <a:pt x="318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 name="Google Shape;162;p9"/>
              <p:cNvSpPr/>
              <p:nvPr/>
            </p:nvSpPr>
            <p:spPr>
              <a:xfrm>
                <a:off x="1843000" y="4710850"/>
                <a:ext cx="940775" cy="514475"/>
              </a:xfrm>
              <a:custGeom>
                <a:avLst/>
                <a:gdLst/>
                <a:ahLst/>
                <a:cxnLst/>
                <a:rect l="l" t="t" r="r" b="b"/>
                <a:pathLst>
                  <a:path w="37631" h="20579" extrusionOk="0">
                    <a:moveTo>
                      <a:pt x="1399" y="0"/>
                    </a:moveTo>
                    <a:cubicBezTo>
                      <a:pt x="1399" y="0"/>
                      <a:pt x="1" y="8724"/>
                      <a:pt x="5077" y="11247"/>
                    </a:cubicBezTo>
                    <a:cubicBezTo>
                      <a:pt x="10153" y="13770"/>
                      <a:pt x="15077" y="16566"/>
                      <a:pt x="15989" y="17843"/>
                    </a:cubicBezTo>
                    <a:cubicBezTo>
                      <a:pt x="16506" y="18633"/>
                      <a:pt x="16901" y="19514"/>
                      <a:pt x="17114" y="20457"/>
                    </a:cubicBezTo>
                    <a:lnTo>
                      <a:pt x="37631" y="20578"/>
                    </a:lnTo>
                    <a:lnTo>
                      <a:pt x="37631" y="20517"/>
                    </a:lnTo>
                    <a:cubicBezTo>
                      <a:pt x="37509" y="20153"/>
                      <a:pt x="36445" y="17174"/>
                      <a:pt x="32889" y="14681"/>
                    </a:cubicBezTo>
                    <a:cubicBezTo>
                      <a:pt x="29302" y="12159"/>
                      <a:pt x="11034" y="487"/>
                      <a:pt x="13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63" name="Google Shape;163;p9"/>
          <p:cNvSpPr/>
          <p:nvPr/>
        </p:nvSpPr>
        <p:spPr>
          <a:xfrm flipH="1">
            <a:off x="7581190" y="6068913"/>
            <a:ext cx="218743" cy="139495"/>
          </a:xfrm>
          <a:custGeom>
            <a:avLst/>
            <a:gdLst/>
            <a:ahLst/>
            <a:cxnLst/>
            <a:rect l="l" t="t" r="r" b="b"/>
            <a:pathLst>
              <a:path w="4237" h="2702" extrusionOk="0">
                <a:moveTo>
                  <a:pt x="1618" y="1"/>
                </a:moveTo>
                <a:cubicBezTo>
                  <a:pt x="1567" y="1"/>
                  <a:pt x="1515" y="12"/>
                  <a:pt x="1468" y="35"/>
                </a:cubicBezTo>
                <a:cubicBezTo>
                  <a:pt x="1401" y="102"/>
                  <a:pt x="1334" y="169"/>
                  <a:pt x="1268" y="236"/>
                </a:cubicBezTo>
                <a:cubicBezTo>
                  <a:pt x="1234" y="269"/>
                  <a:pt x="1234" y="302"/>
                  <a:pt x="1201" y="336"/>
                </a:cubicBezTo>
                <a:cubicBezTo>
                  <a:pt x="1101" y="369"/>
                  <a:pt x="1034" y="369"/>
                  <a:pt x="968" y="402"/>
                </a:cubicBezTo>
                <a:cubicBezTo>
                  <a:pt x="767" y="502"/>
                  <a:pt x="567" y="602"/>
                  <a:pt x="434" y="736"/>
                </a:cubicBezTo>
                <a:cubicBezTo>
                  <a:pt x="267" y="836"/>
                  <a:pt x="134" y="969"/>
                  <a:pt x="34" y="1136"/>
                </a:cubicBezTo>
                <a:cubicBezTo>
                  <a:pt x="0" y="1203"/>
                  <a:pt x="0" y="1270"/>
                  <a:pt x="0" y="1336"/>
                </a:cubicBezTo>
                <a:cubicBezTo>
                  <a:pt x="34" y="1403"/>
                  <a:pt x="67" y="1503"/>
                  <a:pt x="134" y="1570"/>
                </a:cubicBezTo>
                <a:cubicBezTo>
                  <a:pt x="234" y="1703"/>
                  <a:pt x="334" y="1837"/>
                  <a:pt x="501" y="1937"/>
                </a:cubicBezTo>
                <a:cubicBezTo>
                  <a:pt x="667" y="2003"/>
                  <a:pt x="801" y="2037"/>
                  <a:pt x="968" y="2070"/>
                </a:cubicBezTo>
                <a:cubicBezTo>
                  <a:pt x="1168" y="2070"/>
                  <a:pt x="1368" y="2104"/>
                  <a:pt x="1568" y="2104"/>
                </a:cubicBezTo>
                <a:lnTo>
                  <a:pt x="1668" y="2237"/>
                </a:lnTo>
                <a:cubicBezTo>
                  <a:pt x="1701" y="2337"/>
                  <a:pt x="1735" y="2404"/>
                  <a:pt x="1801" y="2504"/>
                </a:cubicBezTo>
                <a:cubicBezTo>
                  <a:pt x="1874" y="2576"/>
                  <a:pt x="1981" y="2701"/>
                  <a:pt x="2086" y="2701"/>
                </a:cubicBezTo>
                <a:cubicBezTo>
                  <a:pt x="2126" y="2701"/>
                  <a:pt x="2165" y="2683"/>
                  <a:pt x="2202" y="2637"/>
                </a:cubicBezTo>
                <a:cubicBezTo>
                  <a:pt x="2235" y="2571"/>
                  <a:pt x="2268" y="2504"/>
                  <a:pt x="2302" y="2437"/>
                </a:cubicBezTo>
                <a:cubicBezTo>
                  <a:pt x="2302" y="2370"/>
                  <a:pt x="2335" y="2304"/>
                  <a:pt x="2402" y="2270"/>
                </a:cubicBezTo>
                <a:cubicBezTo>
                  <a:pt x="2435" y="2270"/>
                  <a:pt x="2469" y="2237"/>
                  <a:pt x="2469" y="2204"/>
                </a:cubicBezTo>
                <a:cubicBezTo>
                  <a:pt x="2502" y="2170"/>
                  <a:pt x="2435" y="2104"/>
                  <a:pt x="2402" y="2070"/>
                </a:cubicBezTo>
                <a:cubicBezTo>
                  <a:pt x="2335" y="2070"/>
                  <a:pt x="2302" y="2037"/>
                  <a:pt x="2235" y="2037"/>
                </a:cubicBezTo>
                <a:cubicBezTo>
                  <a:pt x="2302" y="2003"/>
                  <a:pt x="2369" y="2003"/>
                  <a:pt x="2435" y="1970"/>
                </a:cubicBezTo>
                <a:cubicBezTo>
                  <a:pt x="2535" y="1937"/>
                  <a:pt x="2602" y="1903"/>
                  <a:pt x="2702" y="1870"/>
                </a:cubicBezTo>
                <a:cubicBezTo>
                  <a:pt x="2869" y="1737"/>
                  <a:pt x="3069" y="1637"/>
                  <a:pt x="3269" y="1570"/>
                </a:cubicBezTo>
                <a:cubicBezTo>
                  <a:pt x="3319" y="1561"/>
                  <a:pt x="3369" y="1557"/>
                  <a:pt x="3419" y="1557"/>
                </a:cubicBezTo>
                <a:cubicBezTo>
                  <a:pt x="3567" y="1557"/>
                  <a:pt x="3711" y="1595"/>
                  <a:pt x="3836" y="1670"/>
                </a:cubicBezTo>
                <a:cubicBezTo>
                  <a:pt x="3903" y="1737"/>
                  <a:pt x="3970" y="1803"/>
                  <a:pt x="4036" y="1870"/>
                </a:cubicBezTo>
                <a:cubicBezTo>
                  <a:pt x="4063" y="1897"/>
                  <a:pt x="4090" y="1946"/>
                  <a:pt x="4135" y="1946"/>
                </a:cubicBezTo>
                <a:cubicBezTo>
                  <a:pt x="4146" y="1946"/>
                  <a:pt x="4157" y="1943"/>
                  <a:pt x="4170" y="1937"/>
                </a:cubicBezTo>
                <a:cubicBezTo>
                  <a:pt x="4203" y="1937"/>
                  <a:pt x="4203" y="1837"/>
                  <a:pt x="4203" y="1803"/>
                </a:cubicBezTo>
                <a:cubicBezTo>
                  <a:pt x="4203" y="1703"/>
                  <a:pt x="4203" y="1603"/>
                  <a:pt x="4170" y="1503"/>
                </a:cubicBezTo>
                <a:cubicBezTo>
                  <a:pt x="4136" y="1436"/>
                  <a:pt x="4103" y="1370"/>
                  <a:pt x="4036" y="1303"/>
                </a:cubicBezTo>
                <a:cubicBezTo>
                  <a:pt x="3970" y="1236"/>
                  <a:pt x="3970" y="1170"/>
                  <a:pt x="4036" y="1103"/>
                </a:cubicBezTo>
                <a:cubicBezTo>
                  <a:pt x="4070" y="1069"/>
                  <a:pt x="4103" y="1036"/>
                  <a:pt x="4103" y="1003"/>
                </a:cubicBezTo>
                <a:cubicBezTo>
                  <a:pt x="4203" y="836"/>
                  <a:pt x="4237" y="636"/>
                  <a:pt x="4203" y="436"/>
                </a:cubicBezTo>
                <a:cubicBezTo>
                  <a:pt x="4103" y="436"/>
                  <a:pt x="4036" y="502"/>
                  <a:pt x="3970" y="569"/>
                </a:cubicBezTo>
                <a:lnTo>
                  <a:pt x="3903" y="602"/>
                </a:lnTo>
                <a:cubicBezTo>
                  <a:pt x="3870" y="669"/>
                  <a:pt x="3803" y="736"/>
                  <a:pt x="3736" y="769"/>
                </a:cubicBezTo>
                <a:cubicBezTo>
                  <a:pt x="3611" y="844"/>
                  <a:pt x="3448" y="882"/>
                  <a:pt x="3305" y="882"/>
                </a:cubicBezTo>
                <a:cubicBezTo>
                  <a:pt x="3257" y="882"/>
                  <a:pt x="3211" y="878"/>
                  <a:pt x="3169" y="869"/>
                </a:cubicBezTo>
                <a:cubicBezTo>
                  <a:pt x="3069" y="869"/>
                  <a:pt x="2969" y="803"/>
                  <a:pt x="2869" y="769"/>
                </a:cubicBezTo>
                <a:cubicBezTo>
                  <a:pt x="2902" y="736"/>
                  <a:pt x="2902" y="669"/>
                  <a:pt x="2869" y="636"/>
                </a:cubicBezTo>
                <a:cubicBezTo>
                  <a:pt x="2836" y="569"/>
                  <a:pt x="2769" y="536"/>
                  <a:pt x="2702" y="502"/>
                </a:cubicBezTo>
                <a:cubicBezTo>
                  <a:pt x="2669" y="469"/>
                  <a:pt x="2535" y="402"/>
                  <a:pt x="2435" y="336"/>
                </a:cubicBezTo>
                <a:cubicBezTo>
                  <a:pt x="2268" y="236"/>
                  <a:pt x="2068" y="202"/>
                  <a:pt x="1868" y="102"/>
                </a:cubicBezTo>
                <a:cubicBezTo>
                  <a:pt x="1804" y="37"/>
                  <a:pt x="1711" y="1"/>
                  <a:pt x="1618"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4" name="Google Shape;164;p9"/>
          <p:cNvSpPr/>
          <p:nvPr/>
        </p:nvSpPr>
        <p:spPr>
          <a:xfrm flipH="1">
            <a:off x="5442874" y="4745882"/>
            <a:ext cx="217039" cy="138721"/>
          </a:xfrm>
          <a:custGeom>
            <a:avLst/>
            <a:gdLst/>
            <a:ahLst/>
            <a:cxnLst/>
            <a:rect l="l" t="t" r="r" b="b"/>
            <a:pathLst>
              <a:path w="4204" h="2687" extrusionOk="0">
                <a:moveTo>
                  <a:pt x="1623" y="0"/>
                </a:moveTo>
                <a:cubicBezTo>
                  <a:pt x="1570" y="0"/>
                  <a:pt x="1517" y="8"/>
                  <a:pt x="1468" y="20"/>
                </a:cubicBezTo>
                <a:cubicBezTo>
                  <a:pt x="1401" y="87"/>
                  <a:pt x="1335" y="154"/>
                  <a:pt x="1268" y="220"/>
                </a:cubicBezTo>
                <a:cubicBezTo>
                  <a:pt x="1235" y="254"/>
                  <a:pt x="1235" y="287"/>
                  <a:pt x="1201" y="320"/>
                </a:cubicBezTo>
                <a:cubicBezTo>
                  <a:pt x="1101" y="354"/>
                  <a:pt x="1034" y="387"/>
                  <a:pt x="968" y="420"/>
                </a:cubicBezTo>
                <a:cubicBezTo>
                  <a:pt x="768" y="487"/>
                  <a:pt x="601" y="587"/>
                  <a:pt x="434" y="721"/>
                </a:cubicBezTo>
                <a:cubicBezTo>
                  <a:pt x="267" y="821"/>
                  <a:pt x="134" y="954"/>
                  <a:pt x="34" y="1121"/>
                </a:cubicBezTo>
                <a:cubicBezTo>
                  <a:pt x="0" y="1188"/>
                  <a:pt x="0" y="1254"/>
                  <a:pt x="0" y="1321"/>
                </a:cubicBezTo>
                <a:cubicBezTo>
                  <a:pt x="34" y="1421"/>
                  <a:pt x="67" y="1488"/>
                  <a:pt x="134" y="1555"/>
                </a:cubicBezTo>
                <a:cubicBezTo>
                  <a:pt x="234" y="1721"/>
                  <a:pt x="334" y="1855"/>
                  <a:pt x="501" y="1921"/>
                </a:cubicBezTo>
                <a:cubicBezTo>
                  <a:pt x="668" y="1988"/>
                  <a:pt x="801" y="2022"/>
                  <a:pt x="968" y="2055"/>
                </a:cubicBezTo>
                <a:cubicBezTo>
                  <a:pt x="1168" y="2088"/>
                  <a:pt x="1368" y="2088"/>
                  <a:pt x="1568" y="2088"/>
                </a:cubicBezTo>
                <a:cubicBezTo>
                  <a:pt x="1602" y="2122"/>
                  <a:pt x="1635" y="2188"/>
                  <a:pt x="1668" y="2222"/>
                </a:cubicBezTo>
                <a:cubicBezTo>
                  <a:pt x="1702" y="2322"/>
                  <a:pt x="1735" y="2422"/>
                  <a:pt x="1802" y="2489"/>
                </a:cubicBezTo>
                <a:cubicBezTo>
                  <a:pt x="1874" y="2561"/>
                  <a:pt x="1982" y="2686"/>
                  <a:pt x="2086" y="2686"/>
                </a:cubicBezTo>
                <a:cubicBezTo>
                  <a:pt x="2126" y="2686"/>
                  <a:pt x="2165" y="2668"/>
                  <a:pt x="2202" y="2622"/>
                </a:cubicBezTo>
                <a:cubicBezTo>
                  <a:pt x="2235" y="2555"/>
                  <a:pt x="2269" y="2489"/>
                  <a:pt x="2302" y="2422"/>
                </a:cubicBezTo>
                <a:cubicBezTo>
                  <a:pt x="2302" y="2355"/>
                  <a:pt x="2335" y="2288"/>
                  <a:pt x="2402" y="2255"/>
                </a:cubicBezTo>
                <a:cubicBezTo>
                  <a:pt x="2435" y="2255"/>
                  <a:pt x="2469" y="2222"/>
                  <a:pt x="2469" y="2188"/>
                </a:cubicBezTo>
                <a:cubicBezTo>
                  <a:pt x="2502" y="2155"/>
                  <a:pt x="2435" y="2122"/>
                  <a:pt x="2402" y="2088"/>
                </a:cubicBezTo>
                <a:cubicBezTo>
                  <a:pt x="2335" y="2055"/>
                  <a:pt x="2302" y="2055"/>
                  <a:pt x="2235" y="2022"/>
                </a:cubicBezTo>
                <a:cubicBezTo>
                  <a:pt x="2302" y="2022"/>
                  <a:pt x="2369" y="1988"/>
                  <a:pt x="2435" y="1988"/>
                </a:cubicBezTo>
                <a:cubicBezTo>
                  <a:pt x="2536" y="1955"/>
                  <a:pt x="2602" y="1888"/>
                  <a:pt x="2702" y="1855"/>
                </a:cubicBezTo>
                <a:cubicBezTo>
                  <a:pt x="2869" y="1721"/>
                  <a:pt x="3069" y="1621"/>
                  <a:pt x="3269" y="1588"/>
                </a:cubicBezTo>
                <a:cubicBezTo>
                  <a:pt x="3325" y="1569"/>
                  <a:pt x="3381" y="1561"/>
                  <a:pt x="3436" y="1561"/>
                </a:cubicBezTo>
                <a:cubicBezTo>
                  <a:pt x="3579" y="1561"/>
                  <a:pt x="3716" y="1616"/>
                  <a:pt x="3836" y="1688"/>
                </a:cubicBezTo>
                <a:cubicBezTo>
                  <a:pt x="3903" y="1721"/>
                  <a:pt x="3970" y="1788"/>
                  <a:pt x="4037" y="1855"/>
                </a:cubicBezTo>
                <a:cubicBezTo>
                  <a:pt x="4070" y="1888"/>
                  <a:pt x="4103" y="1955"/>
                  <a:pt x="4170" y="1955"/>
                </a:cubicBezTo>
                <a:cubicBezTo>
                  <a:pt x="4203" y="1921"/>
                  <a:pt x="4203" y="1821"/>
                  <a:pt x="4203" y="1788"/>
                </a:cubicBezTo>
                <a:cubicBezTo>
                  <a:pt x="4203" y="1688"/>
                  <a:pt x="4170" y="1588"/>
                  <a:pt x="4137" y="1488"/>
                </a:cubicBezTo>
                <a:cubicBezTo>
                  <a:pt x="4103" y="1388"/>
                  <a:pt x="4037" y="1321"/>
                  <a:pt x="4003" y="1288"/>
                </a:cubicBezTo>
                <a:cubicBezTo>
                  <a:pt x="3937" y="1188"/>
                  <a:pt x="3937" y="1154"/>
                  <a:pt x="4003" y="1088"/>
                </a:cubicBezTo>
                <a:cubicBezTo>
                  <a:pt x="4170" y="921"/>
                  <a:pt x="4203" y="654"/>
                  <a:pt x="4170" y="420"/>
                </a:cubicBezTo>
                <a:cubicBezTo>
                  <a:pt x="4070" y="420"/>
                  <a:pt x="3970" y="454"/>
                  <a:pt x="3937" y="520"/>
                </a:cubicBezTo>
                <a:lnTo>
                  <a:pt x="3870" y="587"/>
                </a:lnTo>
                <a:cubicBezTo>
                  <a:pt x="3803" y="621"/>
                  <a:pt x="3770" y="687"/>
                  <a:pt x="3703" y="721"/>
                </a:cubicBezTo>
                <a:cubicBezTo>
                  <a:pt x="3550" y="823"/>
                  <a:pt x="3397" y="866"/>
                  <a:pt x="3244" y="866"/>
                </a:cubicBezTo>
                <a:cubicBezTo>
                  <a:pt x="3197" y="866"/>
                  <a:pt x="3150" y="862"/>
                  <a:pt x="3103" y="854"/>
                </a:cubicBezTo>
                <a:cubicBezTo>
                  <a:pt x="3003" y="821"/>
                  <a:pt x="2902" y="787"/>
                  <a:pt x="2836" y="721"/>
                </a:cubicBezTo>
                <a:cubicBezTo>
                  <a:pt x="2869" y="721"/>
                  <a:pt x="2869" y="654"/>
                  <a:pt x="2869" y="621"/>
                </a:cubicBezTo>
                <a:cubicBezTo>
                  <a:pt x="2836" y="554"/>
                  <a:pt x="2769" y="520"/>
                  <a:pt x="2702" y="487"/>
                </a:cubicBezTo>
                <a:cubicBezTo>
                  <a:pt x="2669" y="487"/>
                  <a:pt x="2536" y="387"/>
                  <a:pt x="2435" y="354"/>
                </a:cubicBezTo>
                <a:cubicBezTo>
                  <a:pt x="2269" y="220"/>
                  <a:pt x="2069" y="187"/>
                  <a:pt x="1868" y="87"/>
                </a:cubicBezTo>
                <a:cubicBezTo>
                  <a:pt x="1805" y="23"/>
                  <a:pt x="1715" y="0"/>
                  <a:pt x="1623"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5" name="Google Shape;165;p9"/>
          <p:cNvSpPr/>
          <p:nvPr/>
        </p:nvSpPr>
        <p:spPr>
          <a:xfrm flipH="1">
            <a:off x="4530819" y="5953259"/>
            <a:ext cx="215283" cy="139083"/>
          </a:xfrm>
          <a:custGeom>
            <a:avLst/>
            <a:gdLst/>
            <a:ahLst/>
            <a:cxnLst/>
            <a:rect l="l" t="t" r="r" b="b"/>
            <a:pathLst>
              <a:path w="4170" h="2694" extrusionOk="0">
                <a:moveTo>
                  <a:pt x="1642" y="1"/>
                </a:moveTo>
                <a:cubicBezTo>
                  <a:pt x="1578" y="1"/>
                  <a:pt x="1509" y="17"/>
                  <a:pt x="1434" y="47"/>
                </a:cubicBezTo>
                <a:cubicBezTo>
                  <a:pt x="1368" y="81"/>
                  <a:pt x="1301" y="148"/>
                  <a:pt x="1268" y="214"/>
                </a:cubicBezTo>
                <a:cubicBezTo>
                  <a:pt x="1234" y="248"/>
                  <a:pt x="1201" y="281"/>
                  <a:pt x="1168" y="348"/>
                </a:cubicBezTo>
                <a:cubicBezTo>
                  <a:pt x="1101" y="348"/>
                  <a:pt x="1034" y="381"/>
                  <a:pt x="934" y="414"/>
                </a:cubicBezTo>
                <a:cubicBezTo>
                  <a:pt x="734" y="481"/>
                  <a:pt x="567" y="581"/>
                  <a:pt x="400" y="715"/>
                </a:cubicBezTo>
                <a:cubicBezTo>
                  <a:pt x="234" y="815"/>
                  <a:pt x="133" y="948"/>
                  <a:pt x="33" y="1115"/>
                </a:cubicBezTo>
                <a:cubicBezTo>
                  <a:pt x="0" y="1182"/>
                  <a:pt x="0" y="1248"/>
                  <a:pt x="0" y="1315"/>
                </a:cubicBezTo>
                <a:cubicBezTo>
                  <a:pt x="33" y="1415"/>
                  <a:pt x="67" y="1482"/>
                  <a:pt x="100" y="1549"/>
                </a:cubicBezTo>
                <a:cubicBezTo>
                  <a:pt x="200" y="1715"/>
                  <a:pt x="334" y="1849"/>
                  <a:pt x="500" y="1915"/>
                </a:cubicBezTo>
                <a:cubicBezTo>
                  <a:pt x="634" y="1982"/>
                  <a:pt x="801" y="2049"/>
                  <a:pt x="967" y="2049"/>
                </a:cubicBezTo>
                <a:cubicBezTo>
                  <a:pt x="1168" y="2082"/>
                  <a:pt x="1368" y="2082"/>
                  <a:pt x="1568" y="2082"/>
                </a:cubicBezTo>
                <a:cubicBezTo>
                  <a:pt x="1601" y="2149"/>
                  <a:pt x="1601" y="2182"/>
                  <a:pt x="1635" y="2216"/>
                </a:cubicBezTo>
                <a:cubicBezTo>
                  <a:pt x="1668" y="2316"/>
                  <a:pt x="1735" y="2416"/>
                  <a:pt x="1801" y="2483"/>
                </a:cubicBezTo>
                <a:cubicBezTo>
                  <a:pt x="1852" y="2559"/>
                  <a:pt x="1981" y="2694"/>
                  <a:pt x="2099" y="2694"/>
                </a:cubicBezTo>
                <a:cubicBezTo>
                  <a:pt x="2135" y="2694"/>
                  <a:pt x="2170" y="2681"/>
                  <a:pt x="2202" y="2649"/>
                </a:cubicBezTo>
                <a:cubicBezTo>
                  <a:pt x="2202" y="2549"/>
                  <a:pt x="2235" y="2449"/>
                  <a:pt x="2235" y="2382"/>
                </a:cubicBezTo>
                <a:cubicBezTo>
                  <a:pt x="2235" y="2316"/>
                  <a:pt x="2268" y="2249"/>
                  <a:pt x="2335" y="2216"/>
                </a:cubicBezTo>
                <a:cubicBezTo>
                  <a:pt x="2335" y="2216"/>
                  <a:pt x="2402" y="2182"/>
                  <a:pt x="2402" y="2149"/>
                </a:cubicBezTo>
                <a:cubicBezTo>
                  <a:pt x="2402" y="2116"/>
                  <a:pt x="2368" y="2049"/>
                  <a:pt x="2335" y="2049"/>
                </a:cubicBezTo>
                <a:cubicBezTo>
                  <a:pt x="2268" y="2016"/>
                  <a:pt x="2202" y="1982"/>
                  <a:pt x="2168" y="1982"/>
                </a:cubicBezTo>
                <a:cubicBezTo>
                  <a:pt x="2235" y="1949"/>
                  <a:pt x="2302" y="1949"/>
                  <a:pt x="2368" y="1915"/>
                </a:cubicBezTo>
                <a:cubicBezTo>
                  <a:pt x="2468" y="1882"/>
                  <a:pt x="2535" y="1849"/>
                  <a:pt x="2635" y="1815"/>
                </a:cubicBezTo>
                <a:cubicBezTo>
                  <a:pt x="2802" y="1682"/>
                  <a:pt x="3002" y="1582"/>
                  <a:pt x="3202" y="1515"/>
                </a:cubicBezTo>
                <a:cubicBezTo>
                  <a:pt x="3252" y="1507"/>
                  <a:pt x="3302" y="1503"/>
                  <a:pt x="3352" y="1503"/>
                </a:cubicBezTo>
                <a:cubicBezTo>
                  <a:pt x="3500" y="1503"/>
                  <a:pt x="3644" y="1540"/>
                  <a:pt x="3769" y="1615"/>
                </a:cubicBezTo>
                <a:cubicBezTo>
                  <a:pt x="3836" y="1682"/>
                  <a:pt x="3903" y="1749"/>
                  <a:pt x="3970" y="1815"/>
                </a:cubicBezTo>
                <a:cubicBezTo>
                  <a:pt x="3997" y="1842"/>
                  <a:pt x="4024" y="1891"/>
                  <a:pt x="4068" y="1891"/>
                </a:cubicBezTo>
                <a:cubicBezTo>
                  <a:pt x="4079" y="1891"/>
                  <a:pt x="4090" y="1888"/>
                  <a:pt x="4103" y="1882"/>
                </a:cubicBezTo>
                <a:cubicBezTo>
                  <a:pt x="4136" y="1882"/>
                  <a:pt x="4136" y="1782"/>
                  <a:pt x="4136" y="1749"/>
                </a:cubicBezTo>
                <a:cubicBezTo>
                  <a:pt x="4136" y="1649"/>
                  <a:pt x="4136" y="1549"/>
                  <a:pt x="4103" y="1448"/>
                </a:cubicBezTo>
                <a:cubicBezTo>
                  <a:pt x="4070" y="1382"/>
                  <a:pt x="4036" y="1315"/>
                  <a:pt x="3970" y="1248"/>
                </a:cubicBezTo>
                <a:cubicBezTo>
                  <a:pt x="3936" y="1215"/>
                  <a:pt x="3936" y="1115"/>
                  <a:pt x="3970" y="1082"/>
                </a:cubicBezTo>
                <a:cubicBezTo>
                  <a:pt x="4003" y="1048"/>
                  <a:pt x="4036" y="1015"/>
                  <a:pt x="4070" y="981"/>
                </a:cubicBezTo>
                <a:cubicBezTo>
                  <a:pt x="4136" y="781"/>
                  <a:pt x="4170" y="615"/>
                  <a:pt x="4136" y="414"/>
                </a:cubicBezTo>
                <a:cubicBezTo>
                  <a:pt x="4070" y="414"/>
                  <a:pt x="3970" y="448"/>
                  <a:pt x="3903" y="548"/>
                </a:cubicBezTo>
                <a:lnTo>
                  <a:pt x="3869" y="581"/>
                </a:lnTo>
                <a:cubicBezTo>
                  <a:pt x="3803" y="615"/>
                  <a:pt x="3736" y="681"/>
                  <a:pt x="3669" y="748"/>
                </a:cubicBezTo>
                <a:cubicBezTo>
                  <a:pt x="3544" y="823"/>
                  <a:pt x="3400" y="861"/>
                  <a:pt x="3252" y="861"/>
                </a:cubicBezTo>
                <a:cubicBezTo>
                  <a:pt x="3202" y="861"/>
                  <a:pt x="3152" y="856"/>
                  <a:pt x="3102" y="848"/>
                </a:cubicBezTo>
                <a:cubicBezTo>
                  <a:pt x="3002" y="815"/>
                  <a:pt x="2902" y="781"/>
                  <a:pt x="2835" y="748"/>
                </a:cubicBezTo>
                <a:cubicBezTo>
                  <a:pt x="2869" y="715"/>
                  <a:pt x="2869" y="648"/>
                  <a:pt x="2869" y="615"/>
                </a:cubicBezTo>
                <a:cubicBezTo>
                  <a:pt x="2835" y="581"/>
                  <a:pt x="2769" y="548"/>
                  <a:pt x="2702" y="514"/>
                </a:cubicBezTo>
                <a:cubicBezTo>
                  <a:pt x="2635" y="481"/>
                  <a:pt x="2535" y="381"/>
                  <a:pt x="2435" y="348"/>
                </a:cubicBezTo>
                <a:cubicBezTo>
                  <a:pt x="2235" y="248"/>
                  <a:pt x="2035" y="181"/>
                  <a:pt x="1868" y="81"/>
                </a:cubicBezTo>
                <a:cubicBezTo>
                  <a:pt x="1795" y="26"/>
                  <a:pt x="1721" y="1"/>
                  <a:pt x="1642"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6" name="Google Shape;166;p9"/>
          <p:cNvSpPr/>
          <p:nvPr/>
        </p:nvSpPr>
        <p:spPr>
          <a:xfrm>
            <a:off x="6212398" y="5596449"/>
            <a:ext cx="217039" cy="139083"/>
          </a:xfrm>
          <a:custGeom>
            <a:avLst/>
            <a:gdLst/>
            <a:ahLst/>
            <a:cxnLst/>
            <a:rect l="l" t="t" r="r" b="b"/>
            <a:pathLst>
              <a:path w="4204" h="2694" extrusionOk="0">
                <a:moveTo>
                  <a:pt x="1642" y="1"/>
                </a:moveTo>
                <a:cubicBezTo>
                  <a:pt x="1578" y="1"/>
                  <a:pt x="1509" y="17"/>
                  <a:pt x="1434" y="47"/>
                </a:cubicBezTo>
                <a:cubicBezTo>
                  <a:pt x="1368" y="81"/>
                  <a:pt x="1301" y="147"/>
                  <a:pt x="1268" y="214"/>
                </a:cubicBezTo>
                <a:cubicBezTo>
                  <a:pt x="1234" y="247"/>
                  <a:pt x="1201" y="281"/>
                  <a:pt x="1168" y="347"/>
                </a:cubicBezTo>
                <a:cubicBezTo>
                  <a:pt x="1101" y="347"/>
                  <a:pt x="1001" y="381"/>
                  <a:pt x="934" y="414"/>
                </a:cubicBezTo>
                <a:cubicBezTo>
                  <a:pt x="734" y="481"/>
                  <a:pt x="567" y="581"/>
                  <a:pt x="400" y="714"/>
                </a:cubicBezTo>
                <a:cubicBezTo>
                  <a:pt x="234" y="814"/>
                  <a:pt x="133" y="981"/>
                  <a:pt x="33" y="1148"/>
                </a:cubicBezTo>
                <a:cubicBezTo>
                  <a:pt x="0" y="1181"/>
                  <a:pt x="0" y="1248"/>
                  <a:pt x="0" y="1315"/>
                </a:cubicBezTo>
                <a:cubicBezTo>
                  <a:pt x="33" y="1415"/>
                  <a:pt x="67" y="1482"/>
                  <a:pt x="100" y="1548"/>
                </a:cubicBezTo>
                <a:cubicBezTo>
                  <a:pt x="200" y="1715"/>
                  <a:pt x="334" y="1849"/>
                  <a:pt x="500" y="1915"/>
                </a:cubicBezTo>
                <a:cubicBezTo>
                  <a:pt x="634" y="1982"/>
                  <a:pt x="801" y="2049"/>
                  <a:pt x="967" y="2049"/>
                </a:cubicBezTo>
                <a:cubicBezTo>
                  <a:pt x="1168" y="2082"/>
                  <a:pt x="1368" y="2082"/>
                  <a:pt x="1568" y="2082"/>
                </a:cubicBezTo>
                <a:cubicBezTo>
                  <a:pt x="1601" y="2149"/>
                  <a:pt x="1601" y="2182"/>
                  <a:pt x="1635" y="2215"/>
                </a:cubicBezTo>
                <a:cubicBezTo>
                  <a:pt x="1668" y="2316"/>
                  <a:pt x="1735" y="2416"/>
                  <a:pt x="1801" y="2482"/>
                </a:cubicBezTo>
                <a:cubicBezTo>
                  <a:pt x="1852" y="2559"/>
                  <a:pt x="1981" y="2694"/>
                  <a:pt x="2099" y="2694"/>
                </a:cubicBezTo>
                <a:cubicBezTo>
                  <a:pt x="2135" y="2694"/>
                  <a:pt x="2170" y="2681"/>
                  <a:pt x="2202" y="2649"/>
                </a:cubicBezTo>
                <a:cubicBezTo>
                  <a:pt x="2235" y="2582"/>
                  <a:pt x="2268" y="2482"/>
                  <a:pt x="2268" y="2416"/>
                </a:cubicBezTo>
                <a:cubicBezTo>
                  <a:pt x="2302" y="2349"/>
                  <a:pt x="2335" y="2282"/>
                  <a:pt x="2402" y="2249"/>
                </a:cubicBezTo>
                <a:cubicBezTo>
                  <a:pt x="2402" y="2249"/>
                  <a:pt x="2468" y="2215"/>
                  <a:pt x="2468" y="2182"/>
                </a:cubicBezTo>
                <a:cubicBezTo>
                  <a:pt x="2468" y="2149"/>
                  <a:pt x="2435" y="2115"/>
                  <a:pt x="2402" y="2082"/>
                </a:cubicBezTo>
                <a:cubicBezTo>
                  <a:pt x="2335" y="2082"/>
                  <a:pt x="2268" y="2049"/>
                  <a:pt x="2235" y="2015"/>
                </a:cubicBezTo>
                <a:cubicBezTo>
                  <a:pt x="2302" y="2015"/>
                  <a:pt x="2368" y="1982"/>
                  <a:pt x="2435" y="1982"/>
                </a:cubicBezTo>
                <a:cubicBezTo>
                  <a:pt x="2535" y="1949"/>
                  <a:pt x="2602" y="1915"/>
                  <a:pt x="2669" y="1849"/>
                </a:cubicBezTo>
                <a:cubicBezTo>
                  <a:pt x="2869" y="1715"/>
                  <a:pt x="3069" y="1648"/>
                  <a:pt x="3269" y="1582"/>
                </a:cubicBezTo>
                <a:cubicBezTo>
                  <a:pt x="3319" y="1573"/>
                  <a:pt x="3369" y="1569"/>
                  <a:pt x="3419" y="1569"/>
                </a:cubicBezTo>
                <a:cubicBezTo>
                  <a:pt x="3567" y="1569"/>
                  <a:pt x="3711" y="1607"/>
                  <a:pt x="3836" y="1682"/>
                </a:cubicBezTo>
                <a:cubicBezTo>
                  <a:pt x="3903" y="1715"/>
                  <a:pt x="3970" y="1782"/>
                  <a:pt x="4036" y="1882"/>
                </a:cubicBezTo>
                <a:cubicBezTo>
                  <a:pt x="4063" y="1909"/>
                  <a:pt x="4090" y="1958"/>
                  <a:pt x="4135" y="1958"/>
                </a:cubicBezTo>
                <a:cubicBezTo>
                  <a:pt x="4145" y="1958"/>
                  <a:pt x="4157" y="1955"/>
                  <a:pt x="4170" y="1949"/>
                </a:cubicBezTo>
                <a:cubicBezTo>
                  <a:pt x="4203" y="1915"/>
                  <a:pt x="4203" y="1815"/>
                  <a:pt x="4203" y="1782"/>
                </a:cubicBezTo>
                <a:cubicBezTo>
                  <a:pt x="4203" y="1682"/>
                  <a:pt x="4170" y="1548"/>
                  <a:pt x="4103" y="1482"/>
                </a:cubicBezTo>
                <a:cubicBezTo>
                  <a:pt x="4070" y="1382"/>
                  <a:pt x="4036" y="1315"/>
                  <a:pt x="3970" y="1248"/>
                </a:cubicBezTo>
                <a:cubicBezTo>
                  <a:pt x="3936" y="1215"/>
                  <a:pt x="3936" y="1115"/>
                  <a:pt x="3970" y="1081"/>
                </a:cubicBezTo>
                <a:cubicBezTo>
                  <a:pt x="4003" y="1048"/>
                  <a:pt x="4036" y="1015"/>
                  <a:pt x="4070" y="981"/>
                </a:cubicBezTo>
                <a:cubicBezTo>
                  <a:pt x="4136" y="781"/>
                  <a:pt x="4170" y="614"/>
                  <a:pt x="4136" y="414"/>
                </a:cubicBezTo>
                <a:cubicBezTo>
                  <a:pt x="4070" y="414"/>
                  <a:pt x="3970" y="448"/>
                  <a:pt x="3903" y="548"/>
                </a:cubicBezTo>
                <a:lnTo>
                  <a:pt x="3869" y="581"/>
                </a:lnTo>
                <a:cubicBezTo>
                  <a:pt x="3803" y="648"/>
                  <a:pt x="3736" y="681"/>
                  <a:pt x="3669" y="748"/>
                </a:cubicBezTo>
                <a:cubicBezTo>
                  <a:pt x="3544" y="823"/>
                  <a:pt x="3400" y="860"/>
                  <a:pt x="3252" y="860"/>
                </a:cubicBezTo>
                <a:cubicBezTo>
                  <a:pt x="3202" y="860"/>
                  <a:pt x="3152" y="856"/>
                  <a:pt x="3102" y="848"/>
                </a:cubicBezTo>
                <a:cubicBezTo>
                  <a:pt x="3002" y="814"/>
                  <a:pt x="2902" y="781"/>
                  <a:pt x="2835" y="748"/>
                </a:cubicBezTo>
                <a:cubicBezTo>
                  <a:pt x="2869" y="714"/>
                  <a:pt x="2869" y="681"/>
                  <a:pt x="2869" y="614"/>
                </a:cubicBezTo>
                <a:cubicBezTo>
                  <a:pt x="2835" y="581"/>
                  <a:pt x="2769" y="548"/>
                  <a:pt x="2702" y="514"/>
                </a:cubicBezTo>
                <a:cubicBezTo>
                  <a:pt x="2635" y="481"/>
                  <a:pt x="2535" y="381"/>
                  <a:pt x="2435" y="347"/>
                </a:cubicBezTo>
                <a:cubicBezTo>
                  <a:pt x="2235" y="247"/>
                  <a:pt x="2035" y="181"/>
                  <a:pt x="1868" y="81"/>
                </a:cubicBezTo>
                <a:cubicBezTo>
                  <a:pt x="1795" y="26"/>
                  <a:pt x="1721" y="1"/>
                  <a:pt x="1642"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7" name="Google Shape;167;p9"/>
          <p:cNvSpPr/>
          <p:nvPr/>
        </p:nvSpPr>
        <p:spPr>
          <a:xfrm flipH="1">
            <a:off x="7634456" y="4884605"/>
            <a:ext cx="220445" cy="133816"/>
          </a:xfrm>
          <a:custGeom>
            <a:avLst/>
            <a:gdLst/>
            <a:ahLst/>
            <a:cxnLst/>
            <a:rect l="l" t="t" r="r" b="b"/>
            <a:pathLst>
              <a:path w="4270" h="2592" extrusionOk="0">
                <a:moveTo>
                  <a:pt x="1489" y="1"/>
                </a:moveTo>
                <a:cubicBezTo>
                  <a:pt x="1418" y="1"/>
                  <a:pt x="1351" y="17"/>
                  <a:pt x="1301" y="51"/>
                </a:cubicBezTo>
                <a:cubicBezTo>
                  <a:pt x="1234" y="117"/>
                  <a:pt x="1168" y="184"/>
                  <a:pt x="1134" y="251"/>
                </a:cubicBezTo>
                <a:cubicBezTo>
                  <a:pt x="1101" y="318"/>
                  <a:pt x="1068" y="351"/>
                  <a:pt x="1068" y="384"/>
                </a:cubicBezTo>
                <a:cubicBezTo>
                  <a:pt x="967" y="418"/>
                  <a:pt x="901" y="451"/>
                  <a:pt x="834" y="484"/>
                </a:cubicBezTo>
                <a:cubicBezTo>
                  <a:pt x="667" y="618"/>
                  <a:pt x="500" y="718"/>
                  <a:pt x="367" y="885"/>
                </a:cubicBezTo>
                <a:cubicBezTo>
                  <a:pt x="200" y="1018"/>
                  <a:pt x="100" y="1152"/>
                  <a:pt x="33" y="1352"/>
                </a:cubicBezTo>
                <a:cubicBezTo>
                  <a:pt x="0" y="1418"/>
                  <a:pt x="0" y="1485"/>
                  <a:pt x="33" y="1552"/>
                </a:cubicBezTo>
                <a:cubicBezTo>
                  <a:pt x="67" y="1619"/>
                  <a:pt x="134" y="1685"/>
                  <a:pt x="200" y="1752"/>
                </a:cubicBezTo>
                <a:cubicBezTo>
                  <a:pt x="300" y="1885"/>
                  <a:pt x="434" y="1986"/>
                  <a:pt x="601" y="2052"/>
                </a:cubicBezTo>
                <a:cubicBezTo>
                  <a:pt x="767" y="2119"/>
                  <a:pt x="934" y="2119"/>
                  <a:pt x="1068" y="2119"/>
                </a:cubicBezTo>
                <a:cubicBezTo>
                  <a:pt x="1268" y="2119"/>
                  <a:pt x="1468" y="2086"/>
                  <a:pt x="1668" y="2086"/>
                </a:cubicBezTo>
                <a:lnTo>
                  <a:pt x="1768" y="2186"/>
                </a:lnTo>
                <a:cubicBezTo>
                  <a:pt x="1835" y="2286"/>
                  <a:pt x="1901" y="2352"/>
                  <a:pt x="1968" y="2453"/>
                </a:cubicBezTo>
                <a:cubicBezTo>
                  <a:pt x="2037" y="2498"/>
                  <a:pt x="2153" y="2591"/>
                  <a:pt x="2251" y="2591"/>
                </a:cubicBezTo>
                <a:cubicBezTo>
                  <a:pt x="2296" y="2591"/>
                  <a:pt x="2337" y="2572"/>
                  <a:pt x="2368" y="2519"/>
                </a:cubicBezTo>
                <a:cubicBezTo>
                  <a:pt x="2402" y="2453"/>
                  <a:pt x="2435" y="2386"/>
                  <a:pt x="2435" y="2286"/>
                </a:cubicBezTo>
                <a:cubicBezTo>
                  <a:pt x="2435" y="2219"/>
                  <a:pt x="2469" y="2152"/>
                  <a:pt x="2535" y="2119"/>
                </a:cubicBezTo>
                <a:cubicBezTo>
                  <a:pt x="2535" y="2086"/>
                  <a:pt x="2602" y="2086"/>
                  <a:pt x="2602" y="2052"/>
                </a:cubicBezTo>
                <a:cubicBezTo>
                  <a:pt x="2602" y="2019"/>
                  <a:pt x="2535" y="1952"/>
                  <a:pt x="2502" y="1952"/>
                </a:cubicBezTo>
                <a:cubicBezTo>
                  <a:pt x="2435" y="1952"/>
                  <a:pt x="2402" y="1919"/>
                  <a:pt x="2335" y="1919"/>
                </a:cubicBezTo>
                <a:cubicBezTo>
                  <a:pt x="2402" y="1885"/>
                  <a:pt x="2469" y="1852"/>
                  <a:pt x="2535" y="1819"/>
                </a:cubicBezTo>
                <a:cubicBezTo>
                  <a:pt x="2602" y="1785"/>
                  <a:pt x="2702" y="1752"/>
                  <a:pt x="2769" y="1685"/>
                </a:cubicBezTo>
                <a:cubicBezTo>
                  <a:pt x="2902" y="1519"/>
                  <a:pt x="3102" y="1385"/>
                  <a:pt x="3302" y="1318"/>
                </a:cubicBezTo>
                <a:cubicBezTo>
                  <a:pt x="3386" y="1268"/>
                  <a:pt x="3478" y="1243"/>
                  <a:pt x="3569" y="1243"/>
                </a:cubicBezTo>
                <a:cubicBezTo>
                  <a:pt x="3661" y="1243"/>
                  <a:pt x="3753" y="1268"/>
                  <a:pt x="3836" y="1318"/>
                </a:cubicBezTo>
                <a:cubicBezTo>
                  <a:pt x="3936" y="1352"/>
                  <a:pt x="4003" y="1418"/>
                  <a:pt x="4070" y="1485"/>
                </a:cubicBezTo>
                <a:cubicBezTo>
                  <a:pt x="4096" y="1485"/>
                  <a:pt x="4144" y="1528"/>
                  <a:pt x="4180" y="1528"/>
                </a:cubicBezTo>
                <a:cubicBezTo>
                  <a:pt x="4188" y="1528"/>
                  <a:pt x="4196" y="1525"/>
                  <a:pt x="4203" y="1519"/>
                </a:cubicBezTo>
                <a:cubicBezTo>
                  <a:pt x="4270" y="1485"/>
                  <a:pt x="4236" y="1385"/>
                  <a:pt x="4236" y="1352"/>
                </a:cubicBezTo>
                <a:cubicBezTo>
                  <a:pt x="4236" y="1285"/>
                  <a:pt x="4203" y="1185"/>
                  <a:pt x="4136" y="1118"/>
                </a:cubicBezTo>
                <a:cubicBezTo>
                  <a:pt x="4103" y="1018"/>
                  <a:pt x="4070" y="985"/>
                  <a:pt x="4003" y="918"/>
                </a:cubicBezTo>
                <a:cubicBezTo>
                  <a:pt x="3936" y="885"/>
                  <a:pt x="3903" y="785"/>
                  <a:pt x="3970" y="751"/>
                </a:cubicBezTo>
                <a:cubicBezTo>
                  <a:pt x="3970" y="685"/>
                  <a:pt x="4003" y="651"/>
                  <a:pt x="4036" y="618"/>
                </a:cubicBezTo>
                <a:cubicBezTo>
                  <a:pt x="4070" y="418"/>
                  <a:pt x="4070" y="251"/>
                  <a:pt x="4036" y="51"/>
                </a:cubicBezTo>
                <a:cubicBezTo>
                  <a:pt x="3936" y="84"/>
                  <a:pt x="3870" y="117"/>
                  <a:pt x="3803" y="218"/>
                </a:cubicBezTo>
                <a:lnTo>
                  <a:pt x="3769" y="251"/>
                </a:lnTo>
                <a:cubicBezTo>
                  <a:pt x="3703" y="318"/>
                  <a:pt x="3669" y="384"/>
                  <a:pt x="3603" y="451"/>
                </a:cubicBezTo>
                <a:cubicBezTo>
                  <a:pt x="3458" y="538"/>
                  <a:pt x="3314" y="624"/>
                  <a:pt x="3148" y="624"/>
                </a:cubicBezTo>
                <a:cubicBezTo>
                  <a:pt x="3122" y="624"/>
                  <a:pt x="3096" y="622"/>
                  <a:pt x="3069" y="618"/>
                </a:cubicBezTo>
                <a:cubicBezTo>
                  <a:pt x="2936" y="618"/>
                  <a:pt x="2869" y="618"/>
                  <a:pt x="2769" y="551"/>
                </a:cubicBezTo>
                <a:cubicBezTo>
                  <a:pt x="2802" y="518"/>
                  <a:pt x="2802" y="484"/>
                  <a:pt x="2769" y="451"/>
                </a:cubicBezTo>
                <a:cubicBezTo>
                  <a:pt x="2702" y="418"/>
                  <a:pt x="2669" y="351"/>
                  <a:pt x="2602" y="351"/>
                </a:cubicBezTo>
                <a:cubicBezTo>
                  <a:pt x="2502" y="318"/>
                  <a:pt x="2402" y="284"/>
                  <a:pt x="2302" y="218"/>
                </a:cubicBezTo>
                <a:cubicBezTo>
                  <a:pt x="2102" y="151"/>
                  <a:pt x="1901" y="117"/>
                  <a:pt x="1701" y="51"/>
                </a:cubicBezTo>
                <a:cubicBezTo>
                  <a:pt x="1635" y="17"/>
                  <a:pt x="1560" y="1"/>
                  <a:pt x="1489"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8" name="Google Shape;168;p9"/>
          <p:cNvSpPr/>
          <p:nvPr/>
        </p:nvSpPr>
        <p:spPr>
          <a:xfrm>
            <a:off x="8529448" y="5954742"/>
            <a:ext cx="220497" cy="136140"/>
          </a:xfrm>
          <a:custGeom>
            <a:avLst/>
            <a:gdLst/>
            <a:ahLst/>
            <a:cxnLst/>
            <a:rect l="l" t="t" r="r" b="b"/>
            <a:pathLst>
              <a:path w="4271" h="2637" extrusionOk="0">
                <a:moveTo>
                  <a:pt x="1565" y="0"/>
                </a:moveTo>
                <a:cubicBezTo>
                  <a:pt x="1508" y="0"/>
                  <a:pt x="1452" y="11"/>
                  <a:pt x="1401" y="37"/>
                </a:cubicBezTo>
                <a:cubicBezTo>
                  <a:pt x="1335" y="103"/>
                  <a:pt x="1268" y="170"/>
                  <a:pt x="1235" y="237"/>
                </a:cubicBezTo>
                <a:cubicBezTo>
                  <a:pt x="1201" y="270"/>
                  <a:pt x="1168" y="304"/>
                  <a:pt x="1168" y="370"/>
                </a:cubicBezTo>
                <a:cubicBezTo>
                  <a:pt x="1068" y="370"/>
                  <a:pt x="1001" y="404"/>
                  <a:pt x="901" y="437"/>
                </a:cubicBezTo>
                <a:cubicBezTo>
                  <a:pt x="734" y="537"/>
                  <a:pt x="567" y="637"/>
                  <a:pt x="401" y="804"/>
                </a:cubicBezTo>
                <a:cubicBezTo>
                  <a:pt x="267" y="904"/>
                  <a:pt x="134" y="1037"/>
                  <a:pt x="67" y="1204"/>
                </a:cubicBezTo>
                <a:cubicBezTo>
                  <a:pt x="34" y="1271"/>
                  <a:pt x="0" y="1338"/>
                  <a:pt x="34" y="1404"/>
                </a:cubicBezTo>
                <a:cubicBezTo>
                  <a:pt x="67" y="1471"/>
                  <a:pt x="100" y="1571"/>
                  <a:pt x="167" y="1638"/>
                </a:cubicBezTo>
                <a:cubicBezTo>
                  <a:pt x="267" y="1771"/>
                  <a:pt x="401" y="1905"/>
                  <a:pt x="567" y="1971"/>
                </a:cubicBezTo>
                <a:cubicBezTo>
                  <a:pt x="734" y="2038"/>
                  <a:pt x="901" y="2072"/>
                  <a:pt x="1068" y="2072"/>
                </a:cubicBezTo>
                <a:lnTo>
                  <a:pt x="1668" y="2072"/>
                </a:lnTo>
                <a:lnTo>
                  <a:pt x="1735" y="2205"/>
                </a:lnTo>
                <a:cubicBezTo>
                  <a:pt x="1768" y="2305"/>
                  <a:pt x="1835" y="2372"/>
                  <a:pt x="1902" y="2472"/>
                </a:cubicBezTo>
                <a:cubicBezTo>
                  <a:pt x="1974" y="2520"/>
                  <a:pt x="2097" y="2637"/>
                  <a:pt x="2198" y="2637"/>
                </a:cubicBezTo>
                <a:cubicBezTo>
                  <a:pt x="2238" y="2637"/>
                  <a:pt x="2274" y="2619"/>
                  <a:pt x="2302" y="2572"/>
                </a:cubicBezTo>
                <a:cubicBezTo>
                  <a:pt x="2335" y="2505"/>
                  <a:pt x="2369" y="2438"/>
                  <a:pt x="2369" y="2338"/>
                </a:cubicBezTo>
                <a:cubicBezTo>
                  <a:pt x="2402" y="2272"/>
                  <a:pt x="2435" y="2238"/>
                  <a:pt x="2469" y="2205"/>
                </a:cubicBezTo>
                <a:cubicBezTo>
                  <a:pt x="2502" y="2205"/>
                  <a:pt x="2536" y="2138"/>
                  <a:pt x="2569" y="2105"/>
                </a:cubicBezTo>
                <a:cubicBezTo>
                  <a:pt x="2569" y="2072"/>
                  <a:pt x="2502" y="2038"/>
                  <a:pt x="2469" y="2005"/>
                </a:cubicBezTo>
                <a:cubicBezTo>
                  <a:pt x="2402" y="2005"/>
                  <a:pt x="2369" y="1971"/>
                  <a:pt x="2302" y="1971"/>
                </a:cubicBezTo>
                <a:cubicBezTo>
                  <a:pt x="2369" y="1938"/>
                  <a:pt x="2435" y="1938"/>
                  <a:pt x="2502" y="1905"/>
                </a:cubicBezTo>
                <a:cubicBezTo>
                  <a:pt x="2602" y="1871"/>
                  <a:pt x="2669" y="1805"/>
                  <a:pt x="2769" y="1771"/>
                </a:cubicBezTo>
                <a:cubicBezTo>
                  <a:pt x="2902" y="1638"/>
                  <a:pt x="3103" y="1538"/>
                  <a:pt x="3303" y="1471"/>
                </a:cubicBezTo>
                <a:cubicBezTo>
                  <a:pt x="3374" y="1447"/>
                  <a:pt x="3445" y="1436"/>
                  <a:pt x="3514" y="1436"/>
                </a:cubicBezTo>
                <a:cubicBezTo>
                  <a:pt x="3641" y="1436"/>
                  <a:pt x="3762" y="1473"/>
                  <a:pt x="3870" y="1538"/>
                </a:cubicBezTo>
                <a:cubicBezTo>
                  <a:pt x="3970" y="1571"/>
                  <a:pt x="4037" y="1638"/>
                  <a:pt x="4103" y="1705"/>
                </a:cubicBezTo>
                <a:cubicBezTo>
                  <a:pt x="4130" y="1732"/>
                  <a:pt x="4157" y="1780"/>
                  <a:pt x="4202" y="1780"/>
                </a:cubicBezTo>
                <a:cubicBezTo>
                  <a:pt x="4213" y="1780"/>
                  <a:pt x="4224" y="1778"/>
                  <a:pt x="4237" y="1771"/>
                </a:cubicBezTo>
                <a:cubicBezTo>
                  <a:pt x="4270" y="1771"/>
                  <a:pt x="4270" y="1638"/>
                  <a:pt x="4270" y="1605"/>
                </a:cubicBezTo>
                <a:cubicBezTo>
                  <a:pt x="4237" y="1504"/>
                  <a:pt x="4170" y="1404"/>
                  <a:pt x="4137" y="1338"/>
                </a:cubicBezTo>
                <a:cubicBezTo>
                  <a:pt x="4103" y="1238"/>
                  <a:pt x="4037" y="1171"/>
                  <a:pt x="4003" y="1138"/>
                </a:cubicBezTo>
                <a:cubicBezTo>
                  <a:pt x="3937" y="1071"/>
                  <a:pt x="3937" y="1004"/>
                  <a:pt x="4003" y="937"/>
                </a:cubicBezTo>
                <a:lnTo>
                  <a:pt x="4070" y="837"/>
                </a:lnTo>
                <a:cubicBezTo>
                  <a:pt x="4137" y="637"/>
                  <a:pt x="4137" y="470"/>
                  <a:pt x="4103" y="270"/>
                </a:cubicBezTo>
                <a:cubicBezTo>
                  <a:pt x="4037" y="270"/>
                  <a:pt x="3937" y="337"/>
                  <a:pt x="3903" y="404"/>
                </a:cubicBezTo>
                <a:lnTo>
                  <a:pt x="3836" y="437"/>
                </a:lnTo>
                <a:cubicBezTo>
                  <a:pt x="3770" y="504"/>
                  <a:pt x="3736" y="570"/>
                  <a:pt x="3670" y="604"/>
                </a:cubicBezTo>
                <a:cubicBezTo>
                  <a:pt x="3503" y="737"/>
                  <a:pt x="3303" y="771"/>
                  <a:pt x="3103" y="771"/>
                </a:cubicBezTo>
                <a:cubicBezTo>
                  <a:pt x="3003" y="737"/>
                  <a:pt x="2902" y="704"/>
                  <a:pt x="2802" y="671"/>
                </a:cubicBezTo>
                <a:cubicBezTo>
                  <a:pt x="2836" y="637"/>
                  <a:pt x="2869" y="604"/>
                  <a:pt x="2836" y="570"/>
                </a:cubicBezTo>
                <a:cubicBezTo>
                  <a:pt x="2802" y="504"/>
                  <a:pt x="2736" y="470"/>
                  <a:pt x="2669" y="437"/>
                </a:cubicBezTo>
                <a:lnTo>
                  <a:pt x="2402" y="304"/>
                </a:lnTo>
                <a:cubicBezTo>
                  <a:pt x="2202" y="204"/>
                  <a:pt x="2002" y="170"/>
                  <a:pt x="1835" y="70"/>
                </a:cubicBezTo>
                <a:cubicBezTo>
                  <a:pt x="1753" y="29"/>
                  <a:pt x="1657" y="0"/>
                  <a:pt x="1565"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9" name="Google Shape;169;p9"/>
          <p:cNvSpPr/>
          <p:nvPr/>
        </p:nvSpPr>
        <p:spPr>
          <a:xfrm flipH="1">
            <a:off x="280540" y="2165616"/>
            <a:ext cx="217039" cy="138721"/>
          </a:xfrm>
          <a:custGeom>
            <a:avLst/>
            <a:gdLst/>
            <a:ahLst/>
            <a:cxnLst/>
            <a:rect l="l" t="t" r="r" b="b"/>
            <a:pathLst>
              <a:path w="4204" h="2687" extrusionOk="0">
                <a:moveTo>
                  <a:pt x="1623" y="0"/>
                </a:moveTo>
                <a:cubicBezTo>
                  <a:pt x="1570" y="0"/>
                  <a:pt x="1517" y="8"/>
                  <a:pt x="1468" y="20"/>
                </a:cubicBezTo>
                <a:cubicBezTo>
                  <a:pt x="1401" y="87"/>
                  <a:pt x="1335" y="154"/>
                  <a:pt x="1268" y="220"/>
                </a:cubicBezTo>
                <a:cubicBezTo>
                  <a:pt x="1235" y="254"/>
                  <a:pt x="1235" y="287"/>
                  <a:pt x="1201" y="320"/>
                </a:cubicBezTo>
                <a:cubicBezTo>
                  <a:pt x="1101" y="354"/>
                  <a:pt x="1034" y="387"/>
                  <a:pt x="968" y="420"/>
                </a:cubicBezTo>
                <a:cubicBezTo>
                  <a:pt x="768" y="487"/>
                  <a:pt x="601" y="587"/>
                  <a:pt x="434" y="721"/>
                </a:cubicBezTo>
                <a:cubicBezTo>
                  <a:pt x="267" y="821"/>
                  <a:pt x="134" y="954"/>
                  <a:pt x="34" y="1121"/>
                </a:cubicBezTo>
                <a:cubicBezTo>
                  <a:pt x="0" y="1188"/>
                  <a:pt x="0" y="1254"/>
                  <a:pt x="0" y="1321"/>
                </a:cubicBezTo>
                <a:cubicBezTo>
                  <a:pt x="34" y="1421"/>
                  <a:pt x="67" y="1488"/>
                  <a:pt x="134" y="1555"/>
                </a:cubicBezTo>
                <a:cubicBezTo>
                  <a:pt x="234" y="1721"/>
                  <a:pt x="334" y="1855"/>
                  <a:pt x="501" y="1921"/>
                </a:cubicBezTo>
                <a:cubicBezTo>
                  <a:pt x="668" y="1988"/>
                  <a:pt x="801" y="2022"/>
                  <a:pt x="968" y="2055"/>
                </a:cubicBezTo>
                <a:cubicBezTo>
                  <a:pt x="1168" y="2088"/>
                  <a:pt x="1368" y="2088"/>
                  <a:pt x="1568" y="2088"/>
                </a:cubicBezTo>
                <a:cubicBezTo>
                  <a:pt x="1602" y="2122"/>
                  <a:pt x="1635" y="2188"/>
                  <a:pt x="1668" y="2222"/>
                </a:cubicBezTo>
                <a:cubicBezTo>
                  <a:pt x="1702" y="2322"/>
                  <a:pt x="1735" y="2422"/>
                  <a:pt x="1802" y="2489"/>
                </a:cubicBezTo>
                <a:cubicBezTo>
                  <a:pt x="1874" y="2561"/>
                  <a:pt x="1982" y="2686"/>
                  <a:pt x="2086" y="2686"/>
                </a:cubicBezTo>
                <a:cubicBezTo>
                  <a:pt x="2126" y="2686"/>
                  <a:pt x="2165" y="2668"/>
                  <a:pt x="2202" y="2622"/>
                </a:cubicBezTo>
                <a:cubicBezTo>
                  <a:pt x="2235" y="2555"/>
                  <a:pt x="2269" y="2489"/>
                  <a:pt x="2302" y="2422"/>
                </a:cubicBezTo>
                <a:cubicBezTo>
                  <a:pt x="2302" y="2355"/>
                  <a:pt x="2335" y="2288"/>
                  <a:pt x="2402" y="2255"/>
                </a:cubicBezTo>
                <a:cubicBezTo>
                  <a:pt x="2435" y="2255"/>
                  <a:pt x="2469" y="2222"/>
                  <a:pt x="2469" y="2188"/>
                </a:cubicBezTo>
                <a:cubicBezTo>
                  <a:pt x="2502" y="2155"/>
                  <a:pt x="2435" y="2122"/>
                  <a:pt x="2402" y="2088"/>
                </a:cubicBezTo>
                <a:cubicBezTo>
                  <a:pt x="2335" y="2055"/>
                  <a:pt x="2302" y="2055"/>
                  <a:pt x="2235" y="2022"/>
                </a:cubicBezTo>
                <a:cubicBezTo>
                  <a:pt x="2302" y="2022"/>
                  <a:pt x="2369" y="1988"/>
                  <a:pt x="2435" y="1988"/>
                </a:cubicBezTo>
                <a:cubicBezTo>
                  <a:pt x="2536" y="1955"/>
                  <a:pt x="2602" y="1888"/>
                  <a:pt x="2702" y="1855"/>
                </a:cubicBezTo>
                <a:cubicBezTo>
                  <a:pt x="2869" y="1721"/>
                  <a:pt x="3069" y="1621"/>
                  <a:pt x="3269" y="1588"/>
                </a:cubicBezTo>
                <a:cubicBezTo>
                  <a:pt x="3325" y="1569"/>
                  <a:pt x="3381" y="1561"/>
                  <a:pt x="3436" y="1561"/>
                </a:cubicBezTo>
                <a:cubicBezTo>
                  <a:pt x="3579" y="1561"/>
                  <a:pt x="3716" y="1616"/>
                  <a:pt x="3836" y="1688"/>
                </a:cubicBezTo>
                <a:cubicBezTo>
                  <a:pt x="3903" y="1721"/>
                  <a:pt x="3970" y="1788"/>
                  <a:pt x="4037" y="1855"/>
                </a:cubicBezTo>
                <a:cubicBezTo>
                  <a:pt x="4070" y="1888"/>
                  <a:pt x="4103" y="1955"/>
                  <a:pt x="4170" y="1955"/>
                </a:cubicBezTo>
                <a:cubicBezTo>
                  <a:pt x="4203" y="1921"/>
                  <a:pt x="4203" y="1821"/>
                  <a:pt x="4203" y="1788"/>
                </a:cubicBezTo>
                <a:cubicBezTo>
                  <a:pt x="4203" y="1688"/>
                  <a:pt x="4170" y="1588"/>
                  <a:pt x="4137" y="1488"/>
                </a:cubicBezTo>
                <a:cubicBezTo>
                  <a:pt x="4103" y="1388"/>
                  <a:pt x="4037" y="1321"/>
                  <a:pt x="4003" y="1288"/>
                </a:cubicBezTo>
                <a:cubicBezTo>
                  <a:pt x="3937" y="1188"/>
                  <a:pt x="3937" y="1154"/>
                  <a:pt x="4003" y="1088"/>
                </a:cubicBezTo>
                <a:cubicBezTo>
                  <a:pt x="4170" y="921"/>
                  <a:pt x="4203" y="654"/>
                  <a:pt x="4170" y="420"/>
                </a:cubicBezTo>
                <a:cubicBezTo>
                  <a:pt x="4070" y="420"/>
                  <a:pt x="3970" y="454"/>
                  <a:pt x="3937" y="520"/>
                </a:cubicBezTo>
                <a:lnTo>
                  <a:pt x="3870" y="587"/>
                </a:lnTo>
                <a:cubicBezTo>
                  <a:pt x="3803" y="621"/>
                  <a:pt x="3770" y="687"/>
                  <a:pt x="3703" y="721"/>
                </a:cubicBezTo>
                <a:cubicBezTo>
                  <a:pt x="3550" y="823"/>
                  <a:pt x="3397" y="866"/>
                  <a:pt x="3244" y="866"/>
                </a:cubicBezTo>
                <a:cubicBezTo>
                  <a:pt x="3197" y="866"/>
                  <a:pt x="3150" y="862"/>
                  <a:pt x="3103" y="854"/>
                </a:cubicBezTo>
                <a:cubicBezTo>
                  <a:pt x="3003" y="821"/>
                  <a:pt x="2902" y="787"/>
                  <a:pt x="2836" y="721"/>
                </a:cubicBezTo>
                <a:cubicBezTo>
                  <a:pt x="2869" y="721"/>
                  <a:pt x="2869" y="654"/>
                  <a:pt x="2869" y="621"/>
                </a:cubicBezTo>
                <a:cubicBezTo>
                  <a:pt x="2836" y="554"/>
                  <a:pt x="2769" y="520"/>
                  <a:pt x="2702" y="487"/>
                </a:cubicBezTo>
                <a:cubicBezTo>
                  <a:pt x="2669" y="487"/>
                  <a:pt x="2536" y="387"/>
                  <a:pt x="2435" y="354"/>
                </a:cubicBezTo>
                <a:cubicBezTo>
                  <a:pt x="2269" y="220"/>
                  <a:pt x="2069" y="187"/>
                  <a:pt x="1868" y="87"/>
                </a:cubicBezTo>
                <a:cubicBezTo>
                  <a:pt x="1805" y="23"/>
                  <a:pt x="1715" y="0"/>
                  <a:pt x="16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0" name="Google Shape;170;p9"/>
          <p:cNvSpPr/>
          <p:nvPr/>
        </p:nvSpPr>
        <p:spPr>
          <a:xfrm rot="839106">
            <a:off x="1309254" y="3362092"/>
            <a:ext cx="220447" cy="133817"/>
          </a:xfrm>
          <a:custGeom>
            <a:avLst/>
            <a:gdLst/>
            <a:ahLst/>
            <a:cxnLst/>
            <a:rect l="l" t="t" r="r" b="b"/>
            <a:pathLst>
              <a:path w="4270" h="2592" extrusionOk="0">
                <a:moveTo>
                  <a:pt x="1489" y="1"/>
                </a:moveTo>
                <a:cubicBezTo>
                  <a:pt x="1418" y="1"/>
                  <a:pt x="1351" y="17"/>
                  <a:pt x="1301" y="51"/>
                </a:cubicBezTo>
                <a:cubicBezTo>
                  <a:pt x="1234" y="117"/>
                  <a:pt x="1168" y="184"/>
                  <a:pt x="1134" y="251"/>
                </a:cubicBezTo>
                <a:cubicBezTo>
                  <a:pt x="1101" y="318"/>
                  <a:pt x="1068" y="351"/>
                  <a:pt x="1068" y="384"/>
                </a:cubicBezTo>
                <a:cubicBezTo>
                  <a:pt x="967" y="418"/>
                  <a:pt x="901" y="451"/>
                  <a:pt x="834" y="484"/>
                </a:cubicBezTo>
                <a:cubicBezTo>
                  <a:pt x="667" y="618"/>
                  <a:pt x="500" y="718"/>
                  <a:pt x="367" y="885"/>
                </a:cubicBezTo>
                <a:cubicBezTo>
                  <a:pt x="200" y="1018"/>
                  <a:pt x="100" y="1152"/>
                  <a:pt x="33" y="1352"/>
                </a:cubicBezTo>
                <a:cubicBezTo>
                  <a:pt x="0" y="1418"/>
                  <a:pt x="0" y="1485"/>
                  <a:pt x="33" y="1552"/>
                </a:cubicBezTo>
                <a:cubicBezTo>
                  <a:pt x="67" y="1619"/>
                  <a:pt x="134" y="1685"/>
                  <a:pt x="200" y="1752"/>
                </a:cubicBezTo>
                <a:cubicBezTo>
                  <a:pt x="300" y="1885"/>
                  <a:pt x="434" y="1986"/>
                  <a:pt x="601" y="2052"/>
                </a:cubicBezTo>
                <a:cubicBezTo>
                  <a:pt x="767" y="2119"/>
                  <a:pt x="934" y="2119"/>
                  <a:pt x="1068" y="2119"/>
                </a:cubicBezTo>
                <a:cubicBezTo>
                  <a:pt x="1268" y="2119"/>
                  <a:pt x="1468" y="2086"/>
                  <a:pt x="1668" y="2086"/>
                </a:cubicBezTo>
                <a:lnTo>
                  <a:pt x="1768" y="2186"/>
                </a:lnTo>
                <a:cubicBezTo>
                  <a:pt x="1835" y="2286"/>
                  <a:pt x="1901" y="2352"/>
                  <a:pt x="1968" y="2453"/>
                </a:cubicBezTo>
                <a:cubicBezTo>
                  <a:pt x="2037" y="2498"/>
                  <a:pt x="2153" y="2591"/>
                  <a:pt x="2251" y="2591"/>
                </a:cubicBezTo>
                <a:cubicBezTo>
                  <a:pt x="2296" y="2591"/>
                  <a:pt x="2337" y="2572"/>
                  <a:pt x="2368" y="2519"/>
                </a:cubicBezTo>
                <a:cubicBezTo>
                  <a:pt x="2402" y="2453"/>
                  <a:pt x="2435" y="2386"/>
                  <a:pt x="2435" y="2286"/>
                </a:cubicBezTo>
                <a:cubicBezTo>
                  <a:pt x="2435" y="2219"/>
                  <a:pt x="2469" y="2152"/>
                  <a:pt x="2535" y="2119"/>
                </a:cubicBezTo>
                <a:cubicBezTo>
                  <a:pt x="2535" y="2086"/>
                  <a:pt x="2602" y="2086"/>
                  <a:pt x="2602" y="2052"/>
                </a:cubicBezTo>
                <a:cubicBezTo>
                  <a:pt x="2602" y="2019"/>
                  <a:pt x="2535" y="1952"/>
                  <a:pt x="2502" y="1952"/>
                </a:cubicBezTo>
                <a:cubicBezTo>
                  <a:pt x="2435" y="1952"/>
                  <a:pt x="2402" y="1919"/>
                  <a:pt x="2335" y="1919"/>
                </a:cubicBezTo>
                <a:cubicBezTo>
                  <a:pt x="2402" y="1885"/>
                  <a:pt x="2469" y="1852"/>
                  <a:pt x="2535" y="1819"/>
                </a:cubicBezTo>
                <a:cubicBezTo>
                  <a:pt x="2602" y="1785"/>
                  <a:pt x="2702" y="1752"/>
                  <a:pt x="2769" y="1685"/>
                </a:cubicBezTo>
                <a:cubicBezTo>
                  <a:pt x="2902" y="1519"/>
                  <a:pt x="3102" y="1385"/>
                  <a:pt x="3302" y="1318"/>
                </a:cubicBezTo>
                <a:cubicBezTo>
                  <a:pt x="3386" y="1268"/>
                  <a:pt x="3478" y="1243"/>
                  <a:pt x="3569" y="1243"/>
                </a:cubicBezTo>
                <a:cubicBezTo>
                  <a:pt x="3661" y="1243"/>
                  <a:pt x="3753" y="1268"/>
                  <a:pt x="3836" y="1318"/>
                </a:cubicBezTo>
                <a:cubicBezTo>
                  <a:pt x="3936" y="1352"/>
                  <a:pt x="4003" y="1418"/>
                  <a:pt x="4070" y="1485"/>
                </a:cubicBezTo>
                <a:cubicBezTo>
                  <a:pt x="4096" y="1485"/>
                  <a:pt x="4144" y="1528"/>
                  <a:pt x="4180" y="1528"/>
                </a:cubicBezTo>
                <a:cubicBezTo>
                  <a:pt x="4188" y="1528"/>
                  <a:pt x="4196" y="1525"/>
                  <a:pt x="4203" y="1519"/>
                </a:cubicBezTo>
                <a:cubicBezTo>
                  <a:pt x="4270" y="1485"/>
                  <a:pt x="4236" y="1385"/>
                  <a:pt x="4236" y="1352"/>
                </a:cubicBezTo>
                <a:cubicBezTo>
                  <a:pt x="4236" y="1285"/>
                  <a:pt x="4203" y="1185"/>
                  <a:pt x="4136" y="1118"/>
                </a:cubicBezTo>
                <a:cubicBezTo>
                  <a:pt x="4103" y="1018"/>
                  <a:pt x="4070" y="985"/>
                  <a:pt x="4003" y="918"/>
                </a:cubicBezTo>
                <a:cubicBezTo>
                  <a:pt x="3936" y="885"/>
                  <a:pt x="3903" y="785"/>
                  <a:pt x="3970" y="751"/>
                </a:cubicBezTo>
                <a:cubicBezTo>
                  <a:pt x="3970" y="685"/>
                  <a:pt x="4003" y="651"/>
                  <a:pt x="4036" y="618"/>
                </a:cubicBezTo>
                <a:cubicBezTo>
                  <a:pt x="4070" y="418"/>
                  <a:pt x="4070" y="251"/>
                  <a:pt x="4036" y="51"/>
                </a:cubicBezTo>
                <a:cubicBezTo>
                  <a:pt x="3936" y="84"/>
                  <a:pt x="3870" y="117"/>
                  <a:pt x="3803" y="218"/>
                </a:cubicBezTo>
                <a:lnTo>
                  <a:pt x="3769" y="251"/>
                </a:lnTo>
                <a:cubicBezTo>
                  <a:pt x="3703" y="318"/>
                  <a:pt x="3669" y="384"/>
                  <a:pt x="3603" y="451"/>
                </a:cubicBezTo>
                <a:cubicBezTo>
                  <a:pt x="3458" y="538"/>
                  <a:pt x="3314" y="624"/>
                  <a:pt x="3148" y="624"/>
                </a:cubicBezTo>
                <a:cubicBezTo>
                  <a:pt x="3122" y="624"/>
                  <a:pt x="3096" y="622"/>
                  <a:pt x="3069" y="618"/>
                </a:cubicBezTo>
                <a:cubicBezTo>
                  <a:pt x="2936" y="618"/>
                  <a:pt x="2869" y="618"/>
                  <a:pt x="2769" y="551"/>
                </a:cubicBezTo>
                <a:cubicBezTo>
                  <a:pt x="2802" y="518"/>
                  <a:pt x="2802" y="484"/>
                  <a:pt x="2769" y="451"/>
                </a:cubicBezTo>
                <a:cubicBezTo>
                  <a:pt x="2702" y="418"/>
                  <a:pt x="2669" y="351"/>
                  <a:pt x="2602" y="351"/>
                </a:cubicBezTo>
                <a:cubicBezTo>
                  <a:pt x="2502" y="318"/>
                  <a:pt x="2402" y="284"/>
                  <a:pt x="2302" y="218"/>
                </a:cubicBezTo>
                <a:cubicBezTo>
                  <a:pt x="2102" y="151"/>
                  <a:pt x="1901" y="117"/>
                  <a:pt x="1701" y="51"/>
                </a:cubicBezTo>
                <a:cubicBezTo>
                  <a:pt x="1635" y="17"/>
                  <a:pt x="1560" y="1"/>
                  <a:pt x="1489" y="1"/>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1" name="Google Shape;171;p9"/>
          <p:cNvSpPr/>
          <p:nvPr/>
        </p:nvSpPr>
        <p:spPr>
          <a:xfrm rot="839106">
            <a:off x="11794921" y="1535208"/>
            <a:ext cx="220447" cy="133817"/>
          </a:xfrm>
          <a:custGeom>
            <a:avLst/>
            <a:gdLst/>
            <a:ahLst/>
            <a:cxnLst/>
            <a:rect l="l" t="t" r="r" b="b"/>
            <a:pathLst>
              <a:path w="4270" h="2592" extrusionOk="0">
                <a:moveTo>
                  <a:pt x="1489" y="1"/>
                </a:moveTo>
                <a:cubicBezTo>
                  <a:pt x="1418" y="1"/>
                  <a:pt x="1351" y="17"/>
                  <a:pt x="1301" y="51"/>
                </a:cubicBezTo>
                <a:cubicBezTo>
                  <a:pt x="1234" y="117"/>
                  <a:pt x="1168" y="184"/>
                  <a:pt x="1134" y="251"/>
                </a:cubicBezTo>
                <a:cubicBezTo>
                  <a:pt x="1101" y="318"/>
                  <a:pt x="1068" y="351"/>
                  <a:pt x="1068" y="384"/>
                </a:cubicBezTo>
                <a:cubicBezTo>
                  <a:pt x="967" y="418"/>
                  <a:pt x="901" y="451"/>
                  <a:pt x="834" y="484"/>
                </a:cubicBezTo>
                <a:cubicBezTo>
                  <a:pt x="667" y="618"/>
                  <a:pt x="500" y="718"/>
                  <a:pt x="367" y="885"/>
                </a:cubicBezTo>
                <a:cubicBezTo>
                  <a:pt x="200" y="1018"/>
                  <a:pt x="100" y="1152"/>
                  <a:pt x="33" y="1352"/>
                </a:cubicBezTo>
                <a:cubicBezTo>
                  <a:pt x="0" y="1418"/>
                  <a:pt x="0" y="1485"/>
                  <a:pt x="33" y="1552"/>
                </a:cubicBezTo>
                <a:cubicBezTo>
                  <a:pt x="67" y="1619"/>
                  <a:pt x="134" y="1685"/>
                  <a:pt x="200" y="1752"/>
                </a:cubicBezTo>
                <a:cubicBezTo>
                  <a:pt x="300" y="1885"/>
                  <a:pt x="434" y="1986"/>
                  <a:pt x="601" y="2052"/>
                </a:cubicBezTo>
                <a:cubicBezTo>
                  <a:pt x="767" y="2119"/>
                  <a:pt x="934" y="2119"/>
                  <a:pt x="1068" y="2119"/>
                </a:cubicBezTo>
                <a:cubicBezTo>
                  <a:pt x="1268" y="2119"/>
                  <a:pt x="1468" y="2086"/>
                  <a:pt x="1668" y="2086"/>
                </a:cubicBezTo>
                <a:lnTo>
                  <a:pt x="1768" y="2186"/>
                </a:lnTo>
                <a:cubicBezTo>
                  <a:pt x="1835" y="2286"/>
                  <a:pt x="1901" y="2352"/>
                  <a:pt x="1968" y="2453"/>
                </a:cubicBezTo>
                <a:cubicBezTo>
                  <a:pt x="2037" y="2498"/>
                  <a:pt x="2153" y="2591"/>
                  <a:pt x="2251" y="2591"/>
                </a:cubicBezTo>
                <a:cubicBezTo>
                  <a:pt x="2296" y="2591"/>
                  <a:pt x="2337" y="2572"/>
                  <a:pt x="2368" y="2519"/>
                </a:cubicBezTo>
                <a:cubicBezTo>
                  <a:pt x="2402" y="2453"/>
                  <a:pt x="2435" y="2386"/>
                  <a:pt x="2435" y="2286"/>
                </a:cubicBezTo>
                <a:cubicBezTo>
                  <a:pt x="2435" y="2219"/>
                  <a:pt x="2469" y="2152"/>
                  <a:pt x="2535" y="2119"/>
                </a:cubicBezTo>
                <a:cubicBezTo>
                  <a:pt x="2535" y="2086"/>
                  <a:pt x="2602" y="2086"/>
                  <a:pt x="2602" y="2052"/>
                </a:cubicBezTo>
                <a:cubicBezTo>
                  <a:pt x="2602" y="2019"/>
                  <a:pt x="2535" y="1952"/>
                  <a:pt x="2502" y="1952"/>
                </a:cubicBezTo>
                <a:cubicBezTo>
                  <a:pt x="2435" y="1952"/>
                  <a:pt x="2402" y="1919"/>
                  <a:pt x="2335" y="1919"/>
                </a:cubicBezTo>
                <a:cubicBezTo>
                  <a:pt x="2402" y="1885"/>
                  <a:pt x="2469" y="1852"/>
                  <a:pt x="2535" y="1819"/>
                </a:cubicBezTo>
                <a:cubicBezTo>
                  <a:pt x="2602" y="1785"/>
                  <a:pt x="2702" y="1752"/>
                  <a:pt x="2769" y="1685"/>
                </a:cubicBezTo>
                <a:cubicBezTo>
                  <a:pt x="2902" y="1519"/>
                  <a:pt x="3102" y="1385"/>
                  <a:pt x="3302" y="1318"/>
                </a:cubicBezTo>
                <a:cubicBezTo>
                  <a:pt x="3386" y="1268"/>
                  <a:pt x="3478" y="1243"/>
                  <a:pt x="3569" y="1243"/>
                </a:cubicBezTo>
                <a:cubicBezTo>
                  <a:pt x="3661" y="1243"/>
                  <a:pt x="3753" y="1268"/>
                  <a:pt x="3836" y="1318"/>
                </a:cubicBezTo>
                <a:cubicBezTo>
                  <a:pt x="3936" y="1352"/>
                  <a:pt x="4003" y="1418"/>
                  <a:pt x="4070" y="1485"/>
                </a:cubicBezTo>
                <a:cubicBezTo>
                  <a:pt x="4096" y="1485"/>
                  <a:pt x="4144" y="1528"/>
                  <a:pt x="4180" y="1528"/>
                </a:cubicBezTo>
                <a:cubicBezTo>
                  <a:pt x="4188" y="1528"/>
                  <a:pt x="4196" y="1525"/>
                  <a:pt x="4203" y="1519"/>
                </a:cubicBezTo>
                <a:cubicBezTo>
                  <a:pt x="4270" y="1485"/>
                  <a:pt x="4236" y="1385"/>
                  <a:pt x="4236" y="1352"/>
                </a:cubicBezTo>
                <a:cubicBezTo>
                  <a:pt x="4236" y="1285"/>
                  <a:pt x="4203" y="1185"/>
                  <a:pt x="4136" y="1118"/>
                </a:cubicBezTo>
                <a:cubicBezTo>
                  <a:pt x="4103" y="1018"/>
                  <a:pt x="4070" y="985"/>
                  <a:pt x="4003" y="918"/>
                </a:cubicBezTo>
                <a:cubicBezTo>
                  <a:pt x="3936" y="885"/>
                  <a:pt x="3903" y="785"/>
                  <a:pt x="3970" y="751"/>
                </a:cubicBezTo>
                <a:cubicBezTo>
                  <a:pt x="3970" y="685"/>
                  <a:pt x="4003" y="651"/>
                  <a:pt x="4036" y="618"/>
                </a:cubicBezTo>
                <a:cubicBezTo>
                  <a:pt x="4070" y="418"/>
                  <a:pt x="4070" y="251"/>
                  <a:pt x="4036" y="51"/>
                </a:cubicBezTo>
                <a:cubicBezTo>
                  <a:pt x="3936" y="84"/>
                  <a:pt x="3870" y="117"/>
                  <a:pt x="3803" y="218"/>
                </a:cubicBezTo>
                <a:lnTo>
                  <a:pt x="3769" y="251"/>
                </a:lnTo>
                <a:cubicBezTo>
                  <a:pt x="3703" y="318"/>
                  <a:pt x="3669" y="384"/>
                  <a:pt x="3603" y="451"/>
                </a:cubicBezTo>
                <a:cubicBezTo>
                  <a:pt x="3458" y="538"/>
                  <a:pt x="3314" y="624"/>
                  <a:pt x="3148" y="624"/>
                </a:cubicBezTo>
                <a:cubicBezTo>
                  <a:pt x="3122" y="624"/>
                  <a:pt x="3096" y="622"/>
                  <a:pt x="3069" y="618"/>
                </a:cubicBezTo>
                <a:cubicBezTo>
                  <a:pt x="2936" y="618"/>
                  <a:pt x="2869" y="618"/>
                  <a:pt x="2769" y="551"/>
                </a:cubicBezTo>
                <a:cubicBezTo>
                  <a:pt x="2802" y="518"/>
                  <a:pt x="2802" y="484"/>
                  <a:pt x="2769" y="451"/>
                </a:cubicBezTo>
                <a:cubicBezTo>
                  <a:pt x="2702" y="418"/>
                  <a:pt x="2669" y="351"/>
                  <a:pt x="2602" y="351"/>
                </a:cubicBezTo>
                <a:cubicBezTo>
                  <a:pt x="2502" y="318"/>
                  <a:pt x="2402" y="284"/>
                  <a:pt x="2302" y="218"/>
                </a:cubicBezTo>
                <a:cubicBezTo>
                  <a:pt x="2102" y="151"/>
                  <a:pt x="1901" y="117"/>
                  <a:pt x="1701" y="51"/>
                </a:cubicBezTo>
                <a:cubicBezTo>
                  <a:pt x="1635" y="17"/>
                  <a:pt x="1560" y="1"/>
                  <a:pt x="1489"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2" name="Google Shape;172;p9"/>
          <p:cNvSpPr/>
          <p:nvPr/>
        </p:nvSpPr>
        <p:spPr>
          <a:xfrm rot="-839106" flipH="1">
            <a:off x="11236387" y="2441674"/>
            <a:ext cx="220447" cy="133817"/>
          </a:xfrm>
          <a:custGeom>
            <a:avLst/>
            <a:gdLst/>
            <a:ahLst/>
            <a:cxnLst/>
            <a:rect l="l" t="t" r="r" b="b"/>
            <a:pathLst>
              <a:path w="4270" h="2592" extrusionOk="0">
                <a:moveTo>
                  <a:pt x="1489" y="1"/>
                </a:moveTo>
                <a:cubicBezTo>
                  <a:pt x="1418" y="1"/>
                  <a:pt x="1351" y="17"/>
                  <a:pt x="1301" y="51"/>
                </a:cubicBezTo>
                <a:cubicBezTo>
                  <a:pt x="1234" y="117"/>
                  <a:pt x="1168" y="184"/>
                  <a:pt x="1134" y="251"/>
                </a:cubicBezTo>
                <a:cubicBezTo>
                  <a:pt x="1101" y="318"/>
                  <a:pt x="1068" y="351"/>
                  <a:pt x="1068" y="384"/>
                </a:cubicBezTo>
                <a:cubicBezTo>
                  <a:pt x="967" y="418"/>
                  <a:pt x="901" y="451"/>
                  <a:pt x="834" y="484"/>
                </a:cubicBezTo>
                <a:cubicBezTo>
                  <a:pt x="667" y="618"/>
                  <a:pt x="500" y="718"/>
                  <a:pt x="367" y="885"/>
                </a:cubicBezTo>
                <a:cubicBezTo>
                  <a:pt x="200" y="1018"/>
                  <a:pt x="100" y="1152"/>
                  <a:pt x="33" y="1352"/>
                </a:cubicBezTo>
                <a:cubicBezTo>
                  <a:pt x="0" y="1418"/>
                  <a:pt x="0" y="1485"/>
                  <a:pt x="33" y="1552"/>
                </a:cubicBezTo>
                <a:cubicBezTo>
                  <a:pt x="67" y="1619"/>
                  <a:pt x="134" y="1685"/>
                  <a:pt x="200" y="1752"/>
                </a:cubicBezTo>
                <a:cubicBezTo>
                  <a:pt x="300" y="1885"/>
                  <a:pt x="434" y="1986"/>
                  <a:pt x="601" y="2052"/>
                </a:cubicBezTo>
                <a:cubicBezTo>
                  <a:pt x="767" y="2119"/>
                  <a:pt x="934" y="2119"/>
                  <a:pt x="1068" y="2119"/>
                </a:cubicBezTo>
                <a:cubicBezTo>
                  <a:pt x="1268" y="2119"/>
                  <a:pt x="1468" y="2086"/>
                  <a:pt x="1668" y="2086"/>
                </a:cubicBezTo>
                <a:lnTo>
                  <a:pt x="1768" y="2186"/>
                </a:lnTo>
                <a:cubicBezTo>
                  <a:pt x="1835" y="2286"/>
                  <a:pt x="1901" y="2352"/>
                  <a:pt x="1968" y="2453"/>
                </a:cubicBezTo>
                <a:cubicBezTo>
                  <a:pt x="2037" y="2498"/>
                  <a:pt x="2153" y="2591"/>
                  <a:pt x="2251" y="2591"/>
                </a:cubicBezTo>
                <a:cubicBezTo>
                  <a:pt x="2296" y="2591"/>
                  <a:pt x="2337" y="2572"/>
                  <a:pt x="2368" y="2519"/>
                </a:cubicBezTo>
                <a:cubicBezTo>
                  <a:pt x="2402" y="2453"/>
                  <a:pt x="2435" y="2386"/>
                  <a:pt x="2435" y="2286"/>
                </a:cubicBezTo>
                <a:cubicBezTo>
                  <a:pt x="2435" y="2219"/>
                  <a:pt x="2469" y="2152"/>
                  <a:pt x="2535" y="2119"/>
                </a:cubicBezTo>
                <a:cubicBezTo>
                  <a:pt x="2535" y="2086"/>
                  <a:pt x="2602" y="2086"/>
                  <a:pt x="2602" y="2052"/>
                </a:cubicBezTo>
                <a:cubicBezTo>
                  <a:pt x="2602" y="2019"/>
                  <a:pt x="2535" y="1952"/>
                  <a:pt x="2502" y="1952"/>
                </a:cubicBezTo>
                <a:cubicBezTo>
                  <a:pt x="2435" y="1952"/>
                  <a:pt x="2402" y="1919"/>
                  <a:pt x="2335" y="1919"/>
                </a:cubicBezTo>
                <a:cubicBezTo>
                  <a:pt x="2402" y="1885"/>
                  <a:pt x="2469" y="1852"/>
                  <a:pt x="2535" y="1819"/>
                </a:cubicBezTo>
                <a:cubicBezTo>
                  <a:pt x="2602" y="1785"/>
                  <a:pt x="2702" y="1752"/>
                  <a:pt x="2769" y="1685"/>
                </a:cubicBezTo>
                <a:cubicBezTo>
                  <a:pt x="2902" y="1519"/>
                  <a:pt x="3102" y="1385"/>
                  <a:pt x="3302" y="1318"/>
                </a:cubicBezTo>
                <a:cubicBezTo>
                  <a:pt x="3386" y="1268"/>
                  <a:pt x="3478" y="1243"/>
                  <a:pt x="3569" y="1243"/>
                </a:cubicBezTo>
                <a:cubicBezTo>
                  <a:pt x="3661" y="1243"/>
                  <a:pt x="3753" y="1268"/>
                  <a:pt x="3836" y="1318"/>
                </a:cubicBezTo>
                <a:cubicBezTo>
                  <a:pt x="3936" y="1352"/>
                  <a:pt x="4003" y="1418"/>
                  <a:pt x="4070" y="1485"/>
                </a:cubicBezTo>
                <a:cubicBezTo>
                  <a:pt x="4096" y="1485"/>
                  <a:pt x="4144" y="1528"/>
                  <a:pt x="4180" y="1528"/>
                </a:cubicBezTo>
                <a:cubicBezTo>
                  <a:pt x="4188" y="1528"/>
                  <a:pt x="4196" y="1525"/>
                  <a:pt x="4203" y="1519"/>
                </a:cubicBezTo>
                <a:cubicBezTo>
                  <a:pt x="4270" y="1485"/>
                  <a:pt x="4236" y="1385"/>
                  <a:pt x="4236" y="1352"/>
                </a:cubicBezTo>
                <a:cubicBezTo>
                  <a:pt x="4236" y="1285"/>
                  <a:pt x="4203" y="1185"/>
                  <a:pt x="4136" y="1118"/>
                </a:cubicBezTo>
                <a:cubicBezTo>
                  <a:pt x="4103" y="1018"/>
                  <a:pt x="4070" y="985"/>
                  <a:pt x="4003" y="918"/>
                </a:cubicBezTo>
                <a:cubicBezTo>
                  <a:pt x="3936" y="885"/>
                  <a:pt x="3903" y="785"/>
                  <a:pt x="3970" y="751"/>
                </a:cubicBezTo>
                <a:cubicBezTo>
                  <a:pt x="3970" y="685"/>
                  <a:pt x="4003" y="651"/>
                  <a:pt x="4036" y="618"/>
                </a:cubicBezTo>
                <a:cubicBezTo>
                  <a:pt x="4070" y="418"/>
                  <a:pt x="4070" y="251"/>
                  <a:pt x="4036" y="51"/>
                </a:cubicBezTo>
                <a:cubicBezTo>
                  <a:pt x="3936" y="84"/>
                  <a:pt x="3870" y="117"/>
                  <a:pt x="3803" y="218"/>
                </a:cubicBezTo>
                <a:lnTo>
                  <a:pt x="3769" y="251"/>
                </a:lnTo>
                <a:cubicBezTo>
                  <a:pt x="3703" y="318"/>
                  <a:pt x="3669" y="384"/>
                  <a:pt x="3603" y="451"/>
                </a:cubicBezTo>
                <a:cubicBezTo>
                  <a:pt x="3458" y="538"/>
                  <a:pt x="3314" y="624"/>
                  <a:pt x="3148" y="624"/>
                </a:cubicBezTo>
                <a:cubicBezTo>
                  <a:pt x="3122" y="624"/>
                  <a:pt x="3096" y="622"/>
                  <a:pt x="3069" y="618"/>
                </a:cubicBezTo>
                <a:cubicBezTo>
                  <a:pt x="2936" y="618"/>
                  <a:pt x="2869" y="618"/>
                  <a:pt x="2769" y="551"/>
                </a:cubicBezTo>
                <a:cubicBezTo>
                  <a:pt x="2802" y="518"/>
                  <a:pt x="2802" y="484"/>
                  <a:pt x="2769" y="451"/>
                </a:cubicBezTo>
                <a:cubicBezTo>
                  <a:pt x="2702" y="418"/>
                  <a:pt x="2669" y="351"/>
                  <a:pt x="2602" y="351"/>
                </a:cubicBezTo>
                <a:cubicBezTo>
                  <a:pt x="2502" y="318"/>
                  <a:pt x="2402" y="284"/>
                  <a:pt x="2302" y="218"/>
                </a:cubicBezTo>
                <a:cubicBezTo>
                  <a:pt x="2102" y="151"/>
                  <a:pt x="1901" y="117"/>
                  <a:pt x="1701" y="51"/>
                </a:cubicBezTo>
                <a:cubicBezTo>
                  <a:pt x="1635" y="17"/>
                  <a:pt x="1560" y="1"/>
                  <a:pt x="1489" y="1"/>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144378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73"/>
        <p:cNvGrpSpPr/>
        <p:nvPr/>
      </p:nvGrpSpPr>
      <p:grpSpPr>
        <a:xfrm>
          <a:off x="0" y="0"/>
          <a:ext cx="0" cy="0"/>
          <a:chOff x="0" y="0"/>
          <a:chExt cx="0" cy="0"/>
        </a:xfrm>
      </p:grpSpPr>
      <p:sp>
        <p:nvSpPr>
          <p:cNvPr id="174" name="Google Shape;174;p10"/>
          <p:cNvSpPr txBox="1">
            <a:spLocks noGrp="1"/>
          </p:cNvSpPr>
          <p:nvPr>
            <p:ph type="title"/>
          </p:nvPr>
        </p:nvSpPr>
        <p:spPr>
          <a:xfrm>
            <a:off x="950967" y="716800"/>
            <a:ext cx="88568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rgbClr val="FFFFFF"/>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175" name="Google Shape;175;p10"/>
          <p:cNvSpPr/>
          <p:nvPr/>
        </p:nvSpPr>
        <p:spPr>
          <a:xfrm>
            <a:off x="10061735" y="1886233"/>
            <a:ext cx="368195" cy="166587"/>
          </a:xfrm>
          <a:custGeom>
            <a:avLst/>
            <a:gdLst/>
            <a:ahLst/>
            <a:cxnLst/>
            <a:rect l="l" t="t" r="r" b="b"/>
            <a:pathLst>
              <a:path w="8474" h="3834" extrusionOk="0">
                <a:moveTo>
                  <a:pt x="0" y="1"/>
                </a:moveTo>
                <a:lnTo>
                  <a:pt x="0" y="1"/>
                </a:lnTo>
                <a:cubicBezTo>
                  <a:pt x="367" y="868"/>
                  <a:pt x="1535" y="1302"/>
                  <a:pt x="2035" y="1569"/>
                </a:cubicBezTo>
                <a:cubicBezTo>
                  <a:pt x="2335" y="1736"/>
                  <a:pt x="2903" y="2169"/>
                  <a:pt x="2869" y="2603"/>
                </a:cubicBezTo>
                <a:lnTo>
                  <a:pt x="1502" y="3036"/>
                </a:lnTo>
                <a:cubicBezTo>
                  <a:pt x="1702" y="3437"/>
                  <a:pt x="2335" y="3403"/>
                  <a:pt x="2736" y="3437"/>
                </a:cubicBezTo>
                <a:lnTo>
                  <a:pt x="2736" y="3470"/>
                </a:lnTo>
                <a:cubicBezTo>
                  <a:pt x="3036" y="3470"/>
                  <a:pt x="3069" y="3604"/>
                  <a:pt x="3370" y="3704"/>
                </a:cubicBezTo>
                <a:cubicBezTo>
                  <a:pt x="3623" y="3791"/>
                  <a:pt x="3884" y="3833"/>
                  <a:pt x="4145" y="3833"/>
                </a:cubicBezTo>
                <a:cubicBezTo>
                  <a:pt x="4776" y="3833"/>
                  <a:pt x="5399" y="3585"/>
                  <a:pt x="5871" y="3137"/>
                </a:cubicBezTo>
                <a:cubicBezTo>
                  <a:pt x="6018" y="3088"/>
                  <a:pt x="6164" y="3057"/>
                  <a:pt x="6311" y="3057"/>
                </a:cubicBezTo>
                <a:cubicBezTo>
                  <a:pt x="6365" y="3057"/>
                  <a:pt x="6418" y="3061"/>
                  <a:pt x="6472" y="3070"/>
                </a:cubicBezTo>
                <a:lnTo>
                  <a:pt x="5705" y="2703"/>
                </a:lnTo>
                <a:cubicBezTo>
                  <a:pt x="5921" y="2544"/>
                  <a:pt x="6236" y="2504"/>
                  <a:pt x="6576" y="2504"/>
                </a:cubicBezTo>
                <a:cubicBezTo>
                  <a:pt x="6928" y="2504"/>
                  <a:pt x="7305" y="2547"/>
                  <a:pt x="7626" y="2547"/>
                </a:cubicBezTo>
                <a:cubicBezTo>
                  <a:pt x="7713" y="2547"/>
                  <a:pt x="7796" y="2544"/>
                  <a:pt x="7873" y="2536"/>
                </a:cubicBezTo>
                <a:lnTo>
                  <a:pt x="8240" y="2403"/>
                </a:lnTo>
                <a:lnTo>
                  <a:pt x="8340" y="2269"/>
                </a:lnTo>
                <a:lnTo>
                  <a:pt x="8373" y="2236"/>
                </a:lnTo>
                <a:cubicBezTo>
                  <a:pt x="8473" y="2102"/>
                  <a:pt x="8406" y="2236"/>
                  <a:pt x="8473" y="2036"/>
                </a:cubicBezTo>
                <a:lnTo>
                  <a:pt x="8473" y="2036"/>
                </a:lnTo>
                <a:cubicBezTo>
                  <a:pt x="8106" y="2136"/>
                  <a:pt x="7723" y="2186"/>
                  <a:pt x="7339" y="2186"/>
                </a:cubicBezTo>
                <a:cubicBezTo>
                  <a:pt x="6955" y="2186"/>
                  <a:pt x="6572" y="2136"/>
                  <a:pt x="6205" y="2036"/>
                </a:cubicBezTo>
                <a:cubicBezTo>
                  <a:pt x="6114" y="2028"/>
                  <a:pt x="6033" y="2025"/>
                  <a:pt x="5960" y="2025"/>
                </a:cubicBezTo>
                <a:cubicBezTo>
                  <a:pt x="5118" y="2025"/>
                  <a:pt x="5402" y="2480"/>
                  <a:pt x="4681" y="2480"/>
                </a:cubicBezTo>
                <a:cubicBezTo>
                  <a:pt x="4619" y="2480"/>
                  <a:pt x="4549" y="2477"/>
                  <a:pt x="4470" y="2469"/>
                </a:cubicBezTo>
                <a:lnTo>
                  <a:pt x="4170" y="2036"/>
                </a:lnTo>
                <a:cubicBezTo>
                  <a:pt x="4157" y="2036"/>
                  <a:pt x="4154" y="2041"/>
                  <a:pt x="4149" y="2041"/>
                </a:cubicBezTo>
                <a:cubicBezTo>
                  <a:pt x="4142" y="2041"/>
                  <a:pt x="4130" y="2029"/>
                  <a:pt x="4070" y="1969"/>
                </a:cubicBezTo>
                <a:cubicBezTo>
                  <a:pt x="3970" y="1869"/>
                  <a:pt x="4037" y="1969"/>
                  <a:pt x="4003" y="1836"/>
                </a:cubicBezTo>
                <a:cubicBezTo>
                  <a:pt x="3803" y="1769"/>
                  <a:pt x="3670" y="1602"/>
                  <a:pt x="3436" y="1502"/>
                </a:cubicBezTo>
                <a:cubicBezTo>
                  <a:pt x="2569" y="1002"/>
                  <a:pt x="1201" y="668"/>
                  <a:pt x="0"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6" name="Google Shape;176;p10"/>
          <p:cNvSpPr/>
          <p:nvPr/>
        </p:nvSpPr>
        <p:spPr>
          <a:xfrm>
            <a:off x="9342849" y="3564786"/>
            <a:ext cx="368195" cy="167977"/>
          </a:xfrm>
          <a:custGeom>
            <a:avLst/>
            <a:gdLst/>
            <a:ahLst/>
            <a:cxnLst/>
            <a:rect l="l" t="t" r="r" b="b"/>
            <a:pathLst>
              <a:path w="8474" h="3866" extrusionOk="0">
                <a:moveTo>
                  <a:pt x="1" y="1"/>
                </a:moveTo>
                <a:lnTo>
                  <a:pt x="1" y="1"/>
                </a:lnTo>
                <a:cubicBezTo>
                  <a:pt x="401" y="868"/>
                  <a:pt x="1568" y="1301"/>
                  <a:pt x="2069" y="1602"/>
                </a:cubicBezTo>
                <a:cubicBezTo>
                  <a:pt x="2336" y="1768"/>
                  <a:pt x="2936" y="2169"/>
                  <a:pt x="2903" y="2636"/>
                </a:cubicBezTo>
                <a:lnTo>
                  <a:pt x="1468" y="3103"/>
                </a:lnTo>
                <a:cubicBezTo>
                  <a:pt x="1702" y="3470"/>
                  <a:pt x="2302" y="3436"/>
                  <a:pt x="2703" y="3470"/>
                </a:cubicBezTo>
                <a:lnTo>
                  <a:pt x="2736" y="3470"/>
                </a:lnTo>
                <a:cubicBezTo>
                  <a:pt x="3036" y="3470"/>
                  <a:pt x="3103" y="3603"/>
                  <a:pt x="3370" y="3737"/>
                </a:cubicBezTo>
                <a:cubicBezTo>
                  <a:pt x="3620" y="3823"/>
                  <a:pt x="3882" y="3866"/>
                  <a:pt x="4143" y="3866"/>
                </a:cubicBezTo>
                <a:cubicBezTo>
                  <a:pt x="4785" y="3866"/>
                  <a:pt x="5421" y="3610"/>
                  <a:pt x="5872" y="3136"/>
                </a:cubicBezTo>
                <a:cubicBezTo>
                  <a:pt x="6072" y="3069"/>
                  <a:pt x="6272" y="3069"/>
                  <a:pt x="6472" y="3069"/>
                </a:cubicBezTo>
                <a:lnTo>
                  <a:pt x="5738" y="2736"/>
                </a:lnTo>
                <a:cubicBezTo>
                  <a:pt x="5962" y="2572"/>
                  <a:pt x="6287" y="2534"/>
                  <a:pt x="6636" y="2534"/>
                </a:cubicBezTo>
                <a:cubicBezTo>
                  <a:pt x="6926" y="2534"/>
                  <a:pt x="7234" y="2560"/>
                  <a:pt x="7516" y="2560"/>
                </a:cubicBezTo>
                <a:cubicBezTo>
                  <a:pt x="7654" y="2560"/>
                  <a:pt x="7786" y="2554"/>
                  <a:pt x="7906" y="2536"/>
                </a:cubicBezTo>
                <a:lnTo>
                  <a:pt x="8240" y="2436"/>
                </a:lnTo>
                <a:lnTo>
                  <a:pt x="8373" y="2302"/>
                </a:lnTo>
                <a:lnTo>
                  <a:pt x="8407" y="2269"/>
                </a:lnTo>
                <a:cubicBezTo>
                  <a:pt x="8473" y="2135"/>
                  <a:pt x="8440" y="2269"/>
                  <a:pt x="8473" y="2069"/>
                </a:cubicBezTo>
                <a:lnTo>
                  <a:pt x="8473" y="2069"/>
                </a:lnTo>
                <a:cubicBezTo>
                  <a:pt x="8106" y="2169"/>
                  <a:pt x="7731" y="2219"/>
                  <a:pt x="7356" y="2219"/>
                </a:cubicBezTo>
                <a:cubicBezTo>
                  <a:pt x="6981" y="2219"/>
                  <a:pt x="6605" y="2169"/>
                  <a:pt x="6238" y="2069"/>
                </a:cubicBezTo>
                <a:cubicBezTo>
                  <a:pt x="6122" y="2056"/>
                  <a:pt x="6021" y="2051"/>
                  <a:pt x="5933" y="2051"/>
                </a:cubicBezTo>
                <a:cubicBezTo>
                  <a:pt x="5149" y="2051"/>
                  <a:pt x="5376" y="2487"/>
                  <a:pt x="4726" y="2487"/>
                </a:cubicBezTo>
                <a:cubicBezTo>
                  <a:pt x="4653" y="2487"/>
                  <a:pt x="4568" y="2481"/>
                  <a:pt x="4471" y="2469"/>
                </a:cubicBezTo>
                <a:lnTo>
                  <a:pt x="4204" y="2069"/>
                </a:lnTo>
                <a:cubicBezTo>
                  <a:pt x="4181" y="2069"/>
                  <a:pt x="4174" y="2072"/>
                  <a:pt x="4169" y="2072"/>
                </a:cubicBezTo>
                <a:cubicBezTo>
                  <a:pt x="4159" y="2072"/>
                  <a:pt x="4159" y="2058"/>
                  <a:pt x="4070" y="1969"/>
                </a:cubicBezTo>
                <a:cubicBezTo>
                  <a:pt x="4020" y="1919"/>
                  <a:pt x="4012" y="1919"/>
                  <a:pt x="4012" y="1919"/>
                </a:cubicBezTo>
                <a:cubicBezTo>
                  <a:pt x="4012" y="1919"/>
                  <a:pt x="4020" y="1919"/>
                  <a:pt x="4004" y="1869"/>
                </a:cubicBezTo>
                <a:cubicBezTo>
                  <a:pt x="3803" y="1768"/>
                  <a:pt x="3703" y="1635"/>
                  <a:pt x="3470" y="1502"/>
                </a:cubicBezTo>
                <a:cubicBezTo>
                  <a:pt x="2603" y="1035"/>
                  <a:pt x="1235"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7" name="Google Shape;177;p10"/>
          <p:cNvSpPr/>
          <p:nvPr/>
        </p:nvSpPr>
        <p:spPr>
          <a:xfrm>
            <a:off x="2229047" y="2478432"/>
            <a:ext cx="368152" cy="168021"/>
          </a:xfrm>
          <a:custGeom>
            <a:avLst/>
            <a:gdLst/>
            <a:ahLst/>
            <a:cxnLst/>
            <a:rect l="l" t="t" r="r" b="b"/>
            <a:pathLst>
              <a:path w="8473" h="3867" extrusionOk="0">
                <a:moveTo>
                  <a:pt x="0" y="1"/>
                </a:moveTo>
                <a:lnTo>
                  <a:pt x="0" y="1"/>
                </a:lnTo>
                <a:cubicBezTo>
                  <a:pt x="367" y="868"/>
                  <a:pt x="1568" y="1302"/>
                  <a:pt x="2035" y="1602"/>
                </a:cubicBezTo>
                <a:cubicBezTo>
                  <a:pt x="2335" y="1769"/>
                  <a:pt x="2902" y="2169"/>
                  <a:pt x="2869" y="2636"/>
                </a:cubicBezTo>
                <a:lnTo>
                  <a:pt x="1468" y="3103"/>
                </a:lnTo>
                <a:cubicBezTo>
                  <a:pt x="1668" y="3470"/>
                  <a:pt x="2302" y="3437"/>
                  <a:pt x="2702" y="3470"/>
                </a:cubicBezTo>
                <a:cubicBezTo>
                  <a:pt x="3002" y="3470"/>
                  <a:pt x="3036" y="3637"/>
                  <a:pt x="3336" y="3737"/>
                </a:cubicBezTo>
                <a:cubicBezTo>
                  <a:pt x="3589" y="3825"/>
                  <a:pt x="3854" y="3867"/>
                  <a:pt x="4117" y="3867"/>
                </a:cubicBezTo>
                <a:cubicBezTo>
                  <a:pt x="4756" y="3867"/>
                  <a:pt x="5389" y="3619"/>
                  <a:pt x="5838" y="3170"/>
                </a:cubicBezTo>
                <a:cubicBezTo>
                  <a:pt x="5984" y="3121"/>
                  <a:pt x="6131" y="3090"/>
                  <a:pt x="6277" y="3090"/>
                </a:cubicBezTo>
                <a:cubicBezTo>
                  <a:pt x="6331" y="3090"/>
                  <a:pt x="6384" y="3094"/>
                  <a:pt x="6438" y="3103"/>
                </a:cubicBezTo>
                <a:lnTo>
                  <a:pt x="5704" y="2736"/>
                </a:lnTo>
                <a:cubicBezTo>
                  <a:pt x="5920" y="2578"/>
                  <a:pt x="6229" y="2538"/>
                  <a:pt x="6562" y="2538"/>
                </a:cubicBezTo>
                <a:cubicBezTo>
                  <a:pt x="6907" y="2538"/>
                  <a:pt x="7276" y="2581"/>
                  <a:pt x="7594" y="2581"/>
                </a:cubicBezTo>
                <a:cubicBezTo>
                  <a:pt x="7680" y="2581"/>
                  <a:pt x="7762" y="2578"/>
                  <a:pt x="7839" y="2569"/>
                </a:cubicBezTo>
                <a:lnTo>
                  <a:pt x="8239" y="2436"/>
                </a:lnTo>
                <a:lnTo>
                  <a:pt x="8373" y="2303"/>
                </a:lnTo>
                <a:lnTo>
                  <a:pt x="8373" y="2269"/>
                </a:lnTo>
                <a:cubicBezTo>
                  <a:pt x="8473" y="2136"/>
                  <a:pt x="8406" y="2269"/>
                  <a:pt x="8473" y="2069"/>
                </a:cubicBezTo>
                <a:lnTo>
                  <a:pt x="8473" y="2069"/>
                </a:lnTo>
                <a:cubicBezTo>
                  <a:pt x="8106" y="2169"/>
                  <a:pt x="7731" y="2219"/>
                  <a:pt x="7355" y="2219"/>
                </a:cubicBezTo>
                <a:cubicBezTo>
                  <a:pt x="6980" y="2219"/>
                  <a:pt x="6605" y="2169"/>
                  <a:pt x="6238" y="2069"/>
                </a:cubicBezTo>
                <a:cubicBezTo>
                  <a:pt x="6122" y="2057"/>
                  <a:pt x="6021" y="2051"/>
                  <a:pt x="5933" y="2051"/>
                </a:cubicBezTo>
                <a:cubicBezTo>
                  <a:pt x="5149" y="2051"/>
                  <a:pt x="5376" y="2487"/>
                  <a:pt x="4725" y="2487"/>
                </a:cubicBezTo>
                <a:cubicBezTo>
                  <a:pt x="4652" y="2487"/>
                  <a:pt x="4568" y="2482"/>
                  <a:pt x="4470" y="2469"/>
                </a:cubicBezTo>
                <a:lnTo>
                  <a:pt x="4170" y="2069"/>
                </a:lnTo>
                <a:cubicBezTo>
                  <a:pt x="4159" y="2058"/>
                  <a:pt x="4155" y="2058"/>
                  <a:pt x="4151" y="2058"/>
                </a:cubicBezTo>
                <a:cubicBezTo>
                  <a:pt x="4144" y="2058"/>
                  <a:pt x="4136" y="2058"/>
                  <a:pt x="4070" y="1969"/>
                </a:cubicBezTo>
                <a:cubicBezTo>
                  <a:pt x="4020" y="1919"/>
                  <a:pt x="4011" y="1919"/>
                  <a:pt x="4011" y="1919"/>
                </a:cubicBezTo>
                <a:cubicBezTo>
                  <a:pt x="4011" y="1919"/>
                  <a:pt x="4020" y="1919"/>
                  <a:pt x="4003" y="1869"/>
                </a:cubicBezTo>
                <a:cubicBezTo>
                  <a:pt x="3803" y="1769"/>
                  <a:pt x="3669" y="1635"/>
                  <a:pt x="3436" y="1502"/>
                </a:cubicBezTo>
                <a:cubicBezTo>
                  <a:pt x="2602" y="1002"/>
                  <a:pt x="1201" y="668"/>
                  <a:pt x="0"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8" name="Google Shape;178;p10"/>
          <p:cNvSpPr/>
          <p:nvPr/>
        </p:nvSpPr>
        <p:spPr>
          <a:xfrm>
            <a:off x="4716499" y="3345000"/>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9" name="Google Shape;179;p10"/>
          <p:cNvSpPr/>
          <p:nvPr/>
        </p:nvSpPr>
        <p:spPr>
          <a:xfrm flipH="1">
            <a:off x="363935" y="3396834"/>
            <a:ext cx="368195" cy="167977"/>
          </a:xfrm>
          <a:custGeom>
            <a:avLst/>
            <a:gdLst/>
            <a:ahLst/>
            <a:cxnLst/>
            <a:rect l="l" t="t" r="r" b="b"/>
            <a:pathLst>
              <a:path w="8474" h="3866" extrusionOk="0">
                <a:moveTo>
                  <a:pt x="1" y="0"/>
                </a:moveTo>
                <a:cubicBezTo>
                  <a:pt x="368" y="901"/>
                  <a:pt x="1569" y="1301"/>
                  <a:pt x="2036" y="1601"/>
                </a:cubicBezTo>
                <a:cubicBezTo>
                  <a:pt x="2336" y="1768"/>
                  <a:pt x="2903" y="2168"/>
                  <a:pt x="2870" y="2635"/>
                </a:cubicBezTo>
                <a:lnTo>
                  <a:pt x="1502" y="3102"/>
                </a:lnTo>
                <a:cubicBezTo>
                  <a:pt x="1702" y="3469"/>
                  <a:pt x="2336" y="3469"/>
                  <a:pt x="2736" y="3469"/>
                </a:cubicBezTo>
                <a:cubicBezTo>
                  <a:pt x="3036" y="3469"/>
                  <a:pt x="3070" y="3636"/>
                  <a:pt x="3370" y="3736"/>
                </a:cubicBezTo>
                <a:cubicBezTo>
                  <a:pt x="3623" y="3824"/>
                  <a:pt x="3885" y="3866"/>
                  <a:pt x="4145" y="3866"/>
                </a:cubicBezTo>
                <a:cubicBezTo>
                  <a:pt x="4776" y="3866"/>
                  <a:pt x="5399" y="3618"/>
                  <a:pt x="5872" y="3169"/>
                </a:cubicBezTo>
                <a:cubicBezTo>
                  <a:pt x="6072" y="3102"/>
                  <a:pt x="6272" y="3069"/>
                  <a:pt x="6472" y="3069"/>
                </a:cubicBezTo>
                <a:lnTo>
                  <a:pt x="5738" y="2735"/>
                </a:lnTo>
                <a:cubicBezTo>
                  <a:pt x="5940" y="2577"/>
                  <a:pt x="6247" y="2537"/>
                  <a:pt x="6582" y="2537"/>
                </a:cubicBezTo>
                <a:cubicBezTo>
                  <a:pt x="6929" y="2537"/>
                  <a:pt x="7306" y="2580"/>
                  <a:pt x="7626" y="2580"/>
                </a:cubicBezTo>
                <a:cubicBezTo>
                  <a:pt x="7713" y="2580"/>
                  <a:pt x="7796" y="2577"/>
                  <a:pt x="7873" y="2569"/>
                </a:cubicBezTo>
                <a:lnTo>
                  <a:pt x="8240" y="2435"/>
                </a:lnTo>
                <a:lnTo>
                  <a:pt x="8373" y="2302"/>
                </a:lnTo>
                <a:cubicBezTo>
                  <a:pt x="8373" y="2302"/>
                  <a:pt x="8373" y="2268"/>
                  <a:pt x="8373" y="2268"/>
                </a:cubicBezTo>
                <a:cubicBezTo>
                  <a:pt x="8474" y="2135"/>
                  <a:pt x="8440" y="2268"/>
                  <a:pt x="8474" y="2068"/>
                </a:cubicBezTo>
                <a:lnTo>
                  <a:pt x="8474" y="2068"/>
                </a:lnTo>
                <a:cubicBezTo>
                  <a:pt x="8107" y="2168"/>
                  <a:pt x="7731" y="2218"/>
                  <a:pt x="7352" y="2218"/>
                </a:cubicBezTo>
                <a:cubicBezTo>
                  <a:pt x="6972" y="2218"/>
                  <a:pt x="6589" y="2168"/>
                  <a:pt x="6205" y="2068"/>
                </a:cubicBezTo>
                <a:cubicBezTo>
                  <a:pt x="6092" y="2056"/>
                  <a:pt x="5994" y="2050"/>
                  <a:pt x="5908" y="2050"/>
                </a:cubicBezTo>
                <a:cubicBezTo>
                  <a:pt x="5147" y="2050"/>
                  <a:pt x="5376" y="2486"/>
                  <a:pt x="4726" y="2486"/>
                </a:cubicBezTo>
                <a:cubicBezTo>
                  <a:pt x="4653" y="2486"/>
                  <a:pt x="4569" y="2481"/>
                  <a:pt x="4471" y="2468"/>
                </a:cubicBezTo>
                <a:lnTo>
                  <a:pt x="4170" y="2068"/>
                </a:lnTo>
                <a:cubicBezTo>
                  <a:pt x="4162" y="2060"/>
                  <a:pt x="4158" y="2058"/>
                  <a:pt x="4155" y="2058"/>
                </a:cubicBezTo>
                <a:cubicBezTo>
                  <a:pt x="4152" y="2058"/>
                  <a:pt x="4150" y="2060"/>
                  <a:pt x="4145" y="2060"/>
                </a:cubicBezTo>
                <a:cubicBezTo>
                  <a:pt x="4137" y="2060"/>
                  <a:pt x="4120" y="2052"/>
                  <a:pt x="4070" y="2001"/>
                </a:cubicBezTo>
                <a:cubicBezTo>
                  <a:pt x="4020" y="1935"/>
                  <a:pt x="4012" y="1935"/>
                  <a:pt x="4012" y="1935"/>
                </a:cubicBezTo>
                <a:cubicBezTo>
                  <a:pt x="4012" y="1935"/>
                  <a:pt x="4020" y="1935"/>
                  <a:pt x="4004" y="1868"/>
                </a:cubicBezTo>
                <a:cubicBezTo>
                  <a:pt x="3804" y="1768"/>
                  <a:pt x="3670" y="1635"/>
                  <a:pt x="3470" y="1501"/>
                </a:cubicBezTo>
                <a:cubicBezTo>
                  <a:pt x="2603" y="1034"/>
                  <a:pt x="1202" y="667"/>
                  <a:pt x="1" y="0"/>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0" name="Google Shape;180;p10"/>
          <p:cNvSpPr/>
          <p:nvPr/>
        </p:nvSpPr>
        <p:spPr>
          <a:xfrm flipH="1">
            <a:off x="7106548" y="2361325"/>
            <a:ext cx="368195" cy="167977"/>
          </a:xfrm>
          <a:custGeom>
            <a:avLst/>
            <a:gdLst/>
            <a:ahLst/>
            <a:cxnLst/>
            <a:rect l="l" t="t" r="r" b="b"/>
            <a:pathLst>
              <a:path w="8474" h="3866" extrusionOk="0">
                <a:moveTo>
                  <a:pt x="1" y="1"/>
                </a:moveTo>
                <a:lnTo>
                  <a:pt x="1" y="1"/>
                </a:lnTo>
                <a:cubicBezTo>
                  <a:pt x="368" y="868"/>
                  <a:pt x="1568" y="1302"/>
                  <a:pt x="2035" y="1602"/>
                </a:cubicBezTo>
                <a:cubicBezTo>
                  <a:pt x="2336" y="1769"/>
                  <a:pt x="2903" y="2169"/>
                  <a:pt x="2869" y="2636"/>
                </a:cubicBezTo>
                <a:lnTo>
                  <a:pt x="1468" y="3103"/>
                </a:lnTo>
                <a:cubicBezTo>
                  <a:pt x="1669" y="3470"/>
                  <a:pt x="2302" y="3470"/>
                  <a:pt x="2703" y="3470"/>
                </a:cubicBezTo>
                <a:lnTo>
                  <a:pt x="2736" y="3470"/>
                </a:lnTo>
                <a:cubicBezTo>
                  <a:pt x="3036" y="3470"/>
                  <a:pt x="3070" y="3603"/>
                  <a:pt x="3370" y="3737"/>
                </a:cubicBezTo>
                <a:cubicBezTo>
                  <a:pt x="3620" y="3824"/>
                  <a:pt x="3880" y="3866"/>
                  <a:pt x="4137" y="3866"/>
                </a:cubicBezTo>
                <a:cubicBezTo>
                  <a:pt x="4771" y="3866"/>
                  <a:pt x="5397" y="3611"/>
                  <a:pt x="5872" y="3136"/>
                </a:cubicBezTo>
                <a:cubicBezTo>
                  <a:pt x="6072" y="3103"/>
                  <a:pt x="6272" y="3070"/>
                  <a:pt x="6472" y="3070"/>
                </a:cubicBezTo>
                <a:lnTo>
                  <a:pt x="5738" y="2736"/>
                </a:lnTo>
                <a:cubicBezTo>
                  <a:pt x="5947" y="2572"/>
                  <a:pt x="6270" y="2535"/>
                  <a:pt x="6620" y="2535"/>
                </a:cubicBezTo>
                <a:cubicBezTo>
                  <a:pt x="6909" y="2535"/>
                  <a:pt x="7218" y="2560"/>
                  <a:pt x="7495" y="2560"/>
                </a:cubicBezTo>
                <a:cubicBezTo>
                  <a:pt x="7630" y="2560"/>
                  <a:pt x="7758" y="2554"/>
                  <a:pt x="7873" y="2536"/>
                </a:cubicBezTo>
                <a:lnTo>
                  <a:pt x="8240" y="2436"/>
                </a:lnTo>
                <a:lnTo>
                  <a:pt x="8340" y="2303"/>
                </a:lnTo>
                <a:lnTo>
                  <a:pt x="8373" y="2269"/>
                </a:lnTo>
                <a:cubicBezTo>
                  <a:pt x="8473" y="2136"/>
                  <a:pt x="8407" y="2269"/>
                  <a:pt x="8473" y="2069"/>
                </a:cubicBezTo>
                <a:lnTo>
                  <a:pt x="8473" y="2069"/>
                </a:lnTo>
                <a:cubicBezTo>
                  <a:pt x="8106" y="2169"/>
                  <a:pt x="7731" y="2219"/>
                  <a:pt x="7356" y="2219"/>
                </a:cubicBezTo>
                <a:cubicBezTo>
                  <a:pt x="6981" y="2219"/>
                  <a:pt x="6605" y="2169"/>
                  <a:pt x="6238" y="2069"/>
                </a:cubicBezTo>
                <a:cubicBezTo>
                  <a:pt x="6122" y="2057"/>
                  <a:pt x="6021" y="2051"/>
                  <a:pt x="5933" y="2051"/>
                </a:cubicBezTo>
                <a:cubicBezTo>
                  <a:pt x="5149" y="2051"/>
                  <a:pt x="5376" y="2487"/>
                  <a:pt x="4726" y="2487"/>
                </a:cubicBezTo>
                <a:cubicBezTo>
                  <a:pt x="4653" y="2487"/>
                  <a:pt x="4568" y="2482"/>
                  <a:pt x="4471" y="2469"/>
                </a:cubicBezTo>
                <a:lnTo>
                  <a:pt x="4170" y="2069"/>
                </a:lnTo>
                <a:cubicBezTo>
                  <a:pt x="4159" y="2069"/>
                  <a:pt x="4156" y="2073"/>
                  <a:pt x="4152" y="2073"/>
                </a:cubicBezTo>
                <a:cubicBezTo>
                  <a:pt x="4144" y="2073"/>
                  <a:pt x="4137" y="2058"/>
                  <a:pt x="4070" y="1969"/>
                </a:cubicBezTo>
                <a:cubicBezTo>
                  <a:pt x="4020" y="1919"/>
                  <a:pt x="4012" y="1919"/>
                  <a:pt x="4012" y="1919"/>
                </a:cubicBezTo>
                <a:cubicBezTo>
                  <a:pt x="4012" y="1919"/>
                  <a:pt x="4020" y="1919"/>
                  <a:pt x="4004" y="1869"/>
                </a:cubicBezTo>
                <a:cubicBezTo>
                  <a:pt x="3803" y="1769"/>
                  <a:pt x="3670" y="1635"/>
                  <a:pt x="3436" y="1502"/>
                </a:cubicBezTo>
                <a:cubicBezTo>
                  <a:pt x="2603" y="1035"/>
                  <a:pt x="1202"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411843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81"/>
        <p:cNvGrpSpPr/>
        <p:nvPr/>
      </p:nvGrpSpPr>
      <p:grpSpPr>
        <a:xfrm>
          <a:off x="0" y="0"/>
          <a:ext cx="0" cy="0"/>
          <a:chOff x="0" y="0"/>
          <a:chExt cx="0" cy="0"/>
        </a:xfrm>
      </p:grpSpPr>
      <p:sp>
        <p:nvSpPr>
          <p:cNvPr id="182" name="Google Shape;182;p11"/>
          <p:cNvSpPr txBox="1">
            <a:spLocks noGrp="1"/>
          </p:cNvSpPr>
          <p:nvPr>
            <p:ph type="title" hasCustomPrompt="1"/>
          </p:nvPr>
        </p:nvSpPr>
        <p:spPr>
          <a:xfrm>
            <a:off x="2831700" y="1065500"/>
            <a:ext cx="8080000" cy="2011600"/>
          </a:xfrm>
          <a:prstGeom prst="rect">
            <a:avLst/>
          </a:prstGeom>
        </p:spPr>
        <p:txBody>
          <a:bodyPr spcFirstLastPara="1" wrap="square" lIns="91425" tIns="91425" rIns="91425" bIns="91425" anchor="ctr" anchorCtr="0">
            <a:noAutofit/>
          </a:bodyPr>
          <a:lstStyle>
            <a:lvl1pPr lvl="0" algn="r">
              <a:spcBef>
                <a:spcPts val="0"/>
              </a:spcBef>
              <a:spcAft>
                <a:spcPts val="0"/>
              </a:spcAft>
              <a:buSzPts val="12000"/>
              <a:buNone/>
              <a:defRPr sz="13333"/>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183" name="Google Shape;183;p11"/>
          <p:cNvSpPr txBox="1">
            <a:spLocks noGrp="1"/>
          </p:cNvSpPr>
          <p:nvPr>
            <p:ph type="subTitle" idx="1"/>
          </p:nvPr>
        </p:nvSpPr>
        <p:spPr>
          <a:xfrm>
            <a:off x="7393160" y="3223400"/>
            <a:ext cx="3443200" cy="411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600"/>
              <a:buNone/>
              <a:defRPr sz="1867"/>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r>
              <a:rPr lang="en-US"/>
              <a:t>Click to edit Master subtitle style</a:t>
            </a:r>
            <a:endParaRPr/>
          </a:p>
        </p:txBody>
      </p:sp>
      <p:sp>
        <p:nvSpPr>
          <p:cNvPr id="184" name="Google Shape;184;p11"/>
          <p:cNvSpPr/>
          <p:nvPr/>
        </p:nvSpPr>
        <p:spPr>
          <a:xfrm>
            <a:off x="1100" y="3867469"/>
            <a:ext cx="12192085" cy="2990497"/>
          </a:xfrm>
          <a:custGeom>
            <a:avLst/>
            <a:gdLst/>
            <a:ahLst/>
            <a:cxnLst/>
            <a:rect l="l" t="t" r="r" b="b"/>
            <a:pathLst>
              <a:path w="208483" h="100173" extrusionOk="0">
                <a:moveTo>
                  <a:pt x="0" y="1"/>
                </a:moveTo>
                <a:lnTo>
                  <a:pt x="208482" y="1"/>
                </a:lnTo>
                <a:lnTo>
                  <a:pt x="208482" y="100172"/>
                </a:lnTo>
                <a:lnTo>
                  <a:pt x="0" y="100172"/>
                </a:lnTo>
                <a:close/>
              </a:path>
            </a:pathLst>
          </a:custGeom>
          <a:gradFill>
            <a:gsLst>
              <a:gs pos="0">
                <a:srgbClr val="D0F3FF">
                  <a:alpha val="32549"/>
                </a:srgbClr>
              </a:gs>
              <a:gs pos="50000">
                <a:srgbClr val="FFFFFF">
                  <a:alpha val="0"/>
                </a:srgbClr>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43803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85"/>
        <p:cNvGrpSpPr/>
        <p:nvPr/>
      </p:nvGrpSpPr>
      <p:grpSpPr>
        <a:xfrm>
          <a:off x="0" y="0"/>
          <a:ext cx="0" cy="0"/>
          <a:chOff x="0" y="0"/>
          <a:chExt cx="0" cy="0"/>
        </a:xfrm>
      </p:grpSpPr>
    </p:spTree>
    <p:extLst>
      <p:ext uri="{BB962C8B-B14F-4D97-AF65-F5344CB8AC3E}">
        <p14:creationId xmlns:p14="http://schemas.microsoft.com/office/powerpoint/2010/main" val="23912111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86"/>
        <p:cNvGrpSpPr/>
        <p:nvPr/>
      </p:nvGrpSpPr>
      <p:grpSpPr>
        <a:xfrm>
          <a:off x="0" y="0"/>
          <a:ext cx="0" cy="0"/>
          <a:chOff x="0" y="0"/>
          <a:chExt cx="0" cy="0"/>
        </a:xfrm>
      </p:grpSpPr>
      <p:sp>
        <p:nvSpPr>
          <p:cNvPr id="187" name="Google Shape;187;p13"/>
          <p:cNvSpPr txBox="1">
            <a:spLocks noGrp="1"/>
          </p:cNvSpPr>
          <p:nvPr>
            <p:ph type="title" hasCustomPrompt="1"/>
          </p:nvPr>
        </p:nvSpPr>
        <p:spPr>
          <a:xfrm>
            <a:off x="1137817" y="1763484"/>
            <a:ext cx="694800" cy="3744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sz="2933" b="1">
                <a:solidFill>
                  <a:schemeClr val="lt1"/>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188" name="Google Shape;188;p13"/>
          <p:cNvSpPr txBox="1">
            <a:spLocks noGrp="1"/>
          </p:cNvSpPr>
          <p:nvPr>
            <p:ph type="title" idx="2"/>
          </p:nvPr>
        </p:nvSpPr>
        <p:spPr>
          <a:xfrm>
            <a:off x="1137833" y="2263367"/>
            <a:ext cx="3561600" cy="571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4"/>
              </a:buClr>
              <a:buSzPts val="2200"/>
              <a:buNone/>
              <a:defRPr sz="3200" b="1">
                <a:solidFill>
                  <a:schemeClr val="accent3"/>
                </a:solidFill>
              </a:defRPr>
            </a:lvl1pPr>
            <a:lvl2pPr lvl="1">
              <a:spcBef>
                <a:spcPts val="0"/>
              </a:spcBef>
              <a:spcAft>
                <a:spcPts val="0"/>
              </a:spcAft>
              <a:buSzPts val="3000"/>
              <a:buNone/>
              <a:defRPr>
                <a:latin typeface="Poppins"/>
                <a:ea typeface="Poppins"/>
                <a:cs typeface="Poppins"/>
                <a:sym typeface="Poppins"/>
              </a:defRPr>
            </a:lvl2pPr>
            <a:lvl3pPr lvl="2">
              <a:spcBef>
                <a:spcPts val="0"/>
              </a:spcBef>
              <a:spcAft>
                <a:spcPts val="0"/>
              </a:spcAft>
              <a:buSzPts val="3000"/>
              <a:buNone/>
              <a:defRPr>
                <a:latin typeface="Poppins"/>
                <a:ea typeface="Poppins"/>
                <a:cs typeface="Poppins"/>
                <a:sym typeface="Poppins"/>
              </a:defRPr>
            </a:lvl3pPr>
            <a:lvl4pPr lvl="3">
              <a:spcBef>
                <a:spcPts val="0"/>
              </a:spcBef>
              <a:spcAft>
                <a:spcPts val="0"/>
              </a:spcAft>
              <a:buSzPts val="3000"/>
              <a:buNone/>
              <a:defRPr>
                <a:latin typeface="Poppins"/>
                <a:ea typeface="Poppins"/>
                <a:cs typeface="Poppins"/>
                <a:sym typeface="Poppins"/>
              </a:defRPr>
            </a:lvl4pPr>
            <a:lvl5pPr lvl="4">
              <a:spcBef>
                <a:spcPts val="0"/>
              </a:spcBef>
              <a:spcAft>
                <a:spcPts val="0"/>
              </a:spcAft>
              <a:buSzPts val="3000"/>
              <a:buNone/>
              <a:defRPr>
                <a:latin typeface="Poppins"/>
                <a:ea typeface="Poppins"/>
                <a:cs typeface="Poppins"/>
                <a:sym typeface="Poppins"/>
              </a:defRPr>
            </a:lvl5pPr>
            <a:lvl6pPr lvl="5">
              <a:spcBef>
                <a:spcPts val="0"/>
              </a:spcBef>
              <a:spcAft>
                <a:spcPts val="0"/>
              </a:spcAft>
              <a:buSzPts val="3000"/>
              <a:buNone/>
              <a:defRPr>
                <a:latin typeface="Poppins"/>
                <a:ea typeface="Poppins"/>
                <a:cs typeface="Poppins"/>
                <a:sym typeface="Poppins"/>
              </a:defRPr>
            </a:lvl6pPr>
            <a:lvl7pPr lvl="6">
              <a:spcBef>
                <a:spcPts val="0"/>
              </a:spcBef>
              <a:spcAft>
                <a:spcPts val="0"/>
              </a:spcAft>
              <a:buSzPts val="3000"/>
              <a:buNone/>
              <a:defRPr>
                <a:latin typeface="Poppins"/>
                <a:ea typeface="Poppins"/>
                <a:cs typeface="Poppins"/>
                <a:sym typeface="Poppins"/>
              </a:defRPr>
            </a:lvl7pPr>
            <a:lvl8pPr lvl="7">
              <a:spcBef>
                <a:spcPts val="0"/>
              </a:spcBef>
              <a:spcAft>
                <a:spcPts val="0"/>
              </a:spcAft>
              <a:buSzPts val="3000"/>
              <a:buNone/>
              <a:defRPr>
                <a:latin typeface="Poppins"/>
                <a:ea typeface="Poppins"/>
                <a:cs typeface="Poppins"/>
                <a:sym typeface="Poppins"/>
              </a:defRPr>
            </a:lvl8pPr>
            <a:lvl9pPr lvl="8">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189" name="Google Shape;189;p13"/>
          <p:cNvSpPr txBox="1">
            <a:spLocks noGrp="1"/>
          </p:cNvSpPr>
          <p:nvPr>
            <p:ph type="subTitle" idx="1"/>
          </p:nvPr>
        </p:nvSpPr>
        <p:spPr>
          <a:xfrm>
            <a:off x="1137817" y="2885804"/>
            <a:ext cx="3119600" cy="705200"/>
          </a:xfrm>
          <a:prstGeom prst="rect">
            <a:avLst/>
          </a:prstGeom>
        </p:spPr>
        <p:txBody>
          <a:bodyPr spcFirstLastPara="1" wrap="square" lIns="91425" tIns="91425" rIns="91425" bIns="91425" anchor="ctr" anchorCtr="0">
            <a:noAutofit/>
          </a:bodyPr>
          <a:lstStyle>
            <a:lvl1pPr lvl="0">
              <a:spcBef>
                <a:spcPts val="0"/>
              </a:spcBef>
              <a:spcAft>
                <a:spcPts val="0"/>
              </a:spcAft>
              <a:buSzPts val="1600"/>
              <a:buNone/>
              <a:defRPr sz="186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190" name="Google Shape;190;p13"/>
          <p:cNvSpPr txBox="1">
            <a:spLocks noGrp="1"/>
          </p:cNvSpPr>
          <p:nvPr>
            <p:ph type="title" idx="3" hasCustomPrompt="1"/>
          </p:nvPr>
        </p:nvSpPr>
        <p:spPr>
          <a:xfrm>
            <a:off x="5203884" y="1763484"/>
            <a:ext cx="694800" cy="3744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sz="2933" b="1">
                <a:solidFill>
                  <a:srgbClr val="FFFFFF"/>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191" name="Google Shape;191;p13"/>
          <p:cNvSpPr txBox="1">
            <a:spLocks noGrp="1"/>
          </p:cNvSpPr>
          <p:nvPr>
            <p:ph type="title" idx="4"/>
          </p:nvPr>
        </p:nvSpPr>
        <p:spPr>
          <a:xfrm>
            <a:off x="5203900" y="2263367"/>
            <a:ext cx="35616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4"/>
              </a:buClr>
              <a:buSzPts val="2200"/>
              <a:buNone/>
              <a:defRPr sz="3200" b="1">
                <a:solidFill>
                  <a:schemeClr val="accent3"/>
                </a:solidFill>
              </a:defRPr>
            </a:lvl1pPr>
            <a:lvl2pPr lvl="1" rtl="0">
              <a:spcBef>
                <a:spcPts val="0"/>
              </a:spcBef>
              <a:spcAft>
                <a:spcPts val="0"/>
              </a:spcAft>
              <a:buSzPts val="3000"/>
              <a:buNone/>
              <a:defRPr>
                <a:latin typeface="Poppins"/>
                <a:ea typeface="Poppins"/>
                <a:cs typeface="Poppins"/>
                <a:sym typeface="Poppins"/>
              </a:defRPr>
            </a:lvl2pPr>
            <a:lvl3pPr lvl="2" rtl="0">
              <a:spcBef>
                <a:spcPts val="0"/>
              </a:spcBef>
              <a:spcAft>
                <a:spcPts val="0"/>
              </a:spcAft>
              <a:buSzPts val="3000"/>
              <a:buNone/>
              <a:defRPr>
                <a:latin typeface="Poppins"/>
                <a:ea typeface="Poppins"/>
                <a:cs typeface="Poppins"/>
                <a:sym typeface="Poppins"/>
              </a:defRPr>
            </a:lvl3pPr>
            <a:lvl4pPr lvl="3" rtl="0">
              <a:spcBef>
                <a:spcPts val="0"/>
              </a:spcBef>
              <a:spcAft>
                <a:spcPts val="0"/>
              </a:spcAft>
              <a:buSzPts val="3000"/>
              <a:buNone/>
              <a:defRPr>
                <a:latin typeface="Poppins"/>
                <a:ea typeface="Poppins"/>
                <a:cs typeface="Poppins"/>
                <a:sym typeface="Poppins"/>
              </a:defRPr>
            </a:lvl4pPr>
            <a:lvl5pPr lvl="4" rtl="0">
              <a:spcBef>
                <a:spcPts val="0"/>
              </a:spcBef>
              <a:spcAft>
                <a:spcPts val="0"/>
              </a:spcAft>
              <a:buSzPts val="3000"/>
              <a:buNone/>
              <a:defRPr>
                <a:latin typeface="Poppins"/>
                <a:ea typeface="Poppins"/>
                <a:cs typeface="Poppins"/>
                <a:sym typeface="Poppins"/>
              </a:defRPr>
            </a:lvl5pPr>
            <a:lvl6pPr lvl="5" rtl="0">
              <a:spcBef>
                <a:spcPts val="0"/>
              </a:spcBef>
              <a:spcAft>
                <a:spcPts val="0"/>
              </a:spcAft>
              <a:buSzPts val="3000"/>
              <a:buNone/>
              <a:defRPr>
                <a:latin typeface="Poppins"/>
                <a:ea typeface="Poppins"/>
                <a:cs typeface="Poppins"/>
                <a:sym typeface="Poppins"/>
              </a:defRPr>
            </a:lvl6pPr>
            <a:lvl7pPr lvl="6" rtl="0">
              <a:spcBef>
                <a:spcPts val="0"/>
              </a:spcBef>
              <a:spcAft>
                <a:spcPts val="0"/>
              </a:spcAft>
              <a:buSzPts val="3000"/>
              <a:buNone/>
              <a:defRPr>
                <a:latin typeface="Poppins"/>
                <a:ea typeface="Poppins"/>
                <a:cs typeface="Poppins"/>
                <a:sym typeface="Poppins"/>
              </a:defRPr>
            </a:lvl7pPr>
            <a:lvl8pPr lvl="7" rtl="0">
              <a:spcBef>
                <a:spcPts val="0"/>
              </a:spcBef>
              <a:spcAft>
                <a:spcPts val="0"/>
              </a:spcAft>
              <a:buSzPts val="3000"/>
              <a:buNone/>
              <a:defRPr>
                <a:latin typeface="Poppins"/>
                <a:ea typeface="Poppins"/>
                <a:cs typeface="Poppins"/>
                <a:sym typeface="Poppins"/>
              </a:defRPr>
            </a:lvl8pPr>
            <a:lvl9pPr lvl="8"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192" name="Google Shape;192;p13"/>
          <p:cNvSpPr txBox="1">
            <a:spLocks noGrp="1"/>
          </p:cNvSpPr>
          <p:nvPr>
            <p:ph type="subTitle" idx="5"/>
          </p:nvPr>
        </p:nvSpPr>
        <p:spPr>
          <a:xfrm>
            <a:off x="5203884" y="2885804"/>
            <a:ext cx="3119600" cy="7052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8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193" name="Google Shape;193;p13"/>
          <p:cNvSpPr txBox="1">
            <a:spLocks noGrp="1"/>
          </p:cNvSpPr>
          <p:nvPr>
            <p:ph type="title" idx="6" hasCustomPrompt="1"/>
          </p:nvPr>
        </p:nvSpPr>
        <p:spPr>
          <a:xfrm>
            <a:off x="1137817" y="4015917"/>
            <a:ext cx="694800" cy="3744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sz="2933" b="1">
                <a:solidFill>
                  <a:srgbClr val="FFFFFF"/>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194" name="Google Shape;194;p13"/>
          <p:cNvSpPr txBox="1">
            <a:spLocks noGrp="1"/>
          </p:cNvSpPr>
          <p:nvPr>
            <p:ph type="title" idx="7"/>
          </p:nvPr>
        </p:nvSpPr>
        <p:spPr>
          <a:xfrm>
            <a:off x="1137833" y="4515800"/>
            <a:ext cx="35616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4"/>
              </a:buClr>
              <a:buSzPts val="2200"/>
              <a:buNone/>
              <a:defRPr sz="3200" b="1">
                <a:solidFill>
                  <a:schemeClr val="accent3"/>
                </a:solidFill>
              </a:defRPr>
            </a:lvl1pPr>
            <a:lvl2pPr lvl="1" rtl="0">
              <a:spcBef>
                <a:spcPts val="0"/>
              </a:spcBef>
              <a:spcAft>
                <a:spcPts val="0"/>
              </a:spcAft>
              <a:buSzPts val="3000"/>
              <a:buNone/>
              <a:defRPr>
                <a:latin typeface="Poppins"/>
                <a:ea typeface="Poppins"/>
                <a:cs typeface="Poppins"/>
                <a:sym typeface="Poppins"/>
              </a:defRPr>
            </a:lvl2pPr>
            <a:lvl3pPr lvl="2" rtl="0">
              <a:spcBef>
                <a:spcPts val="0"/>
              </a:spcBef>
              <a:spcAft>
                <a:spcPts val="0"/>
              </a:spcAft>
              <a:buSzPts val="3000"/>
              <a:buNone/>
              <a:defRPr>
                <a:latin typeface="Poppins"/>
                <a:ea typeface="Poppins"/>
                <a:cs typeface="Poppins"/>
                <a:sym typeface="Poppins"/>
              </a:defRPr>
            </a:lvl3pPr>
            <a:lvl4pPr lvl="3" rtl="0">
              <a:spcBef>
                <a:spcPts val="0"/>
              </a:spcBef>
              <a:spcAft>
                <a:spcPts val="0"/>
              </a:spcAft>
              <a:buSzPts val="3000"/>
              <a:buNone/>
              <a:defRPr>
                <a:latin typeface="Poppins"/>
                <a:ea typeface="Poppins"/>
                <a:cs typeface="Poppins"/>
                <a:sym typeface="Poppins"/>
              </a:defRPr>
            </a:lvl4pPr>
            <a:lvl5pPr lvl="4" rtl="0">
              <a:spcBef>
                <a:spcPts val="0"/>
              </a:spcBef>
              <a:spcAft>
                <a:spcPts val="0"/>
              </a:spcAft>
              <a:buSzPts val="3000"/>
              <a:buNone/>
              <a:defRPr>
                <a:latin typeface="Poppins"/>
                <a:ea typeface="Poppins"/>
                <a:cs typeface="Poppins"/>
                <a:sym typeface="Poppins"/>
              </a:defRPr>
            </a:lvl5pPr>
            <a:lvl6pPr lvl="5" rtl="0">
              <a:spcBef>
                <a:spcPts val="0"/>
              </a:spcBef>
              <a:spcAft>
                <a:spcPts val="0"/>
              </a:spcAft>
              <a:buSzPts val="3000"/>
              <a:buNone/>
              <a:defRPr>
                <a:latin typeface="Poppins"/>
                <a:ea typeface="Poppins"/>
                <a:cs typeface="Poppins"/>
                <a:sym typeface="Poppins"/>
              </a:defRPr>
            </a:lvl6pPr>
            <a:lvl7pPr lvl="6" rtl="0">
              <a:spcBef>
                <a:spcPts val="0"/>
              </a:spcBef>
              <a:spcAft>
                <a:spcPts val="0"/>
              </a:spcAft>
              <a:buSzPts val="3000"/>
              <a:buNone/>
              <a:defRPr>
                <a:latin typeface="Poppins"/>
                <a:ea typeface="Poppins"/>
                <a:cs typeface="Poppins"/>
                <a:sym typeface="Poppins"/>
              </a:defRPr>
            </a:lvl7pPr>
            <a:lvl8pPr lvl="7" rtl="0">
              <a:spcBef>
                <a:spcPts val="0"/>
              </a:spcBef>
              <a:spcAft>
                <a:spcPts val="0"/>
              </a:spcAft>
              <a:buSzPts val="3000"/>
              <a:buNone/>
              <a:defRPr>
                <a:latin typeface="Poppins"/>
                <a:ea typeface="Poppins"/>
                <a:cs typeface="Poppins"/>
                <a:sym typeface="Poppins"/>
              </a:defRPr>
            </a:lvl8pPr>
            <a:lvl9pPr lvl="8"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195" name="Google Shape;195;p13"/>
          <p:cNvSpPr txBox="1">
            <a:spLocks noGrp="1"/>
          </p:cNvSpPr>
          <p:nvPr>
            <p:ph type="subTitle" idx="8"/>
          </p:nvPr>
        </p:nvSpPr>
        <p:spPr>
          <a:xfrm>
            <a:off x="1137817" y="5138237"/>
            <a:ext cx="3119600" cy="7052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8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196" name="Google Shape;196;p13"/>
          <p:cNvSpPr txBox="1">
            <a:spLocks noGrp="1"/>
          </p:cNvSpPr>
          <p:nvPr>
            <p:ph type="title" idx="9" hasCustomPrompt="1"/>
          </p:nvPr>
        </p:nvSpPr>
        <p:spPr>
          <a:xfrm>
            <a:off x="5203884" y="4015917"/>
            <a:ext cx="694800" cy="3744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sz="2933" b="1">
                <a:solidFill>
                  <a:schemeClr val="lt1"/>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197" name="Google Shape;197;p13"/>
          <p:cNvSpPr txBox="1">
            <a:spLocks noGrp="1"/>
          </p:cNvSpPr>
          <p:nvPr>
            <p:ph type="title" idx="13"/>
          </p:nvPr>
        </p:nvSpPr>
        <p:spPr>
          <a:xfrm>
            <a:off x="5203900" y="4515800"/>
            <a:ext cx="35616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4"/>
              </a:buClr>
              <a:buSzPts val="2200"/>
              <a:buNone/>
              <a:defRPr sz="3200" b="1">
                <a:solidFill>
                  <a:schemeClr val="accent3"/>
                </a:solidFill>
              </a:defRPr>
            </a:lvl1pPr>
            <a:lvl2pPr lvl="1" rtl="0">
              <a:spcBef>
                <a:spcPts val="0"/>
              </a:spcBef>
              <a:spcAft>
                <a:spcPts val="0"/>
              </a:spcAft>
              <a:buSzPts val="3000"/>
              <a:buNone/>
              <a:defRPr>
                <a:latin typeface="Poppins"/>
                <a:ea typeface="Poppins"/>
                <a:cs typeface="Poppins"/>
                <a:sym typeface="Poppins"/>
              </a:defRPr>
            </a:lvl2pPr>
            <a:lvl3pPr lvl="2" rtl="0">
              <a:spcBef>
                <a:spcPts val="0"/>
              </a:spcBef>
              <a:spcAft>
                <a:spcPts val="0"/>
              </a:spcAft>
              <a:buSzPts val="3000"/>
              <a:buNone/>
              <a:defRPr>
                <a:latin typeface="Poppins"/>
                <a:ea typeface="Poppins"/>
                <a:cs typeface="Poppins"/>
                <a:sym typeface="Poppins"/>
              </a:defRPr>
            </a:lvl3pPr>
            <a:lvl4pPr lvl="3" rtl="0">
              <a:spcBef>
                <a:spcPts val="0"/>
              </a:spcBef>
              <a:spcAft>
                <a:spcPts val="0"/>
              </a:spcAft>
              <a:buSzPts val="3000"/>
              <a:buNone/>
              <a:defRPr>
                <a:latin typeface="Poppins"/>
                <a:ea typeface="Poppins"/>
                <a:cs typeface="Poppins"/>
                <a:sym typeface="Poppins"/>
              </a:defRPr>
            </a:lvl4pPr>
            <a:lvl5pPr lvl="4" rtl="0">
              <a:spcBef>
                <a:spcPts val="0"/>
              </a:spcBef>
              <a:spcAft>
                <a:spcPts val="0"/>
              </a:spcAft>
              <a:buSzPts val="3000"/>
              <a:buNone/>
              <a:defRPr>
                <a:latin typeface="Poppins"/>
                <a:ea typeface="Poppins"/>
                <a:cs typeface="Poppins"/>
                <a:sym typeface="Poppins"/>
              </a:defRPr>
            </a:lvl5pPr>
            <a:lvl6pPr lvl="5" rtl="0">
              <a:spcBef>
                <a:spcPts val="0"/>
              </a:spcBef>
              <a:spcAft>
                <a:spcPts val="0"/>
              </a:spcAft>
              <a:buSzPts val="3000"/>
              <a:buNone/>
              <a:defRPr>
                <a:latin typeface="Poppins"/>
                <a:ea typeface="Poppins"/>
                <a:cs typeface="Poppins"/>
                <a:sym typeface="Poppins"/>
              </a:defRPr>
            </a:lvl6pPr>
            <a:lvl7pPr lvl="6" rtl="0">
              <a:spcBef>
                <a:spcPts val="0"/>
              </a:spcBef>
              <a:spcAft>
                <a:spcPts val="0"/>
              </a:spcAft>
              <a:buSzPts val="3000"/>
              <a:buNone/>
              <a:defRPr>
                <a:latin typeface="Poppins"/>
                <a:ea typeface="Poppins"/>
                <a:cs typeface="Poppins"/>
                <a:sym typeface="Poppins"/>
              </a:defRPr>
            </a:lvl7pPr>
            <a:lvl8pPr lvl="7" rtl="0">
              <a:spcBef>
                <a:spcPts val="0"/>
              </a:spcBef>
              <a:spcAft>
                <a:spcPts val="0"/>
              </a:spcAft>
              <a:buSzPts val="3000"/>
              <a:buNone/>
              <a:defRPr>
                <a:latin typeface="Poppins"/>
                <a:ea typeface="Poppins"/>
                <a:cs typeface="Poppins"/>
                <a:sym typeface="Poppins"/>
              </a:defRPr>
            </a:lvl8pPr>
            <a:lvl9pPr lvl="8"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198" name="Google Shape;198;p13"/>
          <p:cNvSpPr txBox="1">
            <a:spLocks noGrp="1"/>
          </p:cNvSpPr>
          <p:nvPr>
            <p:ph type="subTitle" idx="14"/>
          </p:nvPr>
        </p:nvSpPr>
        <p:spPr>
          <a:xfrm>
            <a:off x="5203884" y="5138237"/>
            <a:ext cx="3119600" cy="7052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8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199" name="Google Shape;199;p13"/>
          <p:cNvSpPr/>
          <p:nvPr/>
        </p:nvSpPr>
        <p:spPr>
          <a:xfrm>
            <a:off x="-2" y="362034"/>
            <a:ext cx="2661044" cy="233444"/>
          </a:xfrm>
          <a:custGeom>
            <a:avLst/>
            <a:gdLst/>
            <a:ahLst/>
            <a:cxnLst/>
            <a:rect l="l" t="t" r="r" b="b"/>
            <a:pathLst>
              <a:path w="45049" h="3952" extrusionOk="0">
                <a:moveTo>
                  <a:pt x="0" y="1"/>
                </a:moveTo>
                <a:lnTo>
                  <a:pt x="0" y="3952"/>
                </a:lnTo>
                <a:cubicBezTo>
                  <a:pt x="1610" y="3513"/>
                  <a:pt x="3220" y="3196"/>
                  <a:pt x="4854" y="3025"/>
                </a:cubicBezTo>
                <a:cubicBezTo>
                  <a:pt x="6659" y="2830"/>
                  <a:pt x="8482" y="2787"/>
                  <a:pt x="10308" y="2787"/>
                </a:cubicBezTo>
                <a:cubicBezTo>
                  <a:pt x="11728" y="2787"/>
                  <a:pt x="13151" y="2813"/>
                  <a:pt x="14567" y="2813"/>
                </a:cubicBezTo>
                <a:cubicBezTo>
                  <a:pt x="14972" y="2813"/>
                  <a:pt x="15377" y="2811"/>
                  <a:pt x="15780" y="2806"/>
                </a:cubicBezTo>
                <a:cubicBezTo>
                  <a:pt x="25609" y="2659"/>
                  <a:pt x="35268" y="586"/>
                  <a:pt x="45048" y="50"/>
                </a:cubicBezTo>
                <a:lnTo>
                  <a:pt x="45048" y="50"/>
                </a:lnTo>
                <a:cubicBezTo>
                  <a:pt x="41999" y="123"/>
                  <a:pt x="38926" y="172"/>
                  <a:pt x="35853" y="245"/>
                </a:cubicBezTo>
                <a:cubicBezTo>
                  <a:pt x="28195" y="391"/>
                  <a:pt x="20561" y="513"/>
                  <a:pt x="12902" y="635"/>
                </a:cubicBezTo>
                <a:cubicBezTo>
                  <a:pt x="11554" y="654"/>
                  <a:pt x="10201" y="673"/>
                  <a:pt x="8849" y="673"/>
                </a:cubicBezTo>
                <a:cubicBezTo>
                  <a:pt x="6754" y="673"/>
                  <a:pt x="4661" y="627"/>
                  <a:pt x="2586" y="464"/>
                </a:cubicBezTo>
                <a:cubicBezTo>
                  <a:pt x="1708" y="391"/>
                  <a:pt x="854" y="245"/>
                  <a:pt x="0" y="1"/>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0" name="Google Shape;200;p13"/>
          <p:cNvSpPr/>
          <p:nvPr/>
        </p:nvSpPr>
        <p:spPr>
          <a:xfrm flipH="1">
            <a:off x="6375378" y="5629468"/>
            <a:ext cx="4006689" cy="1228520"/>
          </a:xfrm>
          <a:custGeom>
            <a:avLst/>
            <a:gdLst/>
            <a:ahLst/>
            <a:cxnLst/>
            <a:rect l="l" t="t" r="r" b="b"/>
            <a:pathLst>
              <a:path w="52439" h="16078" extrusionOk="0">
                <a:moveTo>
                  <a:pt x="9459" y="1"/>
                </a:moveTo>
                <a:cubicBezTo>
                  <a:pt x="6308" y="1"/>
                  <a:pt x="3158" y="68"/>
                  <a:pt x="0" y="200"/>
                </a:cubicBezTo>
                <a:lnTo>
                  <a:pt x="0" y="16078"/>
                </a:lnTo>
                <a:lnTo>
                  <a:pt x="2342" y="15736"/>
                </a:lnTo>
                <a:cubicBezTo>
                  <a:pt x="2951" y="15639"/>
                  <a:pt x="3634" y="15517"/>
                  <a:pt x="4000" y="15127"/>
                </a:cubicBezTo>
                <a:cubicBezTo>
                  <a:pt x="4439" y="14639"/>
                  <a:pt x="4244" y="13956"/>
                  <a:pt x="4537" y="13419"/>
                </a:cubicBezTo>
                <a:cubicBezTo>
                  <a:pt x="4961" y="12624"/>
                  <a:pt x="6114" y="12431"/>
                  <a:pt x="7292" y="12431"/>
                </a:cubicBezTo>
                <a:cubicBezTo>
                  <a:pt x="7741" y="12431"/>
                  <a:pt x="8193" y="12459"/>
                  <a:pt x="8610" y="12492"/>
                </a:cubicBezTo>
                <a:cubicBezTo>
                  <a:pt x="9150" y="12528"/>
                  <a:pt x="9691" y="12546"/>
                  <a:pt x="10231" y="12546"/>
                </a:cubicBezTo>
                <a:cubicBezTo>
                  <a:pt x="13350" y="12546"/>
                  <a:pt x="16452" y="11949"/>
                  <a:pt x="19341" y="10785"/>
                </a:cubicBezTo>
                <a:cubicBezTo>
                  <a:pt x="14219" y="10566"/>
                  <a:pt x="9146" y="9956"/>
                  <a:pt x="4122" y="8956"/>
                </a:cubicBezTo>
                <a:lnTo>
                  <a:pt x="6024" y="8249"/>
                </a:lnTo>
                <a:cubicBezTo>
                  <a:pt x="6024" y="7005"/>
                  <a:pt x="7293" y="5932"/>
                  <a:pt x="8781" y="5493"/>
                </a:cubicBezTo>
                <a:cubicBezTo>
                  <a:pt x="10127" y="5073"/>
                  <a:pt x="11612" y="5053"/>
                  <a:pt x="13057" y="5053"/>
                </a:cubicBezTo>
                <a:cubicBezTo>
                  <a:pt x="13210" y="5053"/>
                  <a:pt x="13361" y="5054"/>
                  <a:pt x="13512" y="5054"/>
                </a:cubicBezTo>
                <a:cubicBezTo>
                  <a:pt x="13989" y="5056"/>
                  <a:pt x="14465" y="5058"/>
                  <a:pt x="14942" y="5058"/>
                </a:cubicBezTo>
                <a:cubicBezTo>
                  <a:pt x="27489" y="5058"/>
                  <a:pt x="40032" y="4129"/>
                  <a:pt x="52438" y="2273"/>
                </a:cubicBezTo>
                <a:lnTo>
                  <a:pt x="52438" y="2273"/>
                </a:lnTo>
                <a:lnTo>
                  <a:pt x="33878" y="2395"/>
                </a:lnTo>
                <a:lnTo>
                  <a:pt x="27122" y="2444"/>
                </a:lnTo>
                <a:cubicBezTo>
                  <a:pt x="24756" y="2468"/>
                  <a:pt x="22366" y="2468"/>
                  <a:pt x="19975" y="2468"/>
                </a:cubicBezTo>
                <a:cubicBezTo>
                  <a:pt x="14171" y="2468"/>
                  <a:pt x="8342" y="2371"/>
                  <a:pt x="2537" y="2200"/>
                </a:cubicBezTo>
                <a:cubicBezTo>
                  <a:pt x="7333" y="857"/>
                  <a:pt x="12295" y="151"/>
                  <a:pt x="17283" y="151"/>
                </a:cubicBezTo>
                <a:cubicBezTo>
                  <a:pt x="17367" y="151"/>
                  <a:pt x="17452" y="151"/>
                  <a:pt x="17536" y="151"/>
                </a:cubicBezTo>
                <a:cubicBezTo>
                  <a:pt x="14840" y="50"/>
                  <a:pt x="12149" y="1"/>
                  <a:pt x="9459"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1" name="Google Shape;201;p13"/>
          <p:cNvGrpSpPr/>
          <p:nvPr/>
        </p:nvGrpSpPr>
        <p:grpSpPr>
          <a:xfrm>
            <a:off x="9169200" y="948633"/>
            <a:ext cx="5375467" cy="5948800"/>
            <a:chOff x="7102550" y="711475"/>
            <a:chExt cx="4031600" cy="4461600"/>
          </a:xfrm>
        </p:grpSpPr>
        <p:sp>
          <p:nvSpPr>
            <p:cNvPr id="202" name="Google Shape;202;p13"/>
            <p:cNvSpPr/>
            <p:nvPr/>
          </p:nvSpPr>
          <p:spPr>
            <a:xfrm>
              <a:off x="9055150" y="711475"/>
              <a:ext cx="103200" cy="410125"/>
            </a:xfrm>
            <a:custGeom>
              <a:avLst/>
              <a:gdLst/>
              <a:ahLst/>
              <a:cxnLst/>
              <a:rect l="l" t="t" r="r" b="b"/>
              <a:pathLst>
                <a:path w="4128" h="16405" extrusionOk="0">
                  <a:moveTo>
                    <a:pt x="2064" y="0"/>
                  </a:moveTo>
                  <a:cubicBezTo>
                    <a:pt x="929" y="0"/>
                    <a:pt x="0" y="929"/>
                    <a:pt x="0" y="2064"/>
                  </a:cubicBezTo>
                  <a:lnTo>
                    <a:pt x="0" y="14445"/>
                  </a:lnTo>
                  <a:cubicBezTo>
                    <a:pt x="0" y="15476"/>
                    <a:pt x="929" y="16405"/>
                    <a:pt x="2064" y="16405"/>
                  </a:cubicBezTo>
                  <a:cubicBezTo>
                    <a:pt x="3198" y="16405"/>
                    <a:pt x="4127" y="15476"/>
                    <a:pt x="4127" y="14445"/>
                  </a:cubicBezTo>
                  <a:lnTo>
                    <a:pt x="4127" y="2064"/>
                  </a:lnTo>
                  <a:cubicBezTo>
                    <a:pt x="4127" y="929"/>
                    <a:pt x="3198" y="0"/>
                    <a:pt x="206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 name="Google Shape;203;p13"/>
            <p:cNvSpPr/>
            <p:nvPr/>
          </p:nvSpPr>
          <p:spPr>
            <a:xfrm>
              <a:off x="8172975" y="1033450"/>
              <a:ext cx="1973275" cy="265700"/>
            </a:xfrm>
            <a:custGeom>
              <a:avLst/>
              <a:gdLst/>
              <a:ahLst/>
              <a:cxnLst/>
              <a:rect l="l" t="t" r="r" b="b"/>
              <a:pathLst>
                <a:path w="78931" h="10628" extrusionOk="0">
                  <a:moveTo>
                    <a:pt x="9390" y="0"/>
                  </a:moveTo>
                  <a:cubicBezTo>
                    <a:pt x="5676" y="2477"/>
                    <a:pt x="2477" y="5675"/>
                    <a:pt x="1" y="9493"/>
                  </a:cubicBezTo>
                  <a:lnTo>
                    <a:pt x="10628" y="9596"/>
                  </a:lnTo>
                  <a:lnTo>
                    <a:pt x="10628" y="10628"/>
                  </a:lnTo>
                  <a:lnTo>
                    <a:pt x="39414" y="10112"/>
                  </a:lnTo>
                  <a:lnTo>
                    <a:pt x="68200" y="10628"/>
                  </a:lnTo>
                  <a:lnTo>
                    <a:pt x="68200" y="9596"/>
                  </a:lnTo>
                  <a:lnTo>
                    <a:pt x="78930" y="9493"/>
                  </a:lnTo>
                  <a:cubicBezTo>
                    <a:pt x="76454" y="5675"/>
                    <a:pt x="73152" y="2477"/>
                    <a:pt x="694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 name="Google Shape;204;p13"/>
            <p:cNvSpPr/>
            <p:nvPr/>
          </p:nvSpPr>
          <p:spPr>
            <a:xfrm>
              <a:off x="7437850" y="1241076"/>
              <a:ext cx="1808175" cy="808320"/>
            </a:xfrm>
            <a:custGeom>
              <a:avLst/>
              <a:gdLst/>
              <a:ahLst/>
              <a:cxnLst/>
              <a:rect l="l" t="t" r="r" b="b"/>
              <a:pathLst>
                <a:path w="72327" h="25485" extrusionOk="0">
                  <a:moveTo>
                    <a:pt x="11453" y="0"/>
                  </a:moveTo>
                  <a:lnTo>
                    <a:pt x="1" y="23008"/>
                  </a:lnTo>
                  <a:lnTo>
                    <a:pt x="72327" y="25485"/>
                  </a:lnTo>
                  <a:lnTo>
                    <a:pt x="72327" y="18159"/>
                  </a:lnTo>
                  <a:lnTo>
                    <a:pt x="72327" y="13207"/>
                  </a:lnTo>
                  <a:lnTo>
                    <a:pt x="7232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 name="Google Shape;205;p13"/>
            <p:cNvSpPr/>
            <p:nvPr/>
          </p:nvSpPr>
          <p:spPr>
            <a:xfrm>
              <a:off x="9039650" y="1241076"/>
              <a:ext cx="1810775" cy="808320"/>
            </a:xfrm>
            <a:custGeom>
              <a:avLst/>
              <a:gdLst/>
              <a:ahLst/>
              <a:cxnLst/>
              <a:rect l="l" t="t" r="r" b="b"/>
              <a:pathLst>
                <a:path w="72431" h="25485" extrusionOk="0">
                  <a:moveTo>
                    <a:pt x="3303" y="0"/>
                  </a:moveTo>
                  <a:lnTo>
                    <a:pt x="3303" y="13207"/>
                  </a:lnTo>
                  <a:lnTo>
                    <a:pt x="3303" y="21151"/>
                  </a:lnTo>
                  <a:lnTo>
                    <a:pt x="1" y="25485"/>
                  </a:lnTo>
                  <a:lnTo>
                    <a:pt x="72430" y="23008"/>
                  </a:lnTo>
                  <a:lnTo>
                    <a:pt x="608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 name="Google Shape;206;p13"/>
            <p:cNvSpPr/>
            <p:nvPr/>
          </p:nvSpPr>
          <p:spPr>
            <a:xfrm>
              <a:off x="7894400" y="1668963"/>
              <a:ext cx="2530425" cy="214125"/>
            </a:xfrm>
            <a:custGeom>
              <a:avLst/>
              <a:gdLst/>
              <a:ahLst/>
              <a:cxnLst/>
              <a:rect l="l" t="t" r="r" b="b"/>
              <a:pathLst>
                <a:path w="101217" h="8565" extrusionOk="0">
                  <a:moveTo>
                    <a:pt x="1" y="1"/>
                  </a:moveTo>
                  <a:lnTo>
                    <a:pt x="1" y="8564"/>
                  </a:lnTo>
                  <a:lnTo>
                    <a:pt x="101216" y="8564"/>
                  </a:lnTo>
                  <a:lnTo>
                    <a:pt x="1012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 name="Google Shape;207;p13"/>
            <p:cNvSpPr/>
            <p:nvPr/>
          </p:nvSpPr>
          <p:spPr>
            <a:xfrm>
              <a:off x="7894400" y="1461375"/>
              <a:ext cx="2530425" cy="154775"/>
            </a:xfrm>
            <a:custGeom>
              <a:avLst/>
              <a:gdLst/>
              <a:ahLst/>
              <a:cxnLst/>
              <a:rect l="l" t="t" r="r" b="b"/>
              <a:pathLst>
                <a:path w="101217" h="6191" extrusionOk="0">
                  <a:moveTo>
                    <a:pt x="1" y="0"/>
                  </a:moveTo>
                  <a:lnTo>
                    <a:pt x="1" y="6191"/>
                  </a:lnTo>
                  <a:lnTo>
                    <a:pt x="101216" y="6191"/>
                  </a:lnTo>
                  <a:lnTo>
                    <a:pt x="1012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 name="Google Shape;208;p13"/>
            <p:cNvSpPr/>
            <p:nvPr/>
          </p:nvSpPr>
          <p:spPr>
            <a:xfrm>
              <a:off x="7363050" y="1935900"/>
              <a:ext cx="3562175" cy="582975"/>
            </a:xfrm>
            <a:custGeom>
              <a:avLst/>
              <a:gdLst/>
              <a:ahLst/>
              <a:cxnLst/>
              <a:rect l="l" t="t" r="r" b="b"/>
              <a:pathLst>
                <a:path w="142487" h="23319" extrusionOk="0">
                  <a:moveTo>
                    <a:pt x="1" y="1"/>
                  </a:moveTo>
                  <a:lnTo>
                    <a:pt x="1" y="23319"/>
                  </a:lnTo>
                  <a:lnTo>
                    <a:pt x="142486" y="23319"/>
                  </a:lnTo>
                  <a:lnTo>
                    <a:pt x="1424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 name="Google Shape;209;p13"/>
            <p:cNvSpPr/>
            <p:nvPr/>
          </p:nvSpPr>
          <p:spPr>
            <a:xfrm>
              <a:off x="7102550" y="1389075"/>
              <a:ext cx="2014525" cy="3784000"/>
            </a:xfrm>
            <a:custGeom>
              <a:avLst/>
              <a:gdLst/>
              <a:ahLst/>
              <a:cxnLst/>
              <a:rect l="l" t="t" r="r" b="b"/>
              <a:pathLst>
                <a:path w="80581" h="151360" extrusionOk="0">
                  <a:moveTo>
                    <a:pt x="80580" y="1"/>
                  </a:moveTo>
                  <a:cubicBezTo>
                    <a:pt x="41167" y="9080"/>
                    <a:pt x="0" y="50144"/>
                    <a:pt x="0" y="50144"/>
                  </a:cubicBezTo>
                  <a:cubicBezTo>
                    <a:pt x="15683" y="80581"/>
                    <a:pt x="34564" y="150534"/>
                    <a:pt x="34564" y="150534"/>
                  </a:cubicBezTo>
                  <a:lnTo>
                    <a:pt x="36215" y="151360"/>
                  </a:lnTo>
                  <a:lnTo>
                    <a:pt x="80580" y="151360"/>
                  </a:lnTo>
                  <a:lnTo>
                    <a:pt x="80580" y="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 name="Google Shape;210;p13"/>
            <p:cNvSpPr/>
            <p:nvPr/>
          </p:nvSpPr>
          <p:spPr>
            <a:xfrm>
              <a:off x="9117050" y="1389075"/>
              <a:ext cx="2017100" cy="3784000"/>
            </a:xfrm>
            <a:custGeom>
              <a:avLst/>
              <a:gdLst/>
              <a:ahLst/>
              <a:cxnLst/>
              <a:rect l="l" t="t" r="r" b="b"/>
              <a:pathLst>
                <a:path w="80684" h="151360" extrusionOk="0">
                  <a:moveTo>
                    <a:pt x="0" y="1"/>
                  </a:moveTo>
                  <a:lnTo>
                    <a:pt x="0" y="151360"/>
                  </a:lnTo>
                  <a:lnTo>
                    <a:pt x="44469" y="151360"/>
                  </a:lnTo>
                  <a:lnTo>
                    <a:pt x="46120" y="150534"/>
                  </a:lnTo>
                  <a:cubicBezTo>
                    <a:pt x="46120" y="150534"/>
                    <a:pt x="65001" y="80581"/>
                    <a:pt x="80684" y="50144"/>
                  </a:cubicBezTo>
                  <a:cubicBezTo>
                    <a:pt x="80684" y="50144"/>
                    <a:pt x="39517" y="9080"/>
                    <a:pt x="0"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 name="Google Shape;211;p13"/>
            <p:cNvSpPr/>
            <p:nvPr/>
          </p:nvSpPr>
          <p:spPr>
            <a:xfrm>
              <a:off x="9126963" y="1941075"/>
              <a:ext cx="1836550" cy="1238125"/>
            </a:xfrm>
            <a:custGeom>
              <a:avLst/>
              <a:gdLst/>
              <a:ahLst/>
              <a:cxnLst/>
              <a:rect l="l" t="t" r="r" b="b"/>
              <a:pathLst>
                <a:path w="73462" h="49525" extrusionOk="0">
                  <a:moveTo>
                    <a:pt x="1" y="0"/>
                  </a:moveTo>
                  <a:lnTo>
                    <a:pt x="1" y="4643"/>
                  </a:lnTo>
                  <a:cubicBezTo>
                    <a:pt x="1" y="4643"/>
                    <a:pt x="43437" y="14548"/>
                    <a:pt x="71811" y="49525"/>
                  </a:cubicBezTo>
                  <a:lnTo>
                    <a:pt x="73462" y="44572"/>
                  </a:lnTo>
                  <a:cubicBezTo>
                    <a:pt x="73462" y="44572"/>
                    <a:pt x="38898" y="6810"/>
                    <a:pt x="1"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 name="Google Shape;212;p13"/>
            <p:cNvSpPr/>
            <p:nvPr/>
          </p:nvSpPr>
          <p:spPr>
            <a:xfrm>
              <a:off x="7288250" y="1940480"/>
              <a:ext cx="1833975" cy="1238125"/>
            </a:xfrm>
            <a:custGeom>
              <a:avLst/>
              <a:gdLst/>
              <a:ahLst/>
              <a:cxnLst/>
              <a:rect l="l" t="t" r="r" b="b"/>
              <a:pathLst>
                <a:path w="73359" h="49525" extrusionOk="0">
                  <a:moveTo>
                    <a:pt x="73359" y="0"/>
                  </a:moveTo>
                  <a:cubicBezTo>
                    <a:pt x="34565" y="6810"/>
                    <a:pt x="1" y="44572"/>
                    <a:pt x="1" y="44572"/>
                  </a:cubicBezTo>
                  <a:lnTo>
                    <a:pt x="1651" y="49525"/>
                  </a:lnTo>
                  <a:cubicBezTo>
                    <a:pt x="30025" y="14548"/>
                    <a:pt x="73359" y="4643"/>
                    <a:pt x="73359" y="4643"/>
                  </a:cubicBezTo>
                  <a:lnTo>
                    <a:pt x="73359"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3" name="Google Shape;213;p13"/>
          <p:cNvSpPr txBox="1">
            <a:spLocks noGrp="1"/>
          </p:cNvSpPr>
          <p:nvPr>
            <p:ph type="title" idx="15"/>
          </p:nvPr>
        </p:nvSpPr>
        <p:spPr>
          <a:xfrm>
            <a:off x="950967" y="716800"/>
            <a:ext cx="62256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sz="4000">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Tree>
    <p:extLst>
      <p:ext uri="{BB962C8B-B14F-4D97-AF65-F5344CB8AC3E}">
        <p14:creationId xmlns:p14="http://schemas.microsoft.com/office/powerpoint/2010/main" val="135854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14"/>
        <p:cNvGrpSpPr/>
        <p:nvPr/>
      </p:nvGrpSpPr>
      <p:grpSpPr>
        <a:xfrm>
          <a:off x="0" y="0"/>
          <a:ext cx="0" cy="0"/>
          <a:chOff x="0" y="0"/>
          <a:chExt cx="0" cy="0"/>
        </a:xfrm>
      </p:grpSpPr>
      <p:grpSp>
        <p:nvGrpSpPr>
          <p:cNvPr id="215" name="Google Shape;215;p14"/>
          <p:cNvGrpSpPr/>
          <p:nvPr/>
        </p:nvGrpSpPr>
        <p:grpSpPr>
          <a:xfrm flipH="1">
            <a:off x="4230121" y="-654704"/>
            <a:ext cx="5727824" cy="5750179"/>
            <a:chOff x="870143" y="-491028"/>
            <a:chExt cx="4295868" cy="4312634"/>
          </a:xfrm>
        </p:grpSpPr>
        <p:sp>
          <p:nvSpPr>
            <p:cNvPr id="216" name="Google Shape;216;p14"/>
            <p:cNvSpPr/>
            <p:nvPr/>
          </p:nvSpPr>
          <p:spPr>
            <a:xfrm>
              <a:off x="870143" y="-491028"/>
              <a:ext cx="3985876" cy="1692025"/>
            </a:xfrm>
            <a:custGeom>
              <a:avLst/>
              <a:gdLst/>
              <a:ahLst/>
              <a:cxnLst/>
              <a:rect l="l" t="t" r="r" b="b"/>
              <a:pathLst>
                <a:path w="102941" h="43699" extrusionOk="0">
                  <a:moveTo>
                    <a:pt x="34358" y="0"/>
                  </a:moveTo>
                  <a:lnTo>
                    <a:pt x="26453" y="6538"/>
                  </a:lnTo>
                  <a:lnTo>
                    <a:pt x="21416" y="13944"/>
                  </a:lnTo>
                  <a:lnTo>
                    <a:pt x="11542" y="20281"/>
                  </a:lnTo>
                  <a:lnTo>
                    <a:pt x="8673" y="25352"/>
                  </a:lnTo>
                  <a:lnTo>
                    <a:pt x="2202" y="27453"/>
                  </a:lnTo>
                  <a:lnTo>
                    <a:pt x="1" y="29555"/>
                  </a:lnTo>
                  <a:lnTo>
                    <a:pt x="52505" y="43698"/>
                  </a:lnTo>
                  <a:lnTo>
                    <a:pt x="102941" y="32557"/>
                  </a:lnTo>
                  <a:lnTo>
                    <a:pt x="97737" y="26619"/>
                  </a:lnTo>
                  <a:lnTo>
                    <a:pt x="91099" y="26386"/>
                  </a:lnTo>
                  <a:lnTo>
                    <a:pt x="80858" y="21315"/>
                  </a:lnTo>
                  <a:lnTo>
                    <a:pt x="75121" y="24484"/>
                  </a:lnTo>
                  <a:lnTo>
                    <a:pt x="68816" y="18580"/>
                  </a:lnTo>
                  <a:lnTo>
                    <a:pt x="59677" y="13743"/>
                  </a:lnTo>
                  <a:lnTo>
                    <a:pt x="54273" y="17746"/>
                  </a:lnTo>
                  <a:lnTo>
                    <a:pt x="46934" y="15611"/>
                  </a:lnTo>
                  <a:lnTo>
                    <a:pt x="41530" y="4003"/>
                  </a:lnTo>
                  <a:lnTo>
                    <a:pt x="343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 name="Google Shape;217;p14"/>
            <p:cNvSpPr/>
            <p:nvPr/>
          </p:nvSpPr>
          <p:spPr>
            <a:xfrm>
              <a:off x="1032883" y="676574"/>
              <a:ext cx="3823135" cy="842160"/>
            </a:xfrm>
            <a:custGeom>
              <a:avLst/>
              <a:gdLst/>
              <a:ahLst/>
              <a:cxnLst/>
              <a:rect l="l" t="t" r="r" b="b"/>
              <a:pathLst>
                <a:path w="98738" h="21750" extrusionOk="0">
                  <a:moveTo>
                    <a:pt x="5938" y="0"/>
                  </a:moveTo>
                  <a:lnTo>
                    <a:pt x="4971" y="100"/>
                  </a:lnTo>
                  <a:lnTo>
                    <a:pt x="1602" y="100"/>
                  </a:lnTo>
                  <a:lnTo>
                    <a:pt x="768" y="33"/>
                  </a:lnTo>
                  <a:lnTo>
                    <a:pt x="1" y="2268"/>
                  </a:lnTo>
                  <a:lnTo>
                    <a:pt x="768" y="21749"/>
                  </a:lnTo>
                  <a:lnTo>
                    <a:pt x="78623" y="21749"/>
                  </a:lnTo>
                  <a:lnTo>
                    <a:pt x="97003" y="6872"/>
                  </a:lnTo>
                  <a:lnTo>
                    <a:pt x="98738" y="2402"/>
                  </a:lnTo>
                  <a:lnTo>
                    <a:pt x="93634" y="2135"/>
                  </a:lnTo>
                  <a:lnTo>
                    <a:pt x="90332" y="67"/>
                  </a:lnTo>
                  <a:lnTo>
                    <a:pt x="80024" y="767"/>
                  </a:lnTo>
                  <a:lnTo>
                    <a:pt x="80024" y="2402"/>
                  </a:lnTo>
                  <a:lnTo>
                    <a:pt x="76022" y="3636"/>
                  </a:lnTo>
                  <a:lnTo>
                    <a:pt x="67182" y="1201"/>
                  </a:lnTo>
                  <a:lnTo>
                    <a:pt x="62745" y="3236"/>
                  </a:lnTo>
                  <a:lnTo>
                    <a:pt x="54706" y="1835"/>
                  </a:lnTo>
                  <a:lnTo>
                    <a:pt x="49503" y="3836"/>
                  </a:lnTo>
                  <a:lnTo>
                    <a:pt x="44099" y="1601"/>
                  </a:lnTo>
                  <a:lnTo>
                    <a:pt x="27654" y="3069"/>
                  </a:lnTo>
                  <a:lnTo>
                    <a:pt x="26219" y="2936"/>
                  </a:lnTo>
                  <a:lnTo>
                    <a:pt x="19615" y="3069"/>
                  </a:lnTo>
                  <a:lnTo>
                    <a:pt x="17613" y="767"/>
                  </a:lnTo>
                  <a:lnTo>
                    <a:pt x="59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 name="Google Shape;218;p14"/>
            <p:cNvSpPr/>
            <p:nvPr/>
          </p:nvSpPr>
          <p:spPr>
            <a:xfrm>
              <a:off x="870143" y="653303"/>
              <a:ext cx="3987192" cy="3168303"/>
            </a:xfrm>
            <a:custGeom>
              <a:avLst/>
              <a:gdLst/>
              <a:ahLst/>
              <a:cxnLst/>
              <a:rect l="l" t="t" r="r" b="b"/>
              <a:pathLst>
                <a:path w="102975" h="81826" extrusionOk="0">
                  <a:moveTo>
                    <a:pt x="97837" y="2736"/>
                  </a:moveTo>
                  <a:lnTo>
                    <a:pt x="94535" y="668"/>
                  </a:lnTo>
                  <a:lnTo>
                    <a:pt x="85528" y="1268"/>
                  </a:lnTo>
                  <a:lnTo>
                    <a:pt x="85295" y="7473"/>
                  </a:lnTo>
                  <a:lnTo>
                    <a:pt x="85061" y="15645"/>
                  </a:lnTo>
                  <a:lnTo>
                    <a:pt x="84227" y="3003"/>
                  </a:lnTo>
                  <a:lnTo>
                    <a:pt x="81592" y="3837"/>
                  </a:lnTo>
                  <a:cubicBezTo>
                    <a:pt x="81592" y="3837"/>
                    <a:pt x="82159" y="6839"/>
                    <a:pt x="82159" y="7139"/>
                  </a:cubicBezTo>
                  <a:cubicBezTo>
                    <a:pt x="82159" y="7206"/>
                    <a:pt x="81325" y="12977"/>
                    <a:pt x="81225" y="13177"/>
                  </a:cubicBezTo>
                  <a:lnTo>
                    <a:pt x="78757" y="7506"/>
                  </a:lnTo>
                  <a:lnTo>
                    <a:pt x="80258" y="4270"/>
                  </a:lnTo>
                  <a:lnTo>
                    <a:pt x="71418" y="1835"/>
                  </a:lnTo>
                  <a:lnTo>
                    <a:pt x="66982" y="3870"/>
                  </a:lnTo>
                  <a:lnTo>
                    <a:pt x="59576" y="2569"/>
                  </a:lnTo>
                  <a:lnTo>
                    <a:pt x="59943" y="7473"/>
                  </a:lnTo>
                  <a:lnTo>
                    <a:pt x="61078" y="16579"/>
                  </a:lnTo>
                  <a:lnTo>
                    <a:pt x="58309" y="2669"/>
                  </a:lnTo>
                  <a:lnTo>
                    <a:pt x="53739" y="4437"/>
                  </a:lnTo>
                  <a:cubicBezTo>
                    <a:pt x="53739" y="4437"/>
                    <a:pt x="55874" y="13377"/>
                    <a:pt x="56274" y="15078"/>
                  </a:cubicBezTo>
                  <a:lnTo>
                    <a:pt x="53739" y="14778"/>
                  </a:lnTo>
                  <a:lnTo>
                    <a:pt x="50737" y="19415"/>
                  </a:lnTo>
                  <a:lnTo>
                    <a:pt x="52405" y="7473"/>
                  </a:lnTo>
                  <a:lnTo>
                    <a:pt x="53706" y="4404"/>
                  </a:lnTo>
                  <a:lnTo>
                    <a:pt x="48302" y="2169"/>
                  </a:lnTo>
                  <a:lnTo>
                    <a:pt x="31857" y="3637"/>
                  </a:lnTo>
                  <a:lnTo>
                    <a:pt x="32390" y="7473"/>
                  </a:lnTo>
                  <a:lnTo>
                    <a:pt x="34125" y="21716"/>
                  </a:lnTo>
                  <a:lnTo>
                    <a:pt x="30422" y="3570"/>
                  </a:lnTo>
                  <a:lnTo>
                    <a:pt x="23818" y="3670"/>
                  </a:lnTo>
                  <a:lnTo>
                    <a:pt x="21516" y="18381"/>
                  </a:lnTo>
                  <a:lnTo>
                    <a:pt x="21116" y="7506"/>
                  </a:lnTo>
                  <a:lnTo>
                    <a:pt x="21816" y="1335"/>
                  </a:lnTo>
                  <a:lnTo>
                    <a:pt x="10141" y="601"/>
                  </a:lnTo>
                  <a:lnTo>
                    <a:pt x="9441" y="6572"/>
                  </a:lnTo>
                  <a:lnTo>
                    <a:pt x="14111" y="12276"/>
                  </a:lnTo>
                  <a:lnTo>
                    <a:pt x="9107" y="7506"/>
                  </a:lnTo>
                  <a:lnTo>
                    <a:pt x="8740" y="7039"/>
                  </a:lnTo>
                  <a:lnTo>
                    <a:pt x="9140" y="701"/>
                  </a:lnTo>
                  <a:lnTo>
                    <a:pt x="5805" y="701"/>
                  </a:lnTo>
                  <a:lnTo>
                    <a:pt x="6505" y="6038"/>
                  </a:lnTo>
                  <a:lnTo>
                    <a:pt x="4971" y="634"/>
                  </a:lnTo>
                  <a:lnTo>
                    <a:pt x="1" y="1"/>
                  </a:lnTo>
                  <a:lnTo>
                    <a:pt x="3103" y="5671"/>
                  </a:lnTo>
                  <a:lnTo>
                    <a:pt x="1402" y="7506"/>
                  </a:lnTo>
                  <a:lnTo>
                    <a:pt x="1402" y="19415"/>
                  </a:lnTo>
                  <a:lnTo>
                    <a:pt x="7239" y="25185"/>
                  </a:lnTo>
                  <a:lnTo>
                    <a:pt x="7873" y="31523"/>
                  </a:lnTo>
                  <a:lnTo>
                    <a:pt x="21816" y="52405"/>
                  </a:lnTo>
                  <a:lnTo>
                    <a:pt x="27921" y="54306"/>
                  </a:lnTo>
                  <a:lnTo>
                    <a:pt x="29121" y="56808"/>
                  </a:lnTo>
                  <a:lnTo>
                    <a:pt x="31990" y="62879"/>
                  </a:lnTo>
                  <a:lnTo>
                    <a:pt x="39295" y="65347"/>
                  </a:lnTo>
                  <a:lnTo>
                    <a:pt x="48735" y="75421"/>
                  </a:lnTo>
                  <a:cubicBezTo>
                    <a:pt x="48735" y="75421"/>
                    <a:pt x="52071" y="81826"/>
                    <a:pt x="53539" y="80925"/>
                  </a:cubicBezTo>
                  <a:cubicBezTo>
                    <a:pt x="55007" y="80058"/>
                    <a:pt x="60244" y="70018"/>
                    <a:pt x="60244" y="70018"/>
                  </a:cubicBezTo>
                  <a:lnTo>
                    <a:pt x="65647" y="66515"/>
                  </a:lnTo>
                  <a:lnTo>
                    <a:pt x="68183" y="61144"/>
                  </a:lnTo>
                  <a:lnTo>
                    <a:pt x="75555" y="59844"/>
                  </a:lnTo>
                  <a:lnTo>
                    <a:pt x="77689" y="56808"/>
                  </a:lnTo>
                  <a:lnTo>
                    <a:pt x="83427" y="48636"/>
                  </a:lnTo>
                  <a:lnTo>
                    <a:pt x="87997" y="42965"/>
                  </a:lnTo>
                  <a:lnTo>
                    <a:pt x="92900" y="41931"/>
                  </a:lnTo>
                  <a:lnTo>
                    <a:pt x="94668" y="26787"/>
                  </a:lnTo>
                  <a:lnTo>
                    <a:pt x="101206" y="15278"/>
                  </a:lnTo>
                  <a:lnTo>
                    <a:pt x="101206" y="7473"/>
                  </a:lnTo>
                  <a:lnTo>
                    <a:pt x="102974" y="300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 name="Google Shape;219;p14"/>
            <p:cNvSpPr/>
            <p:nvPr/>
          </p:nvSpPr>
          <p:spPr>
            <a:xfrm>
              <a:off x="924390" y="872884"/>
              <a:ext cx="161501" cy="71090"/>
            </a:xfrm>
            <a:custGeom>
              <a:avLst/>
              <a:gdLst/>
              <a:ahLst/>
              <a:cxnLst/>
              <a:rect l="l" t="t" r="r" b="b"/>
              <a:pathLst>
                <a:path w="4171" h="1836" extrusionOk="0">
                  <a:moveTo>
                    <a:pt x="1702" y="0"/>
                  </a:moveTo>
                  <a:lnTo>
                    <a:pt x="1" y="1835"/>
                  </a:lnTo>
                  <a:lnTo>
                    <a:pt x="4170" y="1835"/>
                  </a:lnTo>
                  <a:lnTo>
                    <a:pt x="17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14"/>
            <p:cNvSpPr/>
            <p:nvPr/>
          </p:nvSpPr>
          <p:spPr>
            <a:xfrm>
              <a:off x="4868912" y="816043"/>
              <a:ext cx="266084" cy="122742"/>
            </a:xfrm>
            <a:custGeom>
              <a:avLst/>
              <a:gdLst/>
              <a:ahLst/>
              <a:cxnLst/>
              <a:rect l="l" t="t" r="r" b="b"/>
              <a:pathLst>
                <a:path w="6872" h="3170" extrusionOk="0">
                  <a:moveTo>
                    <a:pt x="5204" y="1"/>
                  </a:moveTo>
                  <a:lnTo>
                    <a:pt x="3136" y="1502"/>
                  </a:lnTo>
                  <a:cubicBezTo>
                    <a:pt x="3136" y="1502"/>
                    <a:pt x="2732" y="910"/>
                    <a:pt x="2312" y="910"/>
                  </a:cubicBezTo>
                  <a:cubicBezTo>
                    <a:pt x="2264" y="910"/>
                    <a:pt x="2216" y="918"/>
                    <a:pt x="2169" y="935"/>
                  </a:cubicBezTo>
                  <a:cubicBezTo>
                    <a:pt x="1668" y="1068"/>
                    <a:pt x="0" y="3170"/>
                    <a:pt x="0" y="3170"/>
                  </a:cubicBezTo>
                  <a:lnTo>
                    <a:pt x="6872" y="3170"/>
                  </a:lnTo>
                  <a:lnTo>
                    <a:pt x="52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14"/>
            <p:cNvSpPr/>
            <p:nvPr/>
          </p:nvSpPr>
          <p:spPr>
            <a:xfrm>
              <a:off x="4868912" y="912920"/>
              <a:ext cx="266084" cy="25865"/>
            </a:xfrm>
            <a:custGeom>
              <a:avLst/>
              <a:gdLst/>
              <a:ahLst/>
              <a:cxnLst/>
              <a:rect l="l" t="t" r="r" b="b"/>
              <a:pathLst>
                <a:path w="6872" h="668" extrusionOk="0">
                  <a:moveTo>
                    <a:pt x="567" y="1"/>
                  </a:moveTo>
                  <a:lnTo>
                    <a:pt x="0" y="668"/>
                  </a:lnTo>
                  <a:lnTo>
                    <a:pt x="6872" y="668"/>
                  </a:lnTo>
                  <a:lnTo>
                    <a:pt x="6505" y="1"/>
                  </a:lnTo>
                  <a:lnTo>
                    <a:pt x="1968" y="468"/>
                  </a:lnTo>
                  <a:lnTo>
                    <a:pt x="5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 name="Google Shape;222;p14"/>
            <p:cNvSpPr/>
            <p:nvPr/>
          </p:nvSpPr>
          <p:spPr>
            <a:xfrm>
              <a:off x="4601551" y="938747"/>
              <a:ext cx="564460" cy="627767"/>
            </a:xfrm>
            <a:custGeom>
              <a:avLst/>
              <a:gdLst/>
              <a:ahLst/>
              <a:cxnLst/>
              <a:rect l="l" t="t" r="r" b="b"/>
              <a:pathLst>
                <a:path w="14578" h="16213" extrusionOk="0">
                  <a:moveTo>
                    <a:pt x="6805" y="1"/>
                  </a:moveTo>
                  <a:lnTo>
                    <a:pt x="6305" y="2169"/>
                  </a:lnTo>
                  <a:lnTo>
                    <a:pt x="5338" y="2969"/>
                  </a:lnTo>
                  <a:lnTo>
                    <a:pt x="4704" y="6772"/>
                  </a:lnTo>
                  <a:lnTo>
                    <a:pt x="0" y="16212"/>
                  </a:lnTo>
                  <a:lnTo>
                    <a:pt x="12576" y="8607"/>
                  </a:lnTo>
                  <a:lnTo>
                    <a:pt x="13577" y="7439"/>
                  </a:lnTo>
                  <a:lnTo>
                    <a:pt x="14577" y="5705"/>
                  </a:lnTo>
                  <a:lnTo>
                    <a:pt x="13944" y="1902"/>
                  </a:lnTo>
                  <a:lnTo>
                    <a:pt x="14444" y="1001"/>
                  </a:lnTo>
                  <a:lnTo>
                    <a:pt x="136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 name="Google Shape;223;p14"/>
            <p:cNvSpPr/>
            <p:nvPr/>
          </p:nvSpPr>
          <p:spPr>
            <a:xfrm>
              <a:off x="2200485" y="-491028"/>
              <a:ext cx="486981" cy="604497"/>
            </a:xfrm>
            <a:custGeom>
              <a:avLst/>
              <a:gdLst/>
              <a:ahLst/>
              <a:cxnLst/>
              <a:rect l="l" t="t" r="r" b="b"/>
              <a:pathLst>
                <a:path w="12577" h="15612" extrusionOk="0">
                  <a:moveTo>
                    <a:pt x="0" y="0"/>
                  </a:moveTo>
                  <a:lnTo>
                    <a:pt x="3336" y="8073"/>
                  </a:lnTo>
                  <a:lnTo>
                    <a:pt x="12576" y="15611"/>
                  </a:lnTo>
                  <a:lnTo>
                    <a:pt x="7172" y="4003"/>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 name="Google Shape;224;p14"/>
            <p:cNvSpPr/>
            <p:nvPr/>
          </p:nvSpPr>
          <p:spPr>
            <a:xfrm>
              <a:off x="3180798" y="41101"/>
              <a:ext cx="598030" cy="415930"/>
            </a:xfrm>
            <a:custGeom>
              <a:avLst/>
              <a:gdLst/>
              <a:ahLst/>
              <a:cxnLst/>
              <a:rect l="l" t="t" r="r" b="b"/>
              <a:pathLst>
                <a:path w="15445" h="10742" extrusionOk="0">
                  <a:moveTo>
                    <a:pt x="1" y="0"/>
                  </a:moveTo>
                  <a:cubicBezTo>
                    <a:pt x="1" y="1"/>
                    <a:pt x="2769" y="5638"/>
                    <a:pt x="3003" y="5638"/>
                  </a:cubicBezTo>
                  <a:cubicBezTo>
                    <a:pt x="3270" y="5638"/>
                    <a:pt x="15445" y="10741"/>
                    <a:pt x="15445" y="10741"/>
                  </a:cubicBezTo>
                  <a:lnTo>
                    <a:pt x="9140" y="4837"/>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 name="Google Shape;225;p14"/>
            <p:cNvSpPr/>
            <p:nvPr/>
          </p:nvSpPr>
          <p:spPr>
            <a:xfrm>
              <a:off x="4000965" y="334289"/>
              <a:ext cx="396532" cy="196349"/>
            </a:xfrm>
            <a:custGeom>
              <a:avLst/>
              <a:gdLst/>
              <a:ahLst/>
              <a:cxnLst/>
              <a:rect l="l" t="t" r="r" b="b"/>
              <a:pathLst>
                <a:path w="10241" h="5071" extrusionOk="0">
                  <a:moveTo>
                    <a:pt x="0" y="0"/>
                  </a:moveTo>
                  <a:lnTo>
                    <a:pt x="1034" y="3870"/>
                  </a:lnTo>
                  <a:lnTo>
                    <a:pt x="3203" y="3169"/>
                  </a:lnTo>
                  <a:lnTo>
                    <a:pt x="4037" y="4871"/>
                  </a:lnTo>
                  <a:lnTo>
                    <a:pt x="10241" y="5071"/>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 name="Google Shape;226;p14"/>
            <p:cNvSpPr/>
            <p:nvPr/>
          </p:nvSpPr>
          <p:spPr>
            <a:xfrm>
              <a:off x="1847862" y="249027"/>
              <a:ext cx="670398" cy="208004"/>
            </a:xfrm>
            <a:custGeom>
              <a:avLst/>
              <a:gdLst/>
              <a:ahLst/>
              <a:cxnLst/>
              <a:rect l="l" t="t" r="r" b="b"/>
              <a:pathLst>
                <a:path w="17314" h="5372" extrusionOk="0">
                  <a:moveTo>
                    <a:pt x="6772" y="1"/>
                  </a:moveTo>
                  <a:lnTo>
                    <a:pt x="1" y="5371"/>
                  </a:lnTo>
                  <a:lnTo>
                    <a:pt x="5405" y="3503"/>
                  </a:lnTo>
                  <a:lnTo>
                    <a:pt x="8640" y="4604"/>
                  </a:lnTo>
                  <a:lnTo>
                    <a:pt x="9107" y="2736"/>
                  </a:lnTo>
                  <a:lnTo>
                    <a:pt x="17313" y="3970"/>
                  </a:lnTo>
                  <a:lnTo>
                    <a:pt x="17313" y="3970"/>
                  </a:lnTo>
                  <a:lnTo>
                    <a:pt x="67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 name="Google Shape;227;p14"/>
            <p:cNvSpPr/>
            <p:nvPr/>
          </p:nvSpPr>
          <p:spPr>
            <a:xfrm>
              <a:off x="1205962" y="294252"/>
              <a:ext cx="268678" cy="217026"/>
            </a:xfrm>
            <a:custGeom>
              <a:avLst/>
              <a:gdLst/>
              <a:ahLst/>
              <a:cxnLst/>
              <a:rect l="l" t="t" r="r" b="b"/>
              <a:pathLst>
                <a:path w="6939" h="5605" extrusionOk="0">
                  <a:moveTo>
                    <a:pt x="2869" y="0"/>
                  </a:moveTo>
                  <a:lnTo>
                    <a:pt x="2402" y="601"/>
                  </a:lnTo>
                  <a:lnTo>
                    <a:pt x="0" y="5071"/>
                  </a:lnTo>
                  <a:lnTo>
                    <a:pt x="6939" y="5604"/>
                  </a:lnTo>
                  <a:lnTo>
                    <a:pt x="28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 name="Google Shape;228;p14"/>
            <p:cNvSpPr/>
            <p:nvPr/>
          </p:nvSpPr>
          <p:spPr>
            <a:xfrm>
              <a:off x="4593807" y="539660"/>
              <a:ext cx="262212" cy="229919"/>
            </a:xfrm>
            <a:custGeom>
              <a:avLst/>
              <a:gdLst/>
              <a:ahLst/>
              <a:cxnLst/>
              <a:rect l="l" t="t" r="r" b="b"/>
              <a:pathLst>
                <a:path w="6772" h="5938" extrusionOk="0">
                  <a:moveTo>
                    <a:pt x="1568" y="0"/>
                  </a:moveTo>
                  <a:lnTo>
                    <a:pt x="0" y="1201"/>
                  </a:lnTo>
                  <a:lnTo>
                    <a:pt x="6772" y="5938"/>
                  </a:lnTo>
                  <a:lnTo>
                    <a:pt x="6772" y="5938"/>
                  </a:lnTo>
                  <a:lnTo>
                    <a:pt x="1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 name="Google Shape;229;p14"/>
            <p:cNvSpPr/>
            <p:nvPr/>
          </p:nvSpPr>
          <p:spPr>
            <a:xfrm>
              <a:off x="2772650" y="2757309"/>
              <a:ext cx="711712" cy="638106"/>
            </a:xfrm>
            <a:custGeom>
              <a:avLst/>
              <a:gdLst/>
              <a:ahLst/>
              <a:cxnLst/>
              <a:rect l="l" t="t" r="r" b="b"/>
              <a:pathLst>
                <a:path w="18381" h="16480" extrusionOk="0">
                  <a:moveTo>
                    <a:pt x="17780" y="1"/>
                  </a:moveTo>
                  <a:lnTo>
                    <a:pt x="8774" y="12876"/>
                  </a:lnTo>
                  <a:lnTo>
                    <a:pt x="6772" y="11809"/>
                  </a:lnTo>
                  <a:lnTo>
                    <a:pt x="6772" y="11809"/>
                  </a:lnTo>
                  <a:lnTo>
                    <a:pt x="7039" y="13243"/>
                  </a:lnTo>
                  <a:lnTo>
                    <a:pt x="1" y="15912"/>
                  </a:lnTo>
                  <a:lnTo>
                    <a:pt x="9641" y="16479"/>
                  </a:lnTo>
                  <a:lnTo>
                    <a:pt x="18380" y="3570"/>
                  </a:lnTo>
                  <a:lnTo>
                    <a:pt x="177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 name="Google Shape;230;p14"/>
            <p:cNvSpPr/>
            <p:nvPr/>
          </p:nvSpPr>
          <p:spPr>
            <a:xfrm>
              <a:off x="3492068" y="928408"/>
              <a:ext cx="412058" cy="372022"/>
            </a:xfrm>
            <a:custGeom>
              <a:avLst/>
              <a:gdLst/>
              <a:ahLst/>
              <a:cxnLst/>
              <a:rect l="l" t="t" r="r" b="b"/>
              <a:pathLst>
                <a:path w="10642" h="9608" extrusionOk="0">
                  <a:moveTo>
                    <a:pt x="1" y="1"/>
                  </a:moveTo>
                  <a:lnTo>
                    <a:pt x="3203" y="4037"/>
                  </a:lnTo>
                  <a:lnTo>
                    <a:pt x="3970" y="3270"/>
                  </a:lnTo>
                  <a:lnTo>
                    <a:pt x="7339" y="9608"/>
                  </a:lnTo>
                  <a:lnTo>
                    <a:pt x="10375" y="3370"/>
                  </a:lnTo>
                  <a:lnTo>
                    <a:pt x="106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 name="Google Shape;231;p14"/>
            <p:cNvSpPr/>
            <p:nvPr/>
          </p:nvSpPr>
          <p:spPr>
            <a:xfrm>
              <a:off x="3492068" y="890966"/>
              <a:ext cx="412058" cy="37481"/>
            </a:xfrm>
            <a:custGeom>
              <a:avLst/>
              <a:gdLst/>
              <a:ahLst/>
              <a:cxnLst/>
              <a:rect l="l" t="t" r="r" b="b"/>
              <a:pathLst>
                <a:path w="10642" h="968" extrusionOk="0">
                  <a:moveTo>
                    <a:pt x="10041" y="0"/>
                  </a:moveTo>
                  <a:lnTo>
                    <a:pt x="968" y="134"/>
                  </a:lnTo>
                  <a:lnTo>
                    <a:pt x="1" y="968"/>
                  </a:lnTo>
                  <a:lnTo>
                    <a:pt x="10642" y="968"/>
                  </a:lnTo>
                  <a:lnTo>
                    <a:pt x="100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 name="Google Shape;232;p14"/>
            <p:cNvSpPr/>
            <p:nvPr/>
          </p:nvSpPr>
          <p:spPr>
            <a:xfrm>
              <a:off x="3529510" y="861268"/>
              <a:ext cx="351384" cy="67179"/>
            </a:xfrm>
            <a:custGeom>
              <a:avLst/>
              <a:gdLst/>
              <a:ahLst/>
              <a:cxnLst/>
              <a:rect l="l" t="t" r="r" b="b"/>
              <a:pathLst>
                <a:path w="9075" h="1735" extrusionOk="0">
                  <a:moveTo>
                    <a:pt x="2970" y="0"/>
                  </a:moveTo>
                  <a:cubicBezTo>
                    <a:pt x="2303" y="0"/>
                    <a:pt x="1" y="901"/>
                    <a:pt x="1" y="901"/>
                  </a:cubicBezTo>
                  <a:lnTo>
                    <a:pt x="1736" y="1368"/>
                  </a:lnTo>
                  <a:lnTo>
                    <a:pt x="1902" y="901"/>
                  </a:lnTo>
                  <a:lnTo>
                    <a:pt x="2036" y="1301"/>
                  </a:lnTo>
                  <a:lnTo>
                    <a:pt x="2803" y="1468"/>
                  </a:lnTo>
                  <a:lnTo>
                    <a:pt x="2970" y="634"/>
                  </a:lnTo>
                  <a:lnTo>
                    <a:pt x="3237" y="1468"/>
                  </a:lnTo>
                  <a:lnTo>
                    <a:pt x="6039" y="1735"/>
                  </a:lnTo>
                  <a:lnTo>
                    <a:pt x="9074" y="767"/>
                  </a:lnTo>
                  <a:cubicBezTo>
                    <a:pt x="9074" y="767"/>
                    <a:pt x="3637" y="0"/>
                    <a:pt x="2970" y="0"/>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 name="Google Shape;233;p14"/>
            <p:cNvSpPr/>
            <p:nvPr/>
          </p:nvSpPr>
          <p:spPr>
            <a:xfrm>
              <a:off x="3596689" y="894838"/>
              <a:ext cx="12971" cy="87856"/>
            </a:xfrm>
            <a:custGeom>
              <a:avLst/>
              <a:gdLst/>
              <a:ahLst/>
              <a:cxnLst/>
              <a:rect l="l" t="t" r="r" b="b"/>
              <a:pathLst>
                <a:path w="335" h="2269" extrusionOk="0">
                  <a:moveTo>
                    <a:pt x="167" y="1"/>
                  </a:moveTo>
                  <a:lnTo>
                    <a:pt x="1" y="468"/>
                  </a:lnTo>
                  <a:lnTo>
                    <a:pt x="334" y="2269"/>
                  </a:lnTo>
                  <a:lnTo>
                    <a:pt x="301" y="401"/>
                  </a:lnTo>
                  <a:lnTo>
                    <a:pt x="1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 name="Google Shape;234;p14"/>
            <p:cNvSpPr/>
            <p:nvPr/>
          </p:nvSpPr>
          <p:spPr>
            <a:xfrm>
              <a:off x="3638003" y="885816"/>
              <a:ext cx="16843" cy="135636"/>
            </a:xfrm>
            <a:custGeom>
              <a:avLst/>
              <a:gdLst/>
              <a:ahLst/>
              <a:cxnLst/>
              <a:rect l="l" t="t" r="r" b="b"/>
              <a:pathLst>
                <a:path w="435" h="3503" extrusionOk="0">
                  <a:moveTo>
                    <a:pt x="168" y="0"/>
                  </a:moveTo>
                  <a:lnTo>
                    <a:pt x="1" y="834"/>
                  </a:lnTo>
                  <a:lnTo>
                    <a:pt x="201" y="3503"/>
                  </a:lnTo>
                  <a:lnTo>
                    <a:pt x="435" y="834"/>
                  </a:lnTo>
                  <a:lnTo>
                    <a:pt x="1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 name="Google Shape;235;p14"/>
            <p:cNvSpPr/>
            <p:nvPr/>
          </p:nvSpPr>
          <p:spPr>
            <a:xfrm>
              <a:off x="2834641" y="1225468"/>
              <a:ext cx="694908" cy="341046"/>
            </a:xfrm>
            <a:custGeom>
              <a:avLst/>
              <a:gdLst/>
              <a:ahLst/>
              <a:cxnLst/>
              <a:rect l="l" t="t" r="r" b="b"/>
              <a:pathLst>
                <a:path w="17947" h="8808" extrusionOk="0">
                  <a:moveTo>
                    <a:pt x="2970" y="1"/>
                  </a:moveTo>
                  <a:lnTo>
                    <a:pt x="1" y="4638"/>
                  </a:lnTo>
                  <a:lnTo>
                    <a:pt x="9374" y="8807"/>
                  </a:lnTo>
                  <a:lnTo>
                    <a:pt x="17947" y="4404"/>
                  </a:lnTo>
                  <a:lnTo>
                    <a:pt x="12743" y="1"/>
                  </a:lnTo>
                  <a:lnTo>
                    <a:pt x="10308" y="1802"/>
                  </a:lnTo>
                  <a:lnTo>
                    <a:pt x="5505" y="30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 name="Google Shape;236;p14"/>
            <p:cNvSpPr/>
            <p:nvPr/>
          </p:nvSpPr>
          <p:spPr>
            <a:xfrm>
              <a:off x="3109747" y="1395991"/>
              <a:ext cx="419802" cy="662615"/>
            </a:xfrm>
            <a:custGeom>
              <a:avLst/>
              <a:gdLst/>
              <a:ahLst/>
              <a:cxnLst/>
              <a:rect l="l" t="t" r="r" b="b"/>
              <a:pathLst>
                <a:path w="10842" h="17113" extrusionOk="0">
                  <a:moveTo>
                    <a:pt x="10842" y="0"/>
                  </a:moveTo>
                  <a:lnTo>
                    <a:pt x="2269" y="4403"/>
                  </a:lnTo>
                  <a:lnTo>
                    <a:pt x="1" y="17112"/>
                  </a:lnTo>
                  <a:lnTo>
                    <a:pt x="8340" y="10608"/>
                  </a:lnTo>
                  <a:lnTo>
                    <a:pt x="108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 name="Google Shape;237;p14"/>
            <p:cNvSpPr/>
            <p:nvPr/>
          </p:nvSpPr>
          <p:spPr>
            <a:xfrm>
              <a:off x="1400994" y="1364976"/>
              <a:ext cx="720734" cy="257062"/>
            </a:xfrm>
            <a:custGeom>
              <a:avLst/>
              <a:gdLst/>
              <a:ahLst/>
              <a:cxnLst/>
              <a:rect l="l" t="t" r="r" b="b"/>
              <a:pathLst>
                <a:path w="18614" h="6639" extrusionOk="0">
                  <a:moveTo>
                    <a:pt x="0" y="5071"/>
                  </a:moveTo>
                  <a:lnTo>
                    <a:pt x="7806" y="1"/>
                  </a:lnTo>
                  <a:lnTo>
                    <a:pt x="16112" y="2235"/>
                  </a:lnTo>
                  <a:lnTo>
                    <a:pt x="18614" y="4871"/>
                  </a:lnTo>
                  <a:lnTo>
                    <a:pt x="5137" y="6639"/>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 name="Google Shape;238;p14"/>
            <p:cNvSpPr/>
            <p:nvPr/>
          </p:nvSpPr>
          <p:spPr>
            <a:xfrm>
              <a:off x="1599899" y="1553543"/>
              <a:ext cx="521829" cy="626451"/>
            </a:xfrm>
            <a:custGeom>
              <a:avLst/>
              <a:gdLst/>
              <a:ahLst/>
              <a:cxnLst/>
              <a:rect l="l" t="t" r="r" b="b"/>
              <a:pathLst>
                <a:path w="13477" h="16179" extrusionOk="0">
                  <a:moveTo>
                    <a:pt x="13477" y="1"/>
                  </a:moveTo>
                  <a:lnTo>
                    <a:pt x="0" y="1769"/>
                  </a:lnTo>
                  <a:lnTo>
                    <a:pt x="3403" y="10675"/>
                  </a:lnTo>
                  <a:lnTo>
                    <a:pt x="1702" y="16179"/>
                  </a:lnTo>
                  <a:lnTo>
                    <a:pt x="13477" y="7273"/>
                  </a:lnTo>
                  <a:lnTo>
                    <a:pt x="134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 name="Google Shape;239;p14"/>
            <p:cNvSpPr/>
            <p:nvPr/>
          </p:nvSpPr>
          <p:spPr>
            <a:xfrm>
              <a:off x="1761361" y="1913910"/>
              <a:ext cx="1348424" cy="485665"/>
            </a:xfrm>
            <a:custGeom>
              <a:avLst/>
              <a:gdLst/>
              <a:ahLst/>
              <a:cxnLst/>
              <a:rect l="l" t="t" r="r" b="b"/>
              <a:pathLst>
                <a:path w="34825" h="12543" extrusionOk="0">
                  <a:moveTo>
                    <a:pt x="34825" y="3736"/>
                  </a:moveTo>
                  <a:lnTo>
                    <a:pt x="24784" y="0"/>
                  </a:lnTo>
                  <a:lnTo>
                    <a:pt x="20715" y="2702"/>
                  </a:lnTo>
                  <a:lnTo>
                    <a:pt x="19547" y="0"/>
                  </a:lnTo>
                  <a:lnTo>
                    <a:pt x="0" y="7472"/>
                  </a:lnTo>
                  <a:lnTo>
                    <a:pt x="10474" y="12543"/>
                  </a:lnTo>
                  <a:lnTo>
                    <a:pt x="26786" y="1034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 name="Google Shape;240;p14"/>
            <p:cNvSpPr/>
            <p:nvPr/>
          </p:nvSpPr>
          <p:spPr>
            <a:xfrm>
              <a:off x="2166915" y="2314313"/>
              <a:ext cx="631601" cy="559272"/>
            </a:xfrm>
            <a:custGeom>
              <a:avLst/>
              <a:gdLst/>
              <a:ahLst/>
              <a:cxnLst/>
              <a:rect l="l" t="t" r="r" b="b"/>
              <a:pathLst>
                <a:path w="16312" h="14444" extrusionOk="0">
                  <a:moveTo>
                    <a:pt x="16312" y="0"/>
                  </a:moveTo>
                  <a:lnTo>
                    <a:pt x="0" y="2202"/>
                  </a:lnTo>
                  <a:lnTo>
                    <a:pt x="3970" y="14444"/>
                  </a:lnTo>
                  <a:lnTo>
                    <a:pt x="5371" y="4870"/>
                  </a:lnTo>
                  <a:lnTo>
                    <a:pt x="7139" y="6672"/>
                  </a:lnTo>
                  <a:lnTo>
                    <a:pt x="1631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 name="Google Shape;241;p14"/>
            <p:cNvSpPr/>
            <p:nvPr/>
          </p:nvSpPr>
          <p:spPr>
            <a:xfrm>
              <a:off x="2582806" y="2058568"/>
              <a:ext cx="526979" cy="1053958"/>
            </a:xfrm>
            <a:custGeom>
              <a:avLst/>
              <a:gdLst/>
              <a:ahLst/>
              <a:cxnLst/>
              <a:rect l="l" t="t" r="r" b="b"/>
              <a:pathLst>
                <a:path w="13610" h="27220" extrusionOk="0">
                  <a:moveTo>
                    <a:pt x="13610" y="0"/>
                  </a:moveTo>
                  <a:lnTo>
                    <a:pt x="5571" y="6605"/>
                  </a:lnTo>
                  <a:lnTo>
                    <a:pt x="2702" y="18647"/>
                  </a:lnTo>
                  <a:lnTo>
                    <a:pt x="4904" y="16546"/>
                  </a:lnTo>
                  <a:lnTo>
                    <a:pt x="0" y="27220"/>
                  </a:lnTo>
                  <a:lnTo>
                    <a:pt x="0" y="27220"/>
                  </a:lnTo>
                  <a:lnTo>
                    <a:pt x="12609" y="13176"/>
                  </a:lnTo>
                  <a:lnTo>
                    <a:pt x="136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 name="Google Shape;242;p14"/>
            <p:cNvSpPr/>
            <p:nvPr/>
          </p:nvSpPr>
          <p:spPr>
            <a:xfrm>
              <a:off x="3795594" y="2316869"/>
              <a:ext cx="481793" cy="653594"/>
            </a:xfrm>
            <a:custGeom>
              <a:avLst/>
              <a:gdLst/>
              <a:ahLst/>
              <a:cxnLst/>
              <a:rect l="l" t="t" r="r" b="b"/>
              <a:pathLst>
                <a:path w="12443" h="16880" extrusionOk="0">
                  <a:moveTo>
                    <a:pt x="12443" y="1"/>
                  </a:moveTo>
                  <a:lnTo>
                    <a:pt x="3536" y="3870"/>
                  </a:lnTo>
                  <a:lnTo>
                    <a:pt x="1" y="16880"/>
                  </a:lnTo>
                  <a:lnTo>
                    <a:pt x="124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 name="Google Shape;243;p14"/>
            <p:cNvSpPr/>
            <p:nvPr/>
          </p:nvSpPr>
          <p:spPr>
            <a:xfrm>
              <a:off x="3932508" y="1690457"/>
              <a:ext cx="601902" cy="776297"/>
            </a:xfrm>
            <a:custGeom>
              <a:avLst/>
              <a:gdLst/>
              <a:ahLst/>
              <a:cxnLst/>
              <a:rect l="l" t="t" r="r" b="b"/>
              <a:pathLst>
                <a:path w="15545" h="20049" extrusionOk="0">
                  <a:moveTo>
                    <a:pt x="15545" y="1"/>
                  </a:moveTo>
                  <a:lnTo>
                    <a:pt x="9774" y="9507"/>
                  </a:lnTo>
                  <a:lnTo>
                    <a:pt x="0" y="20048"/>
                  </a:lnTo>
                  <a:lnTo>
                    <a:pt x="12009" y="11008"/>
                  </a:lnTo>
                  <a:lnTo>
                    <a:pt x="1554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 name="Google Shape;244;p14"/>
            <p:cNvSpPr/>
            <p:nvPr/>
          </p:nvSpPr>
          <p:spPr>
            <a:xfrm>
              <a:off x="3697439" y="1300391"/>
              <a:ext cx="781447" cy="321647"/>
            </a:xfrm>
            <a:custGeom>
              <a:avLst/>
              <a:gdLst/>
              <a:ahLst/>
              <a:cxnLst/>
              <a:rect l="l" t="t" r="r" b="b"/>
              <a:pathLst>
                <a:path w="20182" h="8307" extrusionOk="0">
                  <a:moveTo>
                    <a:pt x="20181" y="1"/>
                  </a:moveTo>
                  <a:lnTo>
                    <a:pt x="13844" y="8307"/>
                  </a:lnTo>
                  <a:lnTo>
                    <a:pt x="3736" y="8307"/>
                  </a:lnTo>
                  <a:lnTo>
                    <a:pt x="0" y="4971"/>
                  </a:lnTo>
                  <a:lnTo>
                    <a:pt x="8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 name="Google Shape;245;p14"/>
            <p:cNvSpPr/>
            <p:nvPr/>
          </p:nvSpPr>
          <p:spPr>
            <a:xfrm>
              <a:off x="4135284" y="1300391"/>
              <a:ext cx="343601" cy="613557"/>
            </a:xfrm>
            <a:custGeom>
              <a:avLst/>
              <a:gdLst/>
              <a:ahLst/>
              <a:cxnLst/>
              <a:rect l="l" t="t" r="r" b="b"/>
              <a:pathLst>
                <a:path w="8874" h="15846" extrusionOk="0">
                  <a:moveTo>
                    <a:pt x="8873" y="1"/>
                  </a:moveTo>
                  <a:lnTo>
                    <a:pt x="2536" y="8307"/>
                  </a:lnTo>
                  <a:lnTo>
                    <a:pt x="0" y="15845"/>
                  </a:lnTo>
                  <a:lnTo>
                    <a:pt x="6772" y="10075"/>
                  </a:lnTo>
                  <a:lnTo>
                    <a:pt x="88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6" name="Google Shape;246;p14"/>
            <p:cNvSpPr/>
            <p:nvPr/>
          </p:nvSpPr>
          <p:spPr>
            <a:xfrm>
              <a:off x="3932508" y="1690457"/>
              <a:ext cx="601902" cy="776297"/>
            </a:xfrm>
            <a:custGeom>
              <a:avLst/>
              <a:gdLst/>
              <a:ahLst/>
              <a:cxnLst/>
              <a:rect l="l" t="t" r="r" b="b"/>
              <a:pathLst>
                <a:path w="15545" h="20049" extrusionOk="0">
                  <a:moveTo>
                    <a:pt x="0" y="20048"/>
                  </a:moveTo>
                  <a:lnTo>
                    <a:pt x="5237" y="5771"/>
                  </a:lnTo>
                  <a:lnTo>
                    <a:pt x="12009" y="1"/>
                  </a:lnTo>
                  <a:lnTo>
                    <a:pt x="15545" y="1"/>
                  </a:lnTo>
                  <a:lnTo>
                    <a:pt x="9774" y="950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 name="Google Shape;247;p14"/>
            <p:cNvSpPr/>
            <p:nvPr/>
          </p:nvSpPr>
          <p:spPr>
            <a:xfrm>
              <a:off x="3109747" y="1740831"/>
              <a:ext cx="1025577" cy="725923"/>
            </a:xfrm>
            <a:custGeom>
              <a:avLst/>
              <a:gdLst/>
              <a:ahLst/>
              <a:cxnLst/>
              <a:rect l="l" t="t" r="r" b="b"/>
              <a:pathLst>
                <a:path w="26487" h="18748" extrusionOk="0">
                  <a:moveTo>
                    <a:pt x="1" y="8206"/>
                  </a:moveTo>
                  <a:lnTo>
                    <a:pt x="8340" y="1702"/>
                  </a:lnTo>
                  <a:lnTo>
                    <a:pt x="18447" y="0"/>
                  </a:lnTo>
                  <a:lnTo>
                    <a:pt x="26486" y="4470"/>
                  </a:lnTo>
                  <a:lnTo>
                    <a:pt x="21249" y="1874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 name="Google Shape;248;p14"/>
            <p:cNvSpPr/>
            <p:nvPr/>
          </p:nvSpPr>
          <p:spPr>
            <a:xfrm>
              <a:off x="3622515" y="1492830"/>
              <a:ext cx="219620" cy="281611"/>
            </a:xfrm>
            <a:custGeom>
              <a:avLst/>
              <a:gdLst/>
              <a:ahLst/>
              <a:cxnLst/>
              <a:rect l="l" t="t" r="r" b="b"/>
              <a:pathLst>
                <a:path w="5672" h="7273" extrusionOk="0">
                  <a:moveTo>
                    <a:pt x="1935" y="1"/>
                  </a:moveTo>
                  <a:lnTo>
                    <a:pt x="1" y="7273"/>
                  </a:lnTo>
                  <a:lnTo>
                    <a:pt x="5204" y="6405"/>
                  </a:lnTo>
                  <a:lnTo>
                    <a:pt x="5671" y="3337"/>
                  </a:lnTo>
                  <a:lnTo>
                    <a:pt x="193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 name="Google Shape;249;p14"/>
            <p:cNvSpPr/>
            <p:nvPr/>
          </p:nvSpPr>
          <p:spPr>
            <a:xfrm>
              <a:off x="4593807" y="759241"/>
              <a:ext cx="262212" cy="400404"/>
            </a:xfrm>
            <a:custGeom>
              <a:avLst/>
              <a:gdLst/>
              <a:ahLst/>
              <a:cxnLst/>
              <a:rect l="l" t="t" r="r" b="b"/>
              <a:pathLst>
                <a:path w="6772" h="10341" extrusionOk="0">
                  <a:moveTo>
                    <a:pt x="1668" y="0"/>
                  </a:moveTo>
                  <a:lnTo>
                    <a:pt x="0" y="10341"/>
                  </a:lnTo>
                  <a:lnTo>
                    <a:pt x="5037" y="4737"/>
                  </a:lnTo>
                  <a:lnTo>
                    <a:pt x="6772" y="267"/>
                  </a:lnTo>
                  <a:lnTo>
                    <a:pt x="16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 name="Google Shape;250;p14"/>
            <p:cNvSpPr/>
            <p:nvPr/>
          </p:nvSpPr>
          <p:spPr>
            <a:xfrm>
              <a:off x="3492068" y="928408"/>
              <a:ext cx="284205" cy="372022"/>
            </a:xfrm>
            <a:custGeom>
              <a:avLst/>
              <a:gdLst/>
              <a:ahLst/>
              <a:cxnLst/>
              <a:rect l="l" t="t" r="r" b="b"/>
              <a:pathLst>
                <a:path w="7340" h="9608" extrusionOk="0">
                  <a:moveTo>
                    <a:pt x="1" y="1"/>
                  </a:moveTo>
                  <a:lnTo>
                    <a:pt x="2869" y="5972"/>
                  </a:lnTo>
                  <a:lnTo>
                    <a:pt x="3770" y="4804"/>
                  </a:lnTo>
                  <a:lnTo>
                    <a:pt x="7339" y="9608"/>
                  </a:lnTo>
                  <a:lnTo>
                    <a:pt x="3970" y="3270"/>
                  </a:lnTo>
                  <a:lnTo>
                    <a:pt x="3203" y="4037"/>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1" name="Google Shape;251;p14"/>
            <p:cNvSpPr/>
            <p:nvPr/>
          </p:nvSpPr>
          <p:spPr>
            <a:xfrm>
              <a:off x="2772650" y="2757309"/>
              <a:ext cx="688480" cy="616113"/>
            </a:xfrm>
            <a:custGeom>
              <a:avLst/>
              <a:gdLst/>
              <a:ahLst/>
              <a:cxnLst/>
              <a:rect l="l" t="t" r="r" b="b"/>
              <a:pathLst>
                <a:path w="17781" h="15912" extrusionOk="0">
                  <a:moveTo>
                    <a:pt x="1" y="15912"/>
                  </a:moveTo>
                  <a:lnTo>
                    <a:pt x="4437" y="8240"/>
                  </a:lnTo>
                  <a:lnTo>
                    <a:pt x="17780" y="1"/>
                  </a:lnTo>
                  <a:lnTo>
                    <a:pt x="8774" y="12876"/>
                  </a:lnTo>
                  <a:lnTo>
                    <a:pt x="6772" y="11809"/>
                  </a:lnTo>
                  <a:lnTo>
                    <a:pt x="7039" y="1324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2" name="Google Shape;252;p14"/>
            <p:cNvSpPr/>
            <p:nvPr/>
          </p:nvSpPr>
          <p:spPr>
            <a:xfrm>
              <a:off x="2391645" y="3184816"/>
              <a:ext cx="381044" cy="388826"/>
            </a:xfrm>
            <a:custGeom>
              <a:avLst/>
              <a:gdLst/>
              <a:ahLst/>
              <a:cxnLst/>
              <a:rect l="l" t="t" r="r" b="b"/>
              <a:pathLst>
                <a:path w="9841" h="10042" extrusionOk="0">
                  <a:moveTo>
                    <a:pt x="0" y="1"/>
                  </a:moveTo>
                  <a:lnTo>
                    <a:pt x="9841" y="4871"/>
                  </a:lnTo>
                  <a:lnTo>
                    <a:pt x="9474" y="1004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3" name="Google Shape;253;p14"/>
            <p:cNvSpPr/>
            <p:nvPr/>
          </p:nvSpPr>
          <p:spPr>
            <a:xfrm>
              <a:off x="1714859" y="2203226"/>
              <a:ext cx="237663" cy="552844"/>
            </a:xfrm>
            <a:custGeom>
              <a:avLst/>
              <a:gdLst/>
              <a:ahLst/>
              <a:cxnLst/>
              <a:rect l="l" t="t" r="r" b="b"/>
              <a:pathLst>
                <a:path w="6138" h="14278" extrusionOk="0">
                  <a:moveTo>
                    <a:pt x="6138" y="14277"/>
                  </a:moveTo>
                  <a:lnTo>
                    <a:pt x="1201" y="0"/>
                  </a:lnTo>
                  <a:lnTo>
                    <a:pt x="0" y="12409"/>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4" name="Google Shape;254;p14"/>
            <p:cNvSpPr/>
            <p:nvPr/>
          </p:nvSpPr>
          <p:spPr>
            <a:xfrm>
              <a:off x="1176263" y="1561287"/>
              <a:ext cx="538634" cy="1122454"/>
            </a:xfrm>
            <a:custGeom>
              <a:avLst/>
              <a:gdLst/>
              <a:ahLst/>
              <a:cxnLst/>
              <a:rect l="l" t="t" r="r" b="b"/>
              <a:pathLst>
                <a:path w="13911" h="28989" extrusionOk="0">
                  <a:moveTo>
                    <a:pt x="5804" y="1"/>
                  </a:moveTo>
                  <a:lnTo>
                    <a:pt x="0" y="8107"/>
                  </a:lnTo>
                  <a:lnTo>
                    <a:pt x="13910" y="28988"/>
                  </a:lnTo>
                  <a:lnTo>
                    <a:pt x="5004" y="9107"/>
                  </a:lnTo>
                  <a:lnTo>
                    <a:pt x="58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55" name="Google Shape;255;p14"/>
          <p:cNvSpPr/>
          <p:nvPr/>
        </p:nvSpPr>
        <p:spPr>
          <a:xfrm>
            <a:off x="-204" y="719582"/>
            <a:ext cx="12194171" cy="6129585"/>
          </a:xfrm>
          <a:custGeom>
            <a:avLst/>
            <a:gdLst/>
            <a:ahLst/>
            <a:cxnLst/>
            <a:rect l="l" t="t" r="r" b="b"/>
            <a:pathLst>
              <a:path w="208483" h="100173" extrusionOk="0">
                <a:moveTo>
                  <a:pt x="0" y="1"/>
                </a:moveTo>
                <a:lnTo>
                  <a:pt x="208482" y="1"/>
                </a:lnTo>
                <a:lnTo>
                  <a:pt x="208482" y="100172"/>
                </a:lnTo>
                <a:lnTo>
                  <a:pt x="0" y="100172"/>
                </a:lnTo>
                <a:close/>
              </a:path>
            </a:pathLst>
          </a:custGeom>
          <a:gradFill>
            <a:gsLst>
              <a:gs pos="0">
                <a:srgbClr val="D0F3FF"/>
              </a:gs>
              <a:gs pos="50000">
                <a:srgbClr val="FFFFFF">
                  <a:alpha val="0"/>
                </a:srgbClr>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6" name="Google Shape;256;p14"/>
          <p:cNvSpPr txBox="1">
            <a:spLocks noGrp="1"/>
          </p:cNvSpPr>
          <p:nvPr>
            <p:ph type="title"/>
          </p:nvPr>
        </p:nvSpPr>
        <p:spPr>
          <a:xfrm>
            <a:off x="7952800" y="3859717"/>
            <a:ext cx="3119600" cy="5716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4"/>
              </a:buClr>
              <a:buSzPts val="2200"/>
              <a:buNone/>
              <a:defRPr sz="3200" b="1">
                <a:solidFill>
                  <a:schemeClr val="accent3"/>
                </a:solidFill>
              </a:defRPr>
            </a:lvl1pPr>
            <a:lvl2pPr lvl="1" rtl="0">
              <a:spcBef>
                <a:spcPts val="0"/>
              </a:spcBef>
              <a:spcAft>
                <a:spcPts val="0"/>
              </a:spcAft>
              <a:buSzPts val="3000"/>
              <a:buNone/>
              <a:defRPr>
                <a:latin typeface="Poppins"/>
                <a:ea typeface="Poppins"/>
                <a:cs typeface="Poppins"/>
                <a:sym typeface="Poppins"/>
              </a:defRPr>
            </a:lvl2pPr>
            <a:lvl3pPr lvl="2" rtl="0">
              <a:spcBef>
                <a:spcPts val="0"/>
              </a:spcBef>
              <a:spcAft>
                <a:spcPts val="0"/>
              </a:spcAft>
              <a:buSzPts val="3000"/>
              <a:buNone/>
              <a:defRPr>
                <a:latin typeface="Poppins"/>
                <a:ea typeface="Poppins"/>
                <a:cs typeface="Poppins"/>
                <a:sym typeface="Poppins"/>
              </a:defRPr>
            </a:lvl3pPr>
            <a:lvl4pPr lvl="3" rtl="0">
              <a:spcBef>
                <a:spcPts val="0"/>
              </a:spcBef>
              <a:spcAft>
                <a:spcPts val="0"/>
              </a:spcAft>
              <a:buSzPts val="3000"/>
              <a:buNone/>
              <a:defRPr>
                <a:latin typeface="Poppins"/>
                <a:ea typeface="Poppins"/>
                <a:cs typeface="Poppins"/>
                <a:sym typeface="Poppins"/>
              </a:defRPr>
            </a:lvl4pPr>
            <a:lvl5pPr lvl="4" rtl="0">
              <a:spcBef>
                <a:spcPts val="0"/>
              </a:spcBef>
              <a:spcAft>
                <a:spcPts val="0"/>
              </a:spcAft>
              <a:buSzPts val="3000"/>
              <a:buNone/>
              <a:defRPr>
                <a:latin typeface="Poppins"/>
                <a:ea typeface="Poppins"/>
                <a:cs typeface="Poppins"/>
                <a:sym typeface="Poppins"/>
              </a:defRPr>
            </a:lvl5pPr>
            <a:lvl6pPr lvl="5" rtl="0">
              <a:spcBef>
                <a:spcPts val="0"/>
              </a:spcBef>
              <a:spcAft>
                <a:spcPts val="0"/>
              </a:spcAft>
              <a:buSzPts val="3000"/>
              <a:buNone/>
              <a:defRPr>
                <a:latin typeface="Poppins"/>
                <a:ea typeface="Poppins"/>
                <a:cs typeface="Poppins"/>
                <a:sym typeface="Poppins"/>
              </a:defRPr>
            </a:lvl6pPr>
            <a:lvl7pPr lvl="6" rtl="0">
              <a:spcBef>
                <a:spcPts val="0"/>
              </a:spcBef>
              <a:spcAft>
                <a:spcPts val="0"/>
              </a:spcAft>
              <a:buSzPts val="3000"/>
              <a:buNone/>
              <a:defRPr>
                <a:latin typeface="Poppins"/>
                <a:ea typeface="Poppins"/>
                <a:cs typeface="Poppins"/>
                <a:sym typeface="Poppins"/>
              </a:defRPr>
            </a:lvl7pPr>
            <a:lvl8pPr lvl="7" rtl="0">
              <a:spcBef>
                <a:spcPts val="0"/>
              </a:spcBef>
              <a:spcAft>
                <a:spcPts val="0"/>
              </a:spcAft>
              <a:buSzPts val="3000"/>
              <a:buNone/>
              <a:defRPr>
                <a:latin typeface="Poppins"/>
                <a:ea typeface="Poppins"/>
                <a:cs typeface="Poppins"/>
                <a:sym typeface="Poppins"/>
              </a:defRPr>
            </a:lvl8pPr>
            <a:lvl9pPr lvl="8"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257" name="Google Shape;257;p14"/>
          <p:cNvSpPr txBox="1">
            <a:spLocks noGrp="1"/>
          </p:cNvSpPr>
          <p:nvPr>
            <p:ph type="subTitle" idx="1"/>
          </p:nvPr>
        </p:nvSpPr>
        <p:spPr>
          <a:xfrm>
            <a:off x="7952800" y="4482148"/>
            <a:ext cx="3119600" cy="1508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600"/>
              <a:buNone/>
              <a:defRPr sz="18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grpSp>
        <p:nvGrpSpPr>
          <p:cNvPr id="258" name="Google Shape;258;p14"/>
          <p:cNvGrpSpPr/>
          <p:nvPr/>
        </p:nvGrpSpPr>
        <p:grpSpPr>
          <a:xfrm flipH="1">
            <a:off x="290324" y="4261269"/>
            <a:ext cx="6180941" cy="1877299"/>
            <a:chOff x="3712152" y="3195952"/>
            <a:chExt cx="4635706" cy="1407974"/>
          </a:xfrm>
        </p:grpSpPr>
        <p:sp>
          <p:nvSpPr>
            <p:cNvPr id="259" name="Google Shape;259;p14"/>
            <p:cNvSpPr/>
            <p:nvPr/>
          </p:nvSpPr>
          <p:spPr>
            <a:xfrm>
              <a:off x="3712152" y="3946096"/>
              <a:ext cx="164057" cy="104621"/>
            </a:xfrm>
            <a:custGeom>
              <a:avLst/>
              <a:gdLst/>
              <a:ahLst/>
              <a:cxnLst/>
              <a:rect l="l" t="t" r="r" b="b"/>
              <a:pathLst>
                <a:path w="4237" h="2702" extrusionOk="0">
                  <a:moveTo>
                    <a:pt x="1618" y="1"/>
                  </a:moveTo>
                  <a:cubicBezTo>
                    <a:pt x="1567" y="1"/>
                    <a:pt x="1515" y="12"/>
                    <a:pt x="1468" y="35"/>
                  </a:cubicBezTo>
                  <a:cubicBezTo>
                    <a:pt x="1401" y="102"/>
                    <a:pt x="1334" y="169"/>
                    <a:pt x="1268" y="236"/>
                  </a:cubicBezTo>
                  <a:cubicBezTo>
                    <a:pt x="1234" y="269"/>
                    <a:pt x="1234" y="302"/>
                    <a:pt x="1201" y="336"/>
                  </a:cubicBezTo>
                  <a:cubicBezTo>
                    <a:pt x="1101" y="369"/>
                    <a:pt x="1034" y="369"/>
                    <a:pt x="968" y="402"/>
                  </a:cubicBezTo>
                  <a:cubicBezTo>
                    <a:pt x="767" y="502"/>
                    <a:pt x="567" y="602"/>
                    <a:pt x="434" y="736"/>
                  </a:cubicBezTo>
                  <a:cubicBezTo>
                    <a:pt x="267" y="836"/>
                    <a:pt x="134" y="969"/>
                    <a:pt x="34" y="1136"/>
                  </a:cubicBezTo>
                  <a:cubicBezTo>
                    <a:pt x="0" y="1203"/>
                    <a:pt x="0" y="1270"/>
                    <a:pt x="0" y="1336"/>
                  </a:cubicBezTo>
                  <a:cubicBezTo>
                    <a:pt x="34" y="1403"/>
                    <a:pt x="67" y="1503"/>
                    <a:pt x="134" y="1570"/>
                  </a:cubicBezTo>
                  <a:cubicBezTo>
                    <a:pt x="234" y="1703"/>
                    <a:pt x="334" y="1837"/>
                    <a:pt x="501" y="1937"/>
                  </a:cubicBezTo>
                  <a:cubicBezTo>
                    <a:pt x="667" y="2003"/>
                    <a:pt x="801" y="2037"/>
                    <a:pt x="968" y="2070"/>
                  </a:cubicBezTo>
                  <a:cubicBezTo>
                    <a:pt x="1168" y="2070"/>
                    <a:pt x="1368" y="2104"/>
                    <a:pt x="1568" y="2104"/>
                  </a:cubicBezTo>
                  <a:lnTo>
                    <a:pt x="1668" y="2237"/>
                  </a:lnTo>
                  <a:cubicBezTo>
                    <a:pt x="1701" y="2337"/>
                    <a:pt x="1735" y="2404"/>
                    <a:pt x="1801" y="2504"/>
                  </a:cubicBezTo>
                  <a:cubicBezTo>
                    <a:pt x="1874" y="2576"/>
                    <a:pt x="1981" y="2701"/>
                    <a:pt x="2086" y="2701"/>
                  </a:cubicBezTo>
                  <a:cubicBezTo>
                    <a:pt x="2126" y="2701"/>
                    <a:pt x="2165" y="2683"/>
                    <a:pt x="2202" y="2637"/>
                  </a:cubicBezTo>
                  <a:cubicBezTo>
                    <a:pt x="2235" y="2571"/>
                    <a:pt x="2268" y="2504"/>
                    <a:pt x="2302" y="2437"/>
                  </a:cubicBezTo>
                  <a:cubicBezTo>
                    <a:pt x="2302" y="2370"/>
                    <a:pt x="2335" y="2304"/>
                    <a:pt x="2402" y="2270"/>
                  </a:cubicBezTo>
                  <a:cubicBezTo>
                    <a:pt x="2435" y="2270"/>
                    <a:pt x="2469" y="2237"/>
                    <a:pt x="2469" y="2204"/>
                  </a:cubicBezTo>
                  <a:cubicBezTo>
                    <a:pt x="2502" y="2170"/>
                    <a:pt x="2435" y="2104"/>
                    <a:pt x="2402" y="2070"/>
                  </a:cubicBezTo>
                  <a:cubicBezTo>
                    <a:pt x="2335" y="2070"/>
                    <a:pt x="2302" y="2037"/>
                    <a:pt x="2235" y="2037"/>
                  </a:cubicBezTo>
                  <a:cubicBezTo>
                    <a:pt x="2302" y="2003"/>
                    <a:pt x="2369" y="2003"/>
                    <a:pt x="2435" y="1970"/>
                  </a:cubicBezTo>
                  <a:cubicBezTo>
                    <a:pt x="2535" y="1937"/>
                    <a:pt x="2602" y="1903"/>
                    <a:pt x="2702" y="1870"/>
                  </a:cubicBezTo>
                  <a:cubicBezTo>
                    <a:pt x="2869" y="1737"/>
                    <a:pt x="3069" y="1637"/>
                    <a:pt x="3269" y="1570"/>
                  </a:cubicBezTo>
                  <a:cubicBezTo>
                    <a:pt x="3319" y="1561"/>
                    <a:pt x="3369" y="1557"/>
                    <a:pt x="3419" y="1557"/>
                  </a:cubicBezTo>
                  <a:cubicBezTo>
                    <a:pt x="3567" y="1557"/>
                    <a:pt x="3711" y="1595"/>
                    <a:pt x="3836" y="1670"/>
                  </a:cubicBezTo>
                  <a:cubicBezTo>
                    <a:pt x="3903" y="1737"/>
                    <a:pt x="3970" y="1803"/>
                    <a:pt x="4036" y="1870"/>
                  </a:cubicBezTo>
                  <a:cubicBezTo>
                    <a:pt x="4063" y="1897"/>
                    <a:pt x="4090" y="1946"/>
                    <a:pt x="4135" y="1946"/>
                  </a:cubicBezTo>
                  <a:cubicBezTo>
                    <a:pt x="4146" y="1946"/>
                    <a:pt x="4157" y="1943"/>
                    <a:pt x="4170" y="1937"/>
                  </a:cubicBezTo>
                  <a:cubicBezTo>
                    <a:pt x="4203" y="1937"/>
                    <a:pt x="4203" y="1837"/>
                    <a:pt x="4203" y="1803"/>
                  </a:cubicBezTo>
                  <a:cubicBezTo>
                    <a:pt x="4203" y="1703"/>
                    <a:pt x="4203" y="1603"/>
                    <a:pt x="4170" y="1503"/>
                  </a:cubicBezTo>
                  <a:cubicBezTo>
                    <a:pt x="4136" y="1436"/>
                    <a:pt x="4103" y="1370"/>
                    <a:pt x="4036" y="1303"/>
                  </a:cubicBezTo>
                  <a:cubicBezTo>
                    <a:pt x="3970" y="1236"/>
                    <a:pt x="3970" y="1170"/>
                    <a:pt x="4036" y="1103"/>
                  </a:cubicBezTo>
                  <a:cubicBezTo>
                    <a:pt x="4070" y="1069"/>
                    <a:pt x="4103" y="1036"/>
                    <a:pt x="4103" y="1003"/>
                  </a:cubicBezTo>
                  <a:cubicBezTo>
                    <a:pt x="4203" y="836"/>
                    <a:pt x="4237" y="636"/>
                    <a:pt x="4203" y="436"/>
                  </a:cubicBezTo>
                  <a:cubicBezTo>
                    <a:pt x="4103" y="436"/>
                    <a:pt x="4036" y="502"/>
                    <a:pt x="3970" y="569"/>
                  </a:cubicBezTo>
                  <a:lnTo>
                    <a:pt x="3903" y="602"/>
                  </a:lnTo>
                  <a:cubicBezTo>
                    <a:pt x="3870" y="669"/>
                    <a:pt x="3803" y="736"/>
                    <a:pt x="3736" y="769"/>
                  </a:cubicBezTo>
                  <a:cubicBezTo>
                    <a:pt x="3611" y="844"/>
                    <a:pt x="3448" y="882"/>
                    <a:pt x="3305" y="882"/>
                  </a:cubicBezTo>
                  <a:cubicBezTo>
                    <a:pt x="3257" y="882"/>
                    <a:pt x="3211" y="878"/>
                    <a:pt x="3169" y="869"/>
                  </a:cubicBezTo>
                  <a:cubicBezTo>
                    <a:pt x="3069" y="869"/>
                    <a:pt x="2969" y="803"/>
                    <a:pt x="2869" y="769"/>
                  </a:cubicBezTo>
                  <a:cubicBezTo>
                    <a:pt x="2902" y="736"/>
                    <a:pt x="2902" y="669"/>
                    <a:pt x="2869" y="636"/>
                  </a:cubicBezTo>
                  <a:cubicBezTo>
                    <a:pt x="2836" y="569"/>
                    <a:pt x="2769" y="536"/>
                    <a:pt x="2702" y="502"/>
                  </a:cubicBezTo>
                  <a:cubicBezTo>
                    <a:pt x="2669" y="469"/>
                    <a:pt x="2535" y="402"/>
                    <a:pt x="2435" y="336"/>
                  </a:cubicBezTo>
                  <a:cubicBezTo>
                    <a:pt x="2268" y="236"/>
                    <a:pt x="2068" y="202"/>
                    <a:pt x="1868" y="102"/>
                  </a:cubicBezTo>
                  <a:cubicBezTo>
                    <a:pt x="1804" y="37"/>
                    <a:pt x="1711" y="1"/>
                    <a:pt x="16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0" name="Google Shape;260;p14"/>
            <p:cNvSpPr/>
            <p:nvPr/>
          </p:nvSpPr>
          <p:spPr>
            <a:xfrm>
              <a:off x="4715417" y="4499886"/>
              <a:ext cx="162779" cy="104041"/>
            </a:xfrm>
            <a:custGeom>
              <a:avLst/>
              <a:gdLst/>
              <a:ahLst/>
              <a:cxnLst/>
              <a:rect l="l" t="t" r="r" b="b"/>
              <a:pathLst>
                <a:path w="4204" h="2687" extrusionOk="0">
                  <a:moveTo>
                    <a:pt x="1623" y="0"/>
                  </a:moveTo>
                  <a:cubicBezTo>
                    <a:pt x="1570" y="0"/>
                    <a:pt x="1517" y="8"/>
                    <a:pt x="1468" y="20"/>
                  </a:cubicBezTo>
                  <a:cubicBezTo>
                    <a:pt x="1401" y="87"/>
                    <a:pt x="1335" y="154"/>
                    <a:pt x="1268" y="220"/>
                  </a:cubicBezTo>
                  <a:cubicBezTo>
                    <a:pt x="1235" y="254"/>
                    <a:pt x="1235" y="287"/>
                    <a:pt x="1201" y="320"/>
                  </a:cubicBezTo>
                  <a:cubicBezTo>
                    <a:pt x="1101" y="354"/>
                    <a:pt x="1034" y="387"/>
                    <a:pt x="968" y="420"/>
                  </a:cubicBezTo>
                  <a:cubicBezTo>
                    <a:pt x="768" y="487"/>
                    <a:pt x="601" y="587"/>
                    <a:pt x="434" y="721"/>
                  </a:cubicBezTo>
                  <a:cubicBezTo>
                    <a:pt x="267" y="821"/>
                    <a:pt x="134" y="954"/>
                    <a:pt x="34" y="1121"/>
                  </a:cubicBezTo>
                  <a:cubicBezTo>
                    <a:pt x="0" y="1188"/>
                    <a:pt x="0" y="1254"/>
                    <a:pt x="0" y="1321"/>
                  </a:cubicBezTo>
                  <a:cubicBezTo>
                    <a:pt x="34" y="1421"/>
                    <a:pt x="67" y="1488"/>
                    <a:pt x="134" y="1555"/>
                  </a:cubicBezTo>
                  <a:cubicBezTo>
                    <a:pt x="234" y="1721"/>
                    <a:pt x="334" y="1855"/>
                    <a:pt x="501" y="1921"/>
                  </a:cubicBezTo>
                  <a:cubicBezTo>
                    <a:pt x="668" y="1988"/>
                    <a:pt x="801" y="2022"/>
                    <a:pt x="968" y="2055"/>
                  </a:cubicBezTo>
                  <a:cubicBezTo>
                    <a:pt x="1168" y="2088"/>
                    <a:pt x="1368" y="2088"/>
                    <a:pt x="1568" y="2088"/>
                  </a:cubicBezTo>
                  <a:cubicBezTo>
                    <a:pt x="1602" y="2122"/>
                    <a:pt x="1635" y="2188"/>
                    <a:pt x="1668" y="2222"/>
                  </a:cubicBezTo>
                  <a:cubicBezTo>
                    <a:pt x="1702" y="2322"/>
                    <a:pt x="1735" y="2422"/>
                    <a:pt x="1802" y="2489"/>
                  </a:cubicBezTo>
                  <a:cubicBezTo>
                    <a:pt x="1874" y="2561"/>
                    <a:pt x="1982" y="2686"/>
                    <a:pt x="2086" y="2686"/>
                  </a:cubicBezTo>
                  <a:cubicBezTo>
                    <a:pt x="2126" y="2686"/>
                    <a:pt x="2165" y="2668"/>
                    <a:pt x="2202" y="2622"/>
                  </a:cubicBezTo>
                  <a:cubicBezTo>
                    <a:pt x="2235" y="2555"/>
                    <a:pt x="2269" y="2489"/>
                    <a:pt x="2302" y="2422"/>
                  </a:cubicBezTo>
                  <a:cubicBezTo>
                    <a:pt x="2302" y="2355"/>
                    <a:pt x="2335" y="2288"/>
                    <a:pt x="2402" y="2255"/>
                  </a:cubicBezTo>
                  <a:cubicBezTo>
                    <a:pt x="2435" y="2255"/>
                    <a:pt x="2469" y="2222"/>
                    <a:pt x="2469" y="2188"/>
                  </a:cubicBezTo>
                  <a:cubicBezTo>
                    <a:pt x="2502" y="2155"/>
                    <a:pt x="2435" y="2122"/>
                    <a:pt x="2402" y="2088"/>
                  </a:cubicBezTo>
                  <a:cubicBezTo>
                    <a:pt x="2335" y="2055"/>
                    <a:pt x="2302" y="2055"/>
                    <a:pt x="2235" y="2022"/>
                  </a:cubicBezTo>
                  <a:cubicBezTo>
                    <a:pt x="2302" y="2022"/>
                    <a:pt x="2369" y="1988"/>
                    <a:pt x="2435" y="1988"/>
                  </a:cubicBezTo>
                  <a:cubicBezTo>
                    <a:pt x="2536" y="1955"/>
                    <a:pt x="2602" y="1888"/>
                    <a:pt x="2702" y="1855"/>
                  </a:cubicBezTo>
                  <a:cubicBezTo>
                    <a:pt x="2869" y="1721"/>
                    <a:pt x="3069" y="1621"/>
                    <a:pt x="3269" y="1588"/>
                  </a:cubicBezTo>
                  <a:cubicBezTo>
                    <a:pt x="3325" y="1569"/>
                    <a:pt x="3381" y="1561"/>
                    <a:pt x="3436" y="1561"/>
                  </a:cubicBezTo>
                  <a:cubicBezTo>
                    <a:pt x="3579" y="1561"/>
                    <a:pt x="3716" y="1616"/>
                    <a:pt x="3836" y="1688"/>
                  </a:cubicBezTo>
                  <a:cubicBezTo>
                    <a:pt x="3903" y="1721"/>
                    <a:pt x="3970" y="1788"/>
                    <a:pt x="4037" y="1855"/>
                  </a:cubicBezTo>
                  <a:cubicBezTo>
                    <a:pt x="4070" y="1888"/>
                    <a:pt x="4103" y="1955"/>
                    <a:pt x="4170" y="1955"/>
                  </a:cubicBezTo>
                  <a:cubicBezTo>
                    <a:pt x="4203" y="1921"/>
                    <a:pt x="4203" y="1821"/>
                    <a:pt x="4203" y="1788"/>
                  </a:cubicBezTo>
                  <a:cubicBezTo>
                    <a:pt x="4203" y="1688"/>
                    <a:pt x="4170" y="1588"/>
                    <a:pt x="4137" y="1488"/>
                  </a:cubicBezTo>
                  <a:cubicBezTo>
                    <a:pt x="4103" y="1388"/>
                    <a:pt x="4037" y="1321"/>
                    <a:pt x="4003" y="1288"/>
                  </a:cubicBezTo>
                  <a:cubicBezTo>
                    <a:pt x="3937" y="1188"/>
                    <a:pt x="3937" y="1154"/>
                    <a:pt x="4003" y="1088"/>
                  </a:cubicBezTo>
                  <a:cubicBezTo>
                    <a:pt x="4170" y="921"/>
                    <a:pt x="4203" y="654"/>
                    <a:pt x="4170" y="420"/>
                  </a:cubicBezTo>
                  <a:cubicBezTo>
                    <a:pt x="4070" y="420"/>
                    <a:pt x="3970" y="454"/>
                    <a:pt x="3937" y="520"/>
                  </a:cubicBezTo>
                  <a:lnTo>
                    <a:pt x="3870" y="587"/>
                  </a:lnTo>
                  <a:cubicBezTo>
                    <a:pt x="3803" y="621"/>
                    <a:pt x="3770" y="687"/>
                    <a:pt x="3703" y="721"/>
                  </a:cubicBezTo>
                  <a:cubicBezTo>
                    <a:pt x="3550" y="823"/>
                    <a:pt x="3397" y="866"/>
                    <a:pt x="3244" y="866"/>
                  </a:cubicBezTo>
                  <a:cubicBezTo>
                    <a:pt x="3197" y="866"/>
                    <a:pt x="3150" y="862"/>
                    <a:pt x="3103" y="854"/>
                  </a:cubicBezTo>
                  <a:cubicBezTo>
                    <a:pt x="3003" y="821"/>
                    <a:pt x="2902" y="787"/>
                    <a:pt x="2836" y="721"/>
                  </a:cubicBezTo>
                  <a:cubicBezTo>
                    <a:pt x="2869" y="721"/>
                    <a:pt x="2869" y="654"/>
                    <a:pt x="2869" y="621"/>
                  </a:cubicBezTo>
                  <a:cubicBezTo>
                    <a:pt x="2836" y="554"/>
                    <a:pt x="2769" y="520"/>
                    <a:pt x="2702" y="487"/>
                  </a:cubicBezTo>
                  <a:cubicBezTo>
                    <a:pt x="2669" y="487"/>
                    <a:pt x="2536" y="387"/>
                    <a:pt x="2435" y="354"/>
                  </a:cubicBezTo>
                  <a:cubicBezTo>
                    <a:pt x="2269" y="220"/>
                    <a:pt x="2069" y="187"/>
                    <a:pt x="1868" y="87"/>
                  </a:cubicBezTo>
                  <a:cubicBezTo>
                    <a:pt x="1805" y="23"/>
                    <a:pt x="1715" y="0"/>
                    <a:pt x="16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1" name="Google Shape;261;p14"/>
            <p:cNvSpPr/>
            <p:nvPr/>
          </p:nvSpPr>
          <p:spPr>
            <a:xfrm>
              <a:off x="5624298" y="4337514"/>
              <a:ext cx="162779" cy="104118"/>
            </a:xfrm>
            <a:custGeom>
              <a:avLst/>
              <a:gdLst/>
              <a:ahLst/>
              <a:cxnLst/>
              <a:rect l="l" t="t" r="r" b="b"/>
              <a:pathLst>
                <a:path w="4204" h="2689" extrusionOk="0">
                  <a:moveTo>
                    <a:pt x="1632" y="1"/>
                  </a:moveTo>
                  <a:cubicBezTo>
                    <a:pt x="1575" y="1"/>
                    <a:pt x="1519" y="12"/>
                    <a:pt x="1468" y="37"/>
                  </a:cubicBezTo>
                  <a:cubicBezTo>
                    <a:pt x="1401" y="70"/>
                    <a:pt x="1334" y="137"/>
                    <a:pt x="1268" y="204"/>
                  </a:cubicBezTo>
                  <a:cubicBezTo>
                    <a:pt x="1234" y="237"/>
                    <a:pt x="1234" y="304"/>
                    <a:pt x="1201" y="337"/>
                  </a:cubicBezTo>
                  <a:cubicBezTo>
                    <a:pt x="1134" y="337"/>
                    <a:pt x="1034" y="371"/>
                    <a:pt x="968" y="404"/>
                  </a:cubicBezTo>
                  <a:cubicBezTo>
                    <a:pt x="767" y="471"/>
                    <a:pt x="601" y="571"/>
                    <a:pt x="434" y="704"/>
                  </a:cubicBezTo>
                  <a:cubicBezTo>
                    <a:pt x="267" y="804"/>
                    <a:pt x="134" y="971"/>
                    <a:pt x="34" y="1138"/>
                  </a:cubicBezTo>
                  <a:cubicBezTo>
                    <a:pt x="0" y="1205"/>
                    <a:pt x="0" y="1271"/>
                    <a:pt x="0" y="1338"/>
                  </a:cubicBezTo>
                  <a:cubicBezTo>
                    <a:pt x="34" y="1405"/>
                    <a:pt x="67" y="1471"/>
                    <a:pt x="134" y="1538"/>
                  </a:cubicBezTo>
                  <a:cubicBezTo>
                    <a:pt x="234" y="1705"/>
                    <a:pt x="367" y="1838"/>
                    <a:pt x="501" y="1938"/>
                  </a:cubicBezTo>
                  <a:cubicBezTo>
                    <a:pt x="667" y="2005"/>
                    <a:pt x="834" y="2039"/>
                    <a:pt x="968" y="2039"/>
                  </a:cubicBezTo>
                  <a:cubicBezTo>
                    <a:pt x="1168" y="2072"/>
                    <a:pt x="1368" y="2105"/>
                    <a:pt x="1568" y="2105"/>
                  </a:cubicBezTo>
                  <a:cubicBezTo>
                    <a:pt x="1601" y="2139"/>
                    <a:pt x="1635" y="2172"/>
                    <a:pt x="1668" y="2239"/>
                  </a:cubicBezTo>
                  <a:cubicBezTo>
                    <a:pt x="1701" y="2305"/>
                    <a:pt x="1735" y="2405"/>
                    <a:pt x="1801" y="2506"/>
                  </a:cubicBezTo>
                  <a:cubicBezTo>
                    <a:pt x="1875" y="2579"/>
                    <a:pt x="1985" y="2689"/>
                    <a:pt x="2090" y="2689"/>
                  </a:cubicBezTo>
                  <a:cubicBezTo>
                    <a:pt x="2129" y="2689"/>
                    <a:pt x="2166" y="2674"/>
                    <a:pt x="2202" y="2639"/>
                  </a:cubicBezTo>
                  <a:cubicBezTo>
                    <a:pt x="2235" y="2572"/>
                    <a:pt x="2268" y="2506"/>
                    <a:pt x="2302" y="2405"/>
                  </a:cubicBezTo>
                  <a:cubicBezTo>
                    <a:pt x="2302" y="2339"/>
                    <a:pt x="2335" y="2305"/>
                    <a:pt x="2402" y="2272"/>
                  </a:cubicBezTo>
                  <a:cubicBezTo>
                    <a:pt x="2435" y="2239"/>
                    <a:pt x="2469" y="2205"/>
                    <a:pt x="2469" y="2205"/>
                  </a:cubicBezTo>
                  <a:cubicBezTo>
                    <a:pt x="2502" y="2172"/>
                    <a:pt x="2435" y="2105"/>
                    <a:pt x="2402" y="2072"/>
                  </a:cubicBezTo>
                  <a:cubicBezTo>
                    <a:pt x="2335" y="2072"/>
                    <a:pt x="2302" y="2039"/>
                    <a:pt x="2235" y="2005"/>
                  </a:cubicBezTo>
                  <a:cubicBezTo>
                    <a:pt x="2302" y="2005"/>
                    <a:pt x="2369" y="2005"/>
                    <a:pt x="2469" y="1972"/>
                  </a:cubicBezTo>
                  <a:cubicBezTo>
                    <a:pt x="2535" y="1938"/>
                    <a:pt x="2635" y="1905"/>
                    <a:pt x="2702" y="1838"/>
                  </a:cubicBezTo>
                  <a:cubicBezTo>
                    <a:pt x="2869" y="1738"/>
                    <a:pt x="3069" y="1638"/>
                    <a:pt x="3269" y="1572"/>
                  </a:cubicBezTo>
                  <a:cubicBezTo>
                    <a:pt x="3311" y="1563"/>
                    <a:pt x="3355" y="1559"/>
                    <a:pt x="3399" y="1559"/>
                  </a:cubicBezTo>
                  <a:cubicBezTo>
                    <a:pt x="3534" y="1559"/>
                    <a:pt x="3678" y="1597"/>
                    <a:pt x="3803" y="1672"/>
                  </a:cubicBezTo>
                  <a:cubicBezTo>
                    <a:pt x="3870" y="1705"/>
                    <a:pt x="3936" y="1772"/>
                    <a:pt x="4003" y="1838"/>
                  </a:cubicBezTo>
                  <a:cubicBezTo>
                    <a:pt x="4003" y="1872"/>
                    <a:pt x="4070" y="1938"/>
                    <a:pt x="4103" y="1938"/>
                  </a:cubicBezTo>
                  <a:cubicBezTo>
                    <a:pt x="4170" y="1905"/>
                    <a:pt x="4170" y="1805"/>
                    <a:pt x="4170" y="1772"/>
                  </a:cubicBezTo>
                  <a:cubicBezTo>
                    <a:pt x="4170" y="1672"/>
                    <a:pt x="4170" y="1572"/>
                    <a:pt x="4136" y="1471"/>
                  </a:cubicBezTo>
                  <a:cubicBezTo>
                    <a:pt x="4103" y="1371"/>
                    <a:pt x="4070" y="1305"/>
                    <a:pt x="4003" y="1271"/>
                  </a:cubicBezTo>
                  <a:cubicBezTo>
                    <a:pt x="3970" y="1205"/>
                    <a:pt x="3970" y="1138"/>
                    <a:pt x="4003" y="1071"/>
                  </a:cubicBezTo>
                  <a:cubicBezTo>
                    <a:pt x="4036" y="1038"/>
                    <a:pt x="4070" y="1004"/>
                    <a:pt x="4103" y="971"/>
                  </a:cubicBezTo>
                  <a:cubicBezTo>
                    <a:pt x="4170" y="804"/>
                    <a:pt x="4203" y="604"/>
                    <a:pt x="4170" y="404"/>
                  </a:cubicBezTo>
                  <a:cubicBezTo>
                    <a:pt x="4070" y="404"/>
                    <a:pt x="4003" y="471"/>
                    <a:pt x="3936" y="537"/>
                  </a:cubicBezTo>
                  <a:lnTo>
                    <a:pt x="3870" y="571"/>
                  </a:lnTo>
                  <a:cubicBezTo>
                    <a:pt x="3836" y="638"/>
                    <a:pt x="3770" y="671"/>
                    <a:pt x="3703" y="738"/>
                  </a:cubicBezTo>
                  <a:cubicBezTo>
                    <a:pt x="3578" y="813"/>
                    <a:pt x="3434" y="850"/>
                    <a:pt x="3285" y="850"/>
                  </a:cubicBezTo>
                  <a:cubicBezTo>
                    <a:pt x="3236" y="850"/>
                    <a:pt x="3186" y="846"/>
                    <a:pt x="3136" y="838"/>
                  </a:cubicBezTo>
                  <a:cubicBezTo>
                    <a:pt x="3036" y="838"/>
                    <a:pt x="2936" y="771"/>
                    <a:pt x="2836" y="738"/>
                  </a:cubicBezTo>
                  <a:cubicBezTo>
                    <a:pt x="2869" y="704"/>
                    <a:pt x="2902" y="671"/>
                    <a:pt x="2869" y="638"/>
                  </a:cubicBezTo>
                  <a:cubicBezTo>
                    <a:pt x="2836" y="571"/>
                    <a:pt x="2769" y="537"/>
                    <a:pt x="2735" y="504"/>
                  </a:cubicBezTo>
                  <a:cubicBezTo>
                    <a:pt x="2669" y="471"/>
                    <a:pt x="2535" y="404"/>
                    <a:pt x="2435" y="337"/>
                  </a:cubicBezTo>
                  <a:cubicBezTo>
                    <a:pt x="2268" y="237"/>
                    <a:pt x="2068" y="171"/>
                    <a:pt x="1902" y="70"/>
                  </a:cubicBezTo>
                  <a:cubicBezTo>
                    <a:pt x="1819" y="29"/>
                    <a:pt x="1724" y="1"/>
                    <a:pt x="16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2" name="Google Shape;262;p14"/>
            <p:cNvSpPr/>
            <p:nvPr/>
          </p:nvSpPr>
          <p:spPr>
            <a:xfrm>
              <a:off x="5286790" y="3665558"/>
              <a:ext cx="165373" cy="103344"/>
            </a:xfrm>
            <a:custGeom>
              <a:avLst/>
              <a:gdLst/>
              <a:ahLst/>
              <a:cxnLst/>
              <a:rect l="l" t="t" r="r" b="b"/>
              <a:pathLst>
                <a:path w="4271" h="2669" extrusionOk="0">
                  <a:moveTo>
                    <a:pt x="1552" y="1"/>
                  </a:moveTo>
                  <a:cubicBezTo>
                    <a:pt x="1477" y="1"/>
                    <a:pt x="1401" y="17"/>
                    <a:pt x="1335" y="51"/>
                  </a:cubicBezTo>
                  <a:cubicBezTo>
                    <a:pt x="1268" y="117"/>
                    <a:pt x="1201" y="184"/>
                    <a:pt x="1168" y="251"/>
                  </a:cubicBezTo>
                  <a:cubicBezTo>
                    <a:pt x="1135" y="318"/>
                    <a:pt x="1101" y="351"/>
                    <a:pt x="1101" y="384"/>
                  </a:cubicBezTo>
                  <a:cubicBezTo>
                    <a:pt x="1001" y="418"/>
                    <a:pt x="934" y="451"/>
                    <a:pt x="868" y="484"/>
                  </a:cubicBezTo>
                  <a:cubicBezTo>
                    <a:pt x="668" y="584"/>
                    <a:pt x="501" y="685"/>
                    <a:pt x="367" y="818"/>
                  </a:cubicBezTo>
                  <a:cubicBezTo>
                    <a:pt x="201" y="951"/>
                    <a:pt x="101" y="1118"/>
                    <a:pt x="0" y="1285"/>
                  </a:cubicBezTo>
                  <a:cubicBezTo>
                    <a:pt x="0" y="1352"/>
                    <a:pt x="0" y="1418"/>
                    <a:pt x="0" y="1485"/>
                  </a:cubicBezTo>
                  <a:cubicBezTo>
                    <a:pt x="34" y="1552"/>
                    <a:pt x="101" y="1619"/>
                    <a:pt x="134" y="1685"/>
                  </a:cubicBezTo>
                  <a:cubicBezTo>
                    <a:pt x="267" y="1852"/>
                    <a:pt x="401" y="1952"/>
                    <a:pt x="568" y="2019"/>
                  </a:cubicBezTo>
                  <a:cubicBezTo>
                    <a:pt x="701" y="2086"/>
                    <a:pt x="868" y="2119"/>
                    <a:pt x="1035" y="2119"/>
                  </a:cubicBezTo>
                  <a:lnTo>
                    <a:pt x="1635" y="2119"/>
                  </a:lnTo>
                  <a:cubicBezTo>
                    <a:pt x="1668" y="2152"/>
                    <a:pt x="1702" y="2186"/>
                    <a:pt x="1735" y="2252"/>
                  </a:cubicBezTo>
                  <a:cubicBezTo>
                    <a:pt x="1768" y="2319"/>
                    <a:pt x="1835" y="2419"/>
                    <a:pt x="1902" y="2486"/>
                  </a:cubicBezTo>
                  <a:cubicBezTo>
                    <a:pt x="1975" y="2559"/>
                    <a:pt x="2103" y="2669"/>
                    <a:pt x="2218" y="2669"/>
                  </a:cubicBezTo>
                  <a:cubicBezTo>
                    <a:pt x="2260" y="2669"/>
                    <a:pt x="2300" y="2655"/>
                    <a:pt x="2335" y="2619"/>
                  </a:cubicBezTo>
                  <a:cubicBezTo>
                    <a:pt x="2369" y="2519"/>
                    <a:pt x="2369" y="2452"/>
                    <a:pt x="2402" y="2386"/>
                  </a:cubicBezTo>
                  <a:cubicBezTo>
                    <a:pt x="2402" y="2319"/>
                    <a:pt x="2436" y="2252"/>
                    <a:pt x="2502" y="2219"/>
                  </a:cubicBezTo>
                  <a:cubicBezTo>
                    <a:pt x="2502" y="2186"/>
                    <a:pt x="2536" y="2152"/>
                    <a:pt x="2569" y="2152"/>
                  </a:cubicBezTo>
                  <a:cubicBezTo>
                    <a:pt x="2569" y="2086"/>
                    <a:pt x="2502" y="2052"/>
                    <a:pt x="2469" y="2052"/>
                  </a:cubicBezTo>
                  <a:cubicBezTo>
                    <a:pt x="2436" y="2019"/>
                    <a:pt x="2369" y="2019"/>
                    <a:pt x="2302" y="1985"/>
                  </a:cubicBezTo>
                  <a:cubicBezTo>
                    <a:pt x="2369" y="1952"/>
                    <a:pt x="2436" y="1952"/>
                    <a:pt x="2502" y="1919"/>
                  </a:cubicBezTo>
                  <a:cubicBezTo>
                    <a:pt x="2602" y="1885"/>
                    <a:pt x="2669" y="1852"/>
                    <a:pt x="2736" y="1785"/>
                  </a:cubicBezTo>
                  <a:cubicBezTo>
                    <a:pt x="2903" y="1652"/>
                    <a:pt x="3103" y="1518"/>
                    <a:pt x="3303" y="1452"/>
                  </a:cubicBezTo>
                  <a:cubicBezTo>
                    <a:pt x="3374" y="1428"/>
                    <a:pt x="3445" y="1417"/>
                    <a:pt x="3514" y="1417"/>
                  </a:cubicBezTo>
                  <a:cubicBezTo>
                    <a:pt x="3641" y="1417"/>
                    <a:pt x="3762" y="1454"/>
                    <a:pt x="3870" y="1518"/>
                  </a:cubicBezTo>
                  <a:cubicBezTo>
                    <a:pt x="3937" y="1552"/>
                    <a:pt x="4037" y="1619"/>
                    <a:pt x="4103" y="1685"/>
                  </a:cubicBezTo>
                  <a:cubicBezTo>
                    <a:pt x="4103" y="1712"/>
                    <a:pt x="4147" y="1761"/>
                    <a:pt x="4199" y="1761"/>
                  </a:cubicBezTo>
                  <a:cubicBezTo>
                    <a:pt x="4211" y="1761"/>
                    <a:pt x="4224" y="1758"/>
                    <a:pt x="4237" y="1752"/>
                  </a:cubicBezTo>
                  <a:cubicBezTo>
                    <a:pt x="4270" y="1719"/>
                    <a:pt x="4270" y="1619"/>
                    <a:pt x="4270" y="1585"/>
                  </a:cubicBezTo>
                  <a:cubicBezTo>
                    <a:pt x="4237" y="1452"/>
                    <a:pt x="4170" y="1352"/>
                    <a:pt x="4103" y="1252"/>
                  </a:cubicBezTo>
                  <a:cubicBezTo>
                    <a:pt x="4070" y="1185"/>
                    <a:pt x="4037" y="1118"/>
                    <a:pt x="3970" y="1051"/>
                  </a:cubicBezTo>
                  <a:cubicBezTo>
                    <a:pt x="3903" y="1018"/>
                    <a:pt x="3903" y="918"/>
                    <a:pt x="3937" y="885"/>
                  </a:cubicBezTo>
                  <a:cubicBezTo>
                    <a:pt x="3970" y="851"/>
                    <a:pt x="4003" y="785"/>
                    <a:pt x="4003" y="751"/>
                  </a:cubicBezTo>
                  <a:cubicBezTo>
                    <a:pt x="4070" y="584"/>
                    <a:pt x="4070" y="384"/>
                    <a:pt x="4037" y="184"/>
                  </a:cubicBezTo>
                  <a:lnTo>
                    <a:pt x="4037" y="184"/>
                  </a:lnTo>
                  <a:cubicBezTo>
                    <a:pt x="3970" y="218"/>
                    <a:pt x="3870" y="251"/>
                    <a:pt x="3837" y="351"/>
                  </a:cubicBezTo>
                  <a:lnTo>
                    <a:pt x="3770" y="384"/>
                  </a:lnTo>
                  <a:cubicBezTo>
                    <a:pt x="3736" y="451"/>
                    <a:pt x="3670" y="518"/>
                    <a:pt x="3603" y="551"/>
                  </a:cubicBezTo>
                  <a:cubicBezTo>
                    <a:pt x="3465" y="662"/>
                    <a:pt x="3304" y="726"/>
                    <a:pt x="3139" y="726"/>
                  </a:cubicBezTo>
                  <a:cubicBezTo>
                    <a:pt x="3105" y="726"/>
                    <a:pt x="3070" y="724"/>
                    <a:pt x="3036" y="718"/>
                  </a:cubicBezTo>
                  <a:cubicBezTo>
                    <a:pt x="2936" y="718"/>
                    <a:pt x="2836" y="685"/>
                    <a:pt x="2769" y="618"/>
                  </a:cubicBezTo>
                  <a:cubicBezTo>
                    <a:pt x="2802" y="618"/>
                    <a:pt x="2802" y="551"/>
                    <a:pt x="2769" y="518"/>
                  </a:cubicBezTo>
                  <a:cubicBezTo>
                    <a:pt x="2736" y="451"/>
                    <a:pt x="2669" y="418"/>
                    <a:pt x="2636" y="418"/>
                  </a:cubicBezTo>
                  <a:cubicBezTo>
                    <a:pt x="2536" y="384"/>
                    <a:pt x="2436" y="318"/>
                    <a:pt x="2335" y="284"/>
                  </a:cubicBezTo>
                  <a:cubicBezTo>
                    <a:pt x="2135" y="184"/>
                    <a:pt x="1935" y="151"/>
                    <a:pt x="1768" y="51"/>
                  </a:cubicBezTo>
                  <a:cubicBezTo>
                    <a:pt x="1702" y="17"/>
                    <a:pt x="1627" y="1"/>
                    <a:pt x="1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14"/>
            <p:cNvSpPr/>
            <p:nvPr/>
          </p:nvSpPr>
          <p:spPr>
            <a:xfrm>
              <a:off x="4489987" y="3616574"/>
              <a:ext cx="165373" cy="103344"/>
            </a:xfrm>
            <a:custGeom>
              <a:avLst/>
              <a:gdLst/>
              <a:ahLst/>
              <a:cxnLst/>
              <a:rect l="l" t="t" r="r" b="b"/>
              <a:pathLst>
                <a:path w="4271" h="2669" extrusionOk="0">
                  <a:moveTo>
                    <a:pt x="1552" y="1"/>
                  </a:moveTo>
                  <a:cubicBezTo>
                    <a:pt x="1477" y="1"/>
                    <a:pt x="1402" y="17"/>
                    <a:pt x="1335" y="51"/>
                  </a:cubicBezTo>
                  <a:cubicBezTo>
                    <a:pt x="1268" y="117"/>
                    <a:pt x="1202" y="184"/>
                    <a:pt x="1168" y="251"/>
                  </a:cubicBezTo>
                  <a:cubicBezTo>
                    <a:pt x="1135" y="284"/>
                    <a:pt x="1135" y="351"/>
                    <a:pt x="1101" y="384"/>
                  </a:cubicBezTo>
                  <a:cubicBezTo>
                    <a:pt x="1035" y="418"/>
                    <a:pt x="935" y="451"/>
                    <a:pt x="868" y="484"/>
                  </a:cubicBezTo>
                  <a:cubicBezTo>
                    <a:pt x="701" y="585"/>
                    <a:pt x="501" y="685"/>
                    <a:pt x="368" y="818"/>
                  </a:cubicBezTo>
                  <a:cubicBezTo>
                    <a:pt x="234" y="951"/>
                    <a:pt x="101" y="1085"/>
                    <a:pt x="34" y="1285"/>
                  </a:cubicBezTo>
                  <a:cubicBezTo>
                    <a:pt x="1" y="1352"/>
                    <a:pt x="1" y="1418"/>
                    <a:pt x="34" y="1485"/>
                  </a:cubicBezTo>
                  <a:cubicBezTo>
                    <a:pt x="67" y="1552"/>
                    <a:pt x="101" y="1619"/>
                    <a:pt x="167" y="1685"/>
                  </a:cubicBezTo>
                  <a:cubicBezTo>
                    <a:pt x="268" y="1819"/>
                    <a:pt x="401" y="1952"/>
                    <a:pt x="568" y="2019"/>
                  </a:cubicBezTo>
                  <a:cubicBezTo>
                    <a:pt x="735" y="2086"/>
                    <a:pt x="901" y="2119"/>
                    <a:pt x="1068" y="2119"/>
                  </a:cubicBezTo>
                  <a:lnTo>
                    <a:pt x="1669" y="2119"/>
                  </a:lnTo>
                  <a:cubicBezTo>
                    <a:pt x="1702" y="2152"/>
                    <a:pt x="1702" y="2186"/>
                    <a:pt x="1735" y="2252"/>
                  </a:cubicBezTo>
                  <a:cubicBezTo>
                    <a:pt x="1802" y="2319"/>
                    <a:pt x="1869" y="2419"/>
                    <a:pt x="1935" y="2486"/>
                  </a:cubicBezTo>
                  <a:cubicBezTo>
                    <a:pt x="1984" y="2559"/>
                    <a:pt x="2105" y="2669"/>
                    <a:pt x="2206" y="2669"/>
                  </a:cubicBezTo>
                  <a:cubicBezTo>
                    <a:pt x="2242" y="2669"/>
                    <a:pt x="2276" y="2655"/>
                    <a:pt x="2302" y="2619"/>
                  </a:cubicBezTo>
                  <a:cubicBezTo>
                    <a:pt x="2369" y="2519"/>
                    <a:pt x="2402" y="2453"/>
                    <a:pt x="2402" y="2386"/>
                  </a:cubicBezTo>
                  <a:cubicBezTo>
                    <a:pt x="2402" y="2319"/>
                    <a:pt x="2436" y="2252"/>
                    <a:pt x="2469" y="2219"/>
                  </a:cubicBezTo>
                  <a:cubicBezTo>
                    <a:pt x="2502" y="2186"/>
                    <a:pt x="2536" y="2152"/>
                    <a:pt x="2569" y="2119"/>
                  </a:cubicBezTo>
                  <a:cubicBezTo>
                    <a:pt x="2569" y="2086"/>
                    <a:pt x="2502" y="2052"/>
                    <a:pt x="2469" y="2019"/>
                  </a:cubicBezTo>
                  <a:cubicBezTo>
                    <a:pt x="2402" y="2019"/>
                    <a:pt x="2369" y="2019"/>
                    <a:pt x="2302" y="1986"/>
                  </a:cubicBezTo>
                  <a:cubicBezTo>
                    <a:pt x="2369" y="1952"/>
                    <a:pt x="2436" y="1952"/>
                    <a:pt x="2502" y="1919"/>
                  </a:cubicBezTo>
                  <a:cubicBezTo>
                    <a:pt x="2603" y="1885"/>
                    <a:pt x="2669" y="1819"/>
                    <a:pt x="2736" y="1785"/>
                  </a:cubicBezTo>
                  <a:cubicBezTo>
                    <a:pt x="2903" y="1652"/>
                    <a:pt x="3103" y="1519"/>
                    <a:pt x="3303" y="1452"/>
                  </a:cubicBezTo>
                  <a:cubicBezTo>
                    <a:pt x="3374" y="1428"/>
                    <a:pt x="3445" y="1417"/>
                    <a:pt x="3514" y="1417"/>
                  </a:cubicBezTo>
                  <a:cubicBezTo>
                    <a:pt x="3641" y="1417"/>
                    <a:pt x="3762" y="1454"/>
                    <a:pt x="3870" y="1519"/>
                  </a:cubicBezTo>
                  <a:cubicBezTo>
                    <a:pt x="3937" y="1552"/>
                    <a:pt x="4037" y="1619"/>
                    <a:pt x="4104" y="1685"/>
                  </a:cubicBezTo>
                  <a:cubicBezTo>
                    <a:pt x="4104" y="1712"/>
                    <a:pt x="4147" y="1761"/>
                    <a:pt x="4182" y="1761"/>
                  </a:cubicBezTo>
                  <a:cubicBezTo>
                    <a:pt x="4190" y="1761"/>
                    <a:pt x="4197" y="1758"/>
                    <a:pt x="4204" y="1752"/>
                  </a:cubicBezTo>
                  <a:cubicBezTo>
                    <a:pt x="4270" y="1719"/>
                    <a:pt x="4237" y="1619"/>
                    <a:pt x="4237" y="1585"/>
                  </a:cubicBezTo>
                  <a:cubicBezTo>
                    <a:pt x="4237" y="1452"/>
                    <a:pt x="4170" y="1352"/>
                    <a:pt x="4137" y="1252"/>
                  </a:cubicBezTo>
                  <a:cubicBezTo>
                    <a:pt x="4070" y="1185"/>
                    <a:pt x="4037" y="1118"/>
                    <a:pt x="3970" y="1052"/>
                  </a:cubicBezTo>
                  <a:cubicBezTo>
                    <a:pt x="3937" y="985"/>
                    <a:pt x="3903" y="951"/>
                    <a:pt x="3970" y="885"/>
                  </a:cubicBezTo>
                  <a:cubicBezTo>
                    <a:pt x="3970" y="851"/>
                    <a:pt x="4004" y="785"/>
                    <a:pt x="4037" y="751"/>
                  </a:cubicBezTo>
                  <a:cubicBezTo>
                    <a:pt x="4070" y="585"/>
                    <a:pt x="4104" y="384"/>
                    <a:pt x="4070" y="218"/>
                  </a:cubicBezTo>
                  <a:cubicBezTo>
                    <a:pt x="3970" y="218"/>
                    <a:pt x="3903" y="251"/>
                    <a:pt x="3837" y="351"/>
                  </a:cubicBezTo>
                  <a:lnTo>
                    <a:pt x="3803" y="384"/>
                  </a:lnTo>
                  <a:cubicBezTo>
                    <a:pt x="3737" y="451"/>
                    <a:pt x="3670" y="518"/>
                    <a:pt x="3637" y="551"/>
                  </a:cubicBezTo>
                  <a:cubicBezTo>
                    <a:pt x="3498" y="662"/>
                    <a:pt x="3337" y="726"/>
                    <a:pt x="3172" y="726"/>
                  </a:cubicBezTo>
                  <a:cubicBezTo>
                    <a:pt x="3138" y="726"/>
                    <a:pt x="3104" y="724"/>
                    <a:pt x="3070" y="718"/>
                  </a:cubicBezTo>
                  <a:cubicBezTo>
                    <a:pt x="2969" y="718"/>
                    <a:pt x="2869" y="685"/>
                    <a:pt x="2769" y="618"/>
                  </a:cubicBezTo>
                  <a:cubicBezTo>
                    <a:pt x="2803" y="618"/>
                    <a:pt x="2803" y="551"/>
                    <a:pt x="2803" y="518"/>
                  </a:cubicBezTo>
                  <a:cubicBezTo>
                    <a:pt x="2769" y="451"/>
                    <a:pt x="2703" y="418"/>
                    <a:pt x="2636" y="418"/>
                  </a:cubicBezTo>
                  <a:cubicBezTo>
                    <a:pt x="2536" y="384"/>
                    <a:pt x="2436" y="318"/>
                    <a:pt x="2336" y="284"/>
                  </a:cubicBezTo>
                  <a:cubicBezTo>
                    <a:pt x="2169" y="184"/>
                    <a:pt x="1969" y="151"/>
                    <a:pt x="1769" y="51"/>
                  </a:cubicBezTo>
                  <a:cubicBezTo>
                    <a:pt x="1702" y="17"/>
                    <a:pt x="1627" y="1"/>
                    <a:pt x="1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4" name="Google Shape;264;p14"/>
            <p:cNvSpPr/>
            <p:nvPr/>
          </p:nvSpPr>
          <p:spPr>
            <a:xfrm>
              <a:off x="7274348" y="3946713"/>
              <a:ext cx="165373" cy="103382"/>
            </a:xfrm>
            <a:custGeom>
              <a:avLst/>
              <a:gdLst/>
              <a:ahLst/>
              <a:cxnLst/>
              <a:rect l="l" t="t" r="r" b="b"/>
              <a:pathLst>
                <a:path w="4271" h="2670" extrusionOk="0">
                  <a:moveTo>
                    <a:pt x="1585" y="1"/>
                  </a:moveTo>
                  <a:cubicBezTo>
                    <a:pt x="1510" y="1"/>
                    <a:pt x="1435" y="18"/>
                    <a:pt x="1369" y="51"/>
                  </a:cubicBezTo>
                  <a:cubicBezTo>
                    <a:pt x="1302" y="118"/>
                    <a:pt x="1235" y="184"/>
                    <a:pt x="1202" y="285"/>
                  </a:cubicBezTo>
                  <a:cubicBezTo>
                    <a:pt x="1168" y="318"/>
                    <a:pt x="1135" y="351"/>
                    <a:pt x="1135" y="385"/>
                  </a:cubicBezTo>
                  <a:cubicBezTo>
                    <a:pt x="1035" y="418"/>
                    <a:pt x="968" y="451"/>
                    <a:pt x="902" y="485"/>
                  </a:cubicBezTo>
                  <a:cubicBezTo>
                    <a:pt x="701" y="585"/>
                    <a:pt x="535" y="685"/>
                    <a:pt x="401" y="818"/>
                  </a:cubicBezTo>
                  <a:cubicBezTo>
                    <a:pt x="234" y="952"/>
                    <a:pt x="134" y="1118"/>
                    <a:pt x="34" y="1285"/>
                  </a:cubicBezTo>
                  <a:cubicBezTo>
                    <a:pt x="1" y="1352"/>
                    <a:pt x="1" y="1419"/>
                    <a:pt x="34" y="1485"/>
                  </a:cubicBezTo>
                  <a:cubicBezTo>
                    <a:pt x="68" y="1552"/>
                    <a:pt x="101" y="1619"/>
                    <a:pt x="168" y="1686"/>
                  </a:cubicBezTo>
                  <a:cubicBezTo>
                    <a:pt x="268" y="1852"/>
                    <a:pt x="401" y="1952"/>
                    <a:pt x="568" y="2019"/>
                  </a:cubicBezTo>
                  <a:cubicBezTo>
                    <a:pt x="735" y="2086"/>
                    <a:pt x="902" y="2119"/>
                    <a:pt x="1068" y="2119"/>
                  </a:cubicBezTo>
                  <a:lnTo>
                    <a:pt x="1669" y="2119"/>
                  </a:lnTo>
                  <a:cubicBezTo>
                    <a:pt x="1702" y="2153"/>
                    <a:pt x="1702" y="2186"/>
                    <a:pt x="1736" y="2253"/>
                  </a:cubicBezTo>
                  <a:cubicBezTo>
                    <a:pt x="1802" y="2353"/>
                    <a:pt x="1836" y="2419"/>
                    <a:pt x="1936" y="2519"/>
                  </a:cubicBezTo>
                  <a:cubicBezTo>
                    <a:pt x="1984" y="2568"/>
                    <a:pt x="2104" y="2670"/>
                    <a:pt x="2217" y="2670"/>
                  </a:cubicBezTo>
                  <a:cubicBezTo>
                    <a:pt x="2259" y="2670"/>
                    <a:pt x="2300" y="2656"/>
                    <a:pt x="2336" y="2620"/>
                  </a:cubicBezTo>
                  <a:cubicBezTo>
                    <a:pt x="2369" y="2553"/>
                    <a:pt x="2403" y="2453"/>
                    <a:pt x="2403" y="2386"/>
                  </a:cubicBezTo>
                  <a:cubicBezTo>
                    <a:pt x="2436" y="2319"/>
                    <a:pt x="2469" y="2253"/>
                    <a:pt x="2503" y="2219"/>
                  </a:cubicBezTo>
                  <a:cubicBezTo>
                    <a:pt x="2536" y="2186"/>
                    <a:pt x="2569" y="2186"/>
                    <a:pt x="2569" y="2153"/>
                  </a:cubicBezTo>
                  <a:cubicBezTo>
                    <a:pt x="2603" y="2119"/>
                    <a:pt x="2536" y="2052"/>
                    <a:pt x="2503" y="2052"/>
                  </a:cubicBezTo>
                  <a:cubicBezTo>
                    <a:pt x="2436" y="2019"/>
                    <a:pt x="2369" y="2019"/>
                    <a:pt x="2336" y="1986"/>
                  </a:cubicBezTo>
                  <a:cubicBezTo>
                    <a:pt x="2403" y="1986"/>
                    <a:pt x="2469" y="1952"/>
                    <a:pt x="2536" y="1919"/>
                  </a:cubicBezTo>
                  <a:cubicBezTo>
                    <a:pt x="2603" y="1886"/>
                    <a:pt x="2703" y="1852"/>
                    <a:pt x="2770" y="1786"/>
                  </a:cubicBezTo>
                  <a:cubicBezTo>
                    <a:pt x="2936" y="1652"/>
                    <a:pt x="3103" y="1552"/>
                    <a:pt x="3337" y="1452"/>
                  </a:cubicBezTo>
                  <a:cubicBezTo>
                    <a:pt x="3398" y="1440"/>
                    <a:pt x="3463" y="1432"/>
                    <a:pt x="3530" y="1432"/>
                  </a:cubicBezTo>
                  <a:cubicBezTo>
                    <a:pt x="3646" y="1432"/>
                    <a:pt x="3765" y="1455"/>
                    <a:pt x="3870" y="1519"/>
                  </a:cubicBezTo>
                  <a:cubicBezTo>
                    <a:pt x="3970" y="1552"/>
                    <a:pt x="4037" y="1619"/>
                    <a:pt x="4104" y="1686"/>
                  </a:cubicBezTo>
                  <a:cubicBezTo>
                    <a:pt x="4131" y="1712"/>
                    <a:pt x="4180" y="1761"/>
                    <a:pt x="4215" y="1761"/>
                  </a:cubicBezTo>
                  <a:cubicBezTo>
                    <a:pt x="4223" y="1761"/>
                    <a:pt x="4231" y="1759"/>
                    <a:pt x="4237" y="1752"/>
                  </a:cubicBezTo>
                  <a:cubicBezTo>
                    <a:pt x="4271" y="1719"/>
                    <a:pt x="4271" y="1619"/>
                    <a:pt x="4271" y="1585"/>
                  </a:cubicBezTo>
                  <a:cubicBezTo>
                    <a:pt x="4237" y="1485"/>
                    <a:pt x="4204" y="1352"/>
                    <a:pt x="4137" y="1252"/>
                  </a:cubicBezTo>
                  <a:cubicBezTo>
                    <a:pt x="4104" y="1185"/>
                    <a:pt x="4071" y="1118"/>
                    <a:pt x="4004" y="1052"/>
                  </a:cubicBezTo>
                  <a:cubicBezTo>
                    <a:pt x="3970" y="1018"/>
                    <a:pt x="3937" y="952"/>
                    <a:pt x="3970" y="885"/>
                  </a:cubicBezTo>
                  <a:cubicBezTo>
                    <a:pt x="4004" y="852"/>
                    <a:pt x="4037" y="818"/>
                    <a:pt x="4037" y="752"/>
                  </a:cubicBezTo>
                  <a:cubicBezTo>
                    <a:pt x="4104" y="585"/>
                    <a:pt x="4137" y="385"/>
                    <a:pt x="4104" y="218"/>
                  </a:cubicBezTo>
                  <a:cubicBezTo>
                    <a:pt x="4004" y="218"/>
                    <a:pt x="3904" y="251"/>
                    <a:pt x="3870" y="351"/>
                  </a:cubicBezTo>
                  <a:lnTo>
                    <a:pt x="3804" y="385"/>
                  </a:lnTo>
                  <a:cubicBezTo>
                    <a:pt x="3770" y="451"/>
                    <a:pt x="3704" y="518"/>
                    <a:pt x="3637" y="551"/>
                  </a:cubicBezTo>
                  <a:cubicBezTo>
                    <a:pt x="3499" y="662"/>
                    <a:pt x="3338" y="727"/>
                    <a:pt x="3173" y="727"/>
                  </a:cubicBezTo>
                  <a:cubicBezTo>
                    <a:pt x="3139" y="727"/>
                    <a:pt x="3104" y="724"/>
                    <a:pt x="3070" y="718"/>
                  </a:cubicBezTo>
                  <a:cubicBezTo>
                    <a:pt x="2970" y="718"/>
                    <a:pt x="2870" y="685"/>
                    <a:pt x="2803" y="651"/>
                  </a:cubicBezTo>
                  <a:cubicBezTo>
                    <a:pt x="2836" y="618"/>
                    <a:pt x="2836" y="551"/>
                    <a:pt x="2803" y="518"/>
                  </a:cubicBezTo>
                  <a:cubicBezTo>
                    <a:pt x="2770" y="485"/>
                    <a:pt x="2703" y="418"/>
                    <a:pt x="2670" y="418"/>
                  </a:cubicBezTo>
                  <a:cubicBezTo>
                    <a:pt x="2569" y="385"/>
                    <a:pt x="2469" y="318"/>
                    <a:pt x="2369" y="285"/>
                  </a:cubicBezTo>
                  <a:cubicBezTo>
                    <a:pt x="2169" y="184"/>
                    <a:pt x="1936" y="151"/>
                    <a:pt x="1802" y="51"/>
                  </a:cubicBezTo>
                  <a:cubicBezTo>
                    <a:pt x="1736" y="18"/>
                    <a:pt x="1661" y="1"/>
                    <a:pt x="15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14"/>
            <p:cNvSpPr/>
            <p:nvPr/>
          </p:nvSpPr>
          <p:spPr>
            <a:xfrm>
              <a:off x="4781525" y="3300532"/>
              <a:ext cx="161462" cy="104312"/>
            </a:xfrm>
            <a:custGeom>
              <a:avLst/>
              <a:gdLst/>
              <a:ahLst/>
              <a:cxnLst/>
              <a:rect l="l" t="t" r="r" b="b"/>
              <a:pathLst>
                <a:path w="4170" h="2694" extrusionOk="0">
                  <a:moveTo>
                    <a:pt x="1642" y="1"/>
                  </a:moveTo>
                  <a:cubicBezTo>
                    <a:pt x="1578" y="1"/>
                    <a:pt x="1509" y="17"/>
                    <a:pt x="1434" y="47"/>
                  </a:cubicBezTo>
                  <a:cubicBezTo>
                    <a:pt x="1368" y="81"/>
                    <a:pt x="1301" y="148"/>
                    <a:pt x="1268" y="214"/>
                  </a:cubicBezTo>
                  <a:cubicBezTo>
                    <a:pt x="1234" y="248"/>
                    <a:pt x="1201" y="281"/>
                    <a:pt x="1168" y="348"/>
                  </a:cubicBezTo>
                  <a:cubicBezTo>
                    <a:pt x="1101" y="348"/>
                    <a:pt x="1034" y="381"/>
                    <a:pt x="934" y="414"/>
                  </a:cubicBezTo>
                  <a:cubicBezTo>
                    <a:pt x="734" y="481"/>
                    <a:pt x="567" y="581"/>
                    <a:pt x="400" y="715"/>
                  </a:cubicBezTo>
                  <a:cubicBezTo>
                    <a:pt x="234" y="815"/>
                    <a:pt x="133" y="948"/>
                    <a:pt x="33" y="1115"/>
                  </a:cubicBezTo>
                  <a:cubicBezTo>
                    <a:pt x="0" y="1182"/>
                    <a:pt x="0" y="1248"/>
                    <a:pt x="0" y="1315"/>
                  </a:cubicBezTo>
                  <a:cubicBezTo>
                    <a:pt x="33" y="1415"/>
                    <a:pt x="67" y="1482"/>
                    <a:pt x="100" y="1549"/>
                  </a:cubicBezTo>
                  <a:cubicBezTo>
                    <a:pt x="200" y="1715"/>
                    <a:pt x="334" y="1849"/>
                    <a:pt x="500" y="1915"/>
                  </a:cubicBezTo>
                  <a:cubicBezTo>
                    <a:pt x="634" y="1982"/>
                    <a:pt x="801" y="2049"/>
                    <a:pt x="967" y="2049"/>
                  </a:cubicBezTo>
                  <a:cubicBezTo>
                    <a:pt x="1168" y="2082"/>
                    <a:pt x="1368" y="2082"/>
                    <a:pt x="1568" y="2082"/>
                  </a:cubicBezTo>
                  <a:cubicBezTo>
                    <a:pt x="1601" y="2149"/>
                    <a:pt x="1601" y="2182"/>
                    <a:pt x="1635" y="2216"/>
                  </a:cubicBezTo>
                  <a:cubicBezTo>
                    <a:pt x="1668" y="2316"/>
                    <a:pt x="1735" y="2416"/>
                    <a:pt x="1801" y="2483"/>
                  </a:cubicBezTo>
                  <a:cubicBezTo>
                    <a:pt x="1852" y="2559"/>
                    <a:pt x="1981" y="2694"/>
                    <a:pt x="2099" y="2694"/>
                  </a:cubicBezTo>
                  <a:cubicBezTo>
                    <a:pt x="2135" y="2694"/>
                    <a:pt x="2170" y="2681"/>
                    <a:pt x="2202" y="2649"/>
                  </a:cubicBezTo>
                  <a:cubicBezTo>
                    <a:pt x="2202" y="2549"/>
                    <a:pt x="2235" y="2449"/>
                    <a:pt x="2235" y="2382"/>
                  </a:cubicBezTo>
                  <a:cubicBezTo>
                    <a:pt x="2235" y="2316"/>
                    <a:pt x="2268" y="2249"/>
                    <a:pt x="2335" y="2216"/>
                  </a:cubicBezTo>
                  <a:cubicBezTo>
                    <a:pt x="2335" y="2216"/>
                    <a:pt x="2402" y="2182"/>
                    <a:pt x="2402" y="2149"/>
                  </a:cubicBezTo>
                  <a:cubicBezTo>
                    <a:pt x="2402" y="2116"/>
                    <a:pt x="2368" y="2049"/>
                    <a:pt x="2335" y="2049"/>
                  </a:cubicBezTo>
                  <a:cubicBezTo>
                    <a:pt x="2268" y="2016"/>
                    <a:pt x="2202" y="1982"/>
                    <a:pt x="2168" y="1982"/>
                  </a:cubicBezTo>
                  <a:cubicBezTo>
                    <a:pt x="2235" y="1949"/>
                    <a:pt x="2302" y="1949"/>
                    <a:pt x="2368" y="1915"/>
                  </a:cubicBezTo>
                  <a:cubicBezTo>
                    <a:pt x="2468" y="1882"/>
                    <a:pt x="2535" y="1849"/>
                    <a:pt x="2635" y="1815"/>
                  </a:cubicBezTo>
                  <a:cubicBezTo>
                    <a:pt x="2802" y="1682"/>
                    <a:pt x="3002" y="1582"/>
                    <a:pt x="3202" y="1515"/>
                  </a:cubicBezTo>
                  <a:cubicBezTo>
                    <a:pt x="3252" y="1507"/>
                    <a:pt x="3302" y="1503"/>
                    <a:pt x="3352" y="1503"/>
                  </a:cubicBezTo>
                  <a:cubicBezTo>
                    <a:pt x="3500" y="1503"/>
                    <a:pt x="3644" y="1540"/>
                    <a:pt x="3769" y="1615"/>
                  </a:cubicBezTo>
                  <a:cubicBezTo>
                    <a:pt x="3836" y="1682"/>
                    <a:pt x="3903" y="1749"/>
                    <a:pt x="3970" y="1815"/>
                  </a:cubicBezTo>
                  <a:cubicBezTo>
                    <a:pt x="3997" y="1842"/>
                    <a:pt x="4024" y="1891"/>
                    <a:pt x="4068" y="1891"/>
                  </a:cubicBezTo>
                  <a:cubicBezTo>
                    <a:pt x="4079" y="1891"/>
                    <a:pt x="4090" y="1888"/>
                    <a:pt x="4103" y="1882"/>
                  </a:cubicBezTo>
                  <a:cubicBezTo>
                    <a:pt x="4136" y="1882"/>
                    <a:pt x="4136" y="1782"/>
                    <a:pt x="4136" y="1749"/>
                  </a:cubicBezTo>
                  <a:cubicBezTo>
                    <a:pt x="4136" y="1649"/>
                    <a:pt x="4136" y="1549"/>
                    <a:pt x="4103" y="1448"/>
                  </a:cubicBezTo>
                  <a:cubicBezTo>
                    <a:pt x="4070" y="1382"/>
                    <a:pt x="4036" y="1315"/>
                    <a:pt x="3970" y="1248"/>
                  </a:cubicBezTo>
                  <a:cubicBezTo>
                    <a:pt x="3936" y="1215"/>
                    <a:pt x="3936" y="1115"/>
                    <a:pt x="3970" y="1082"/>
                  </a:cubicBezTo>
                  <a:cubicBezTo>
                    <a:pt x="4003" y="1048"/>
                    <a:pt x="4036" y="1015"/>
                    <a:pt x="4070" y="981"/>
                  </a:cubicBezTo>
                  <a:cubicBezTo>
                    <a:pt x="4136" y="781"/>
                    <a:pt x="4170" y="615"/>
                    <a:pt x="4136" y="414"/>
                  </a:cubicBezTo>
                  <a:cubicBezTo>
                    <a:pt x="4070" y="414"/>
                    <a:pt x="3970" y="448"/>
                    <a:pt x="3903" y="548"/>
                  </a:cubicBezTo>
                  <a:lnTo>
                    <a:pt x="3869" y="581"/>
                  </a:lnTo>
                  <a:cubicBezTo>
                    <a:pt x="3803" y="615"/>
                    <a:pt x="3736" y="681"/>
                    <a:pt x="3669" y="748"/>
                  </a:cubicBezTo>
                  <a:cubicBezTo>
                    <a:pt x="3544" y="823"/>
                    <a:pt x="3400" y="861"/>
                    <a:pt x="3252" y="861"/>
                  </a:cubicBezTo>
                  <a:cubicBezTo>
                    <a:pt x="3202" y="861"/>
                    <a:pt x="3152" y="856"/>
                    <a:pt x="3102" y="848"/>
                  </a:cubicBezTo>
                  <a:cubicBezTo>
                    <a:pt x="3002" y="815"/>
                    <a:pt x="2902" y="781"/>
                    <a:pt x="2835" y="748"/>
                  </a:cubicBezTo>
                  <a:cubicBezTo>
                    <a:pt x="2869" y="715"/>
                    <a:pt x="2869" y="648"/>
                    <a:pt x="2869" y="615"/>
                  </a:cubicBezTo>
                  <a:cubicBezTo>
                    <a:pt x="2835" y="581"/>
                    <a:pt x="2769" y="548"/>
                    <a:pt x="2702" y="514"/>
                  </a:cubicBezTo>
                  <a:cubicBezTo>
                    <a:pt x="2635" y="481"/>
                    <a:pt x="2535" y="381"/>
                    <a:pt x="2435" y="348"/>
                  </a:cubicBezTo>
                  <a:cubicBezTo>
                    <a:pt x="2235" y="248"/>
                    <a:pt x="2035" y="181"/>
                    <a:pt x="1868" y="81"/>
                  </a:cubicBezTo>
                  <a:cubicBezTo>
                    <a:pt x="1795" y="26"/>
                    <a:pt x="1721" y="1"/>
                    <a:pt x="16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14"/>
            <p:cNvSpPr/>
            <p:nvPr/>
          </p:nvSpPr>
          <p:spPr>
            <a:xfrm>
              <a:off x="5069095" y="4065658"/>
              <a:ext cx="162779" cy="104583"/>
            </a:xfrm>
            <a:custGeom>
              <a:avLst/>
              <a:gdLst/>
              <a:ahLst/>
              <a:cxnLst/>
              <a:rect l="l" t="t" r="r" b="b"/>
              <a:pathLst>
                <a:path w="4204" h="2701" extrusionOk="0">
                  <a:moveTo>
                    <a:pt x="1601" y="0"/>
                  </a:moveTo>
                  <a:cubicBezTo>
                    <a:pt x="1549" y="0"/>
                    <a:pt x="1494" y="11"/>
                    <a:pt x="1435" y="35"/>
                  </a:cubicBezTo>
                  <a:cubicBezTo>
                    <a:pt x="1368" y="102"/>
                    <a:pt x="1302" y="168"/>
                    <a:pt x="1268" y="235"/>
                  </a:cubicBezTo>
                  <a:cubicBezTo>
                    <a:pt x="1235" y="268"/>
                    <a:pt x="1202" y="302"/>
                    <a:pt x="1168" y="335"/>
                  </a:cubicBezTo>
                  <a:cubicBezTo>
                    <a:pt x="1101" y="368"/>
                    <a:pt x="1001" y="402"/>
                    <a:pt x="935" y="435"/>
                  </a:cubicBezTo>
                  <a:cubicBezTo>
                    <a:pt x="735" y="502"/>
                    <a:pt x="568" y="602"/>
                    <a:pt x="401" y="735"/>
                  </a:cubicBezTo>
                  <a:cubicBezTo>
                    <a:pt x="234" y="835"/>
                    <a:pt x="134" y="969"/>
                    <a:pt x="34" y="1136"/>
                  </a:cubicBezTo>
                  <a:cubicBezTo>
                    <a:pt x="1" y="1202"/>
                    <a:pt x="1" y="1269"/>
                    <a:pt x="1" y="1336"/>
                  </a:cubicBezTo>
                  <a:cubicBezTo>
                    <a:pt x="34" y="1402"/>
                    <a:pt x="67" y="1503"/>
                    <a:pt x="101" y="1569"/>
                  </a:cubicBezTo>
                  <a:cubicBezTo>
                    <a:pt x="201" y="1703"/>
                    <a:pt x="334" y="1836"/>
                    <a:pt x="501" y="1936"/>
                  </a:cubicBezTo>
                  <a:cubicBezTo>
                    <a:pt x="634" y="2003"/>
                    <a:pt x="801" y="2036"/>
                    <a:pt x="968" y="2070"/>
                  </a:cubicBezTo>
                  <a:cubicBezTo>
                    <a:pt x="1168" y="2070"/>
                    <a:pt x="1368" y="2103"/>
                    <a:pt x="1568" y="2103"/>
                  </a:cubicBezTo>
                  <a:cubicBezTo>
                    <a:pt x="1602" y="2136"/>
                    <a:pt x="1602" y="2203"/>
                    <a:pt x="1635" y="2236"/>
                  </a:cubicBezTo>
                  <a:cubicBezTo>
                    <a:pt x="1669" y="2336"/>
                    <a:pt x="1735" y="2403"/>
                    <a:pt x="1802" y="2503"/>
                  </a:cubicBezTo>
                  <a:cubicBezTo>
                    <a:pt x="1850" y="2576"/>
                    <a:pt x="1969" y="2701"/>
                    <a:pt x="2068" y="2701"/>
                  </a:cubicBezTo>
                  <a:cubicBezTo>
                    <a:pt x="2106" y="2701"/>
                    <a:pt x="2141" y="2683"/>
                    <a:pt x="2169" y="2637"/>
                  </a:cubicBezTo>
                  <a:cubicBezTo>
                    <a:pt x="2236" y="2570"/>
                    <a:pt x="2269" y="2503"/>
                    <a:pt x="2269" y="2437"/>
                  </a:cubicBezTo>
                  <a:cubicBezTo>
                    <a:pt x="2302" y="2370"/>
                    <a:pt x="2336" y="2303"/>
                    <a:pt x="2369" y="2270"/>
                  </a:cubicBezTo>
                  <a:cubicBezTo>
                    <a:pt x="2402" y="2270"/>
                    <a:pt x="2436" y="2236"/>
                    <a:pt x="2469" y="2203"/>
                  </a:cubicBezTo>
                  <a:cubicBezTo>
                    <a:pt x="2469" y="2170"/>
                    <a:pt x="2436" y="2103"/>
                    <a:pt x="2369" y="2103"/>
                  </a:cubicBezTo>
                  <a:cubicBezTo>
                    <a:pt x="2336" y="2070"/>
                    <a:pt x="2269" y="2070"/>
                    <a:pt x="2236" y="2036"/>
                  </a:cubicBezTo>
                  <a:cubicBezTo>
                    <a:pt x="2302" y="2003"/>
                    <a:pt x="2369" y="2003"/>
                    <a:pt x="2436" y="1970"/>
                  </a:cubicBezTo>
                  <a:cubicBezTo>
                    <a:pt x="2502" y="1936"/>
                    <a:pt x="2603" y="1903"/>
                    <a:pt x="2669" y="1869"/>
                  </a:cubicBezTo>
                  <a:cubicBezTo>
                    <a:pt x="2836" y="1736"/>
                    <a:pt x="3036" y="1636"/>
                    <a:pt x="3270" y="1569"/>
                  </a:cubicBezTo>
                  <a:cubicBezTo>
                    <a:pt x="3311" y="1561"/>
                    <a:pt x="3355" y="1557"/>
                    <a:pt x="3400" y="1557"/>
                  </a:cubicBezTo>
                  <a:cubicBezTo>
                    <a:pt x="3534" y="1557"/>
                    <a:pt x="3678" y="1594"/>
                    <a:pt x="3803" y="1669"/>
                  </a:cubicBezTo>
                  <a:cubicBezTo>
                    <a:pt x="3903" y="1736"/>
                    <a:pt x="3970" y="1803"/>
                    <a:pt x="4004" y="1869"/>
                  </a:cubicBezTo>
                  <a:cubicBezTo>
                    <a:pt x="4037" y="1903"/>
                    <a:pt x="4104" y="1970"/>
                    <a:pt x="4137" y="1970"/>
                  </a:cubicBezTo>
                  <a:cubicBezTo>
                    <a:pt x="4204" y="1936"/>
                    <a:pt x="4204" y="1836"/>
                    <a:pt x="4204" y="1803"/>
                  </a:cubicBezTo>
                  <a:cubicBezTo>
                    <a:pt x="4170" y="1703"/>
                    <a:pt x="4170" y="1569"/>
                    <a:pt x="4104" y="1469"/>
                  </a:cubicBezTo>
                  <a:cubicBezTo>
                    <a:pt x="4070" y="1402"/>
                    <a:pt x="4037" y="1336"/>
                    <a:pt x="4004" y="1269"/>
                  </a:cubicBezTo>
                  <a:cubicBezTo>
                    <a:pt x="3937" y="1236"/>
                    <a:pt x="3937" y="1136"/>
                    <a:pt x="4004" y="1102"/>
                  </a:cubicBezTo>
                  <a:lnTo>
                    <a:pt x="4070" y="1002"/>
                  </a:lnTo>
                  <a:cubicBezTo>
                    <a:pt x="4137" y="802"/>
                    <a:pt x="4170" y="602"/>
                    <a:pt x="4137" y="435"/>
                  </a:cubicBezTo>
                  <a:cubicBezTo>
                    <a:pt x="4070" y="435"/>
                    <a:pt x="3970" y="468"/>
                    <a:pt x="3903" y="535"/>
                  </a:cubicBezTo>
                  <a:lnTo>
                    <a:pt x="3870" y="602"/>
                  </a:lnTo>
                  <a:cubicBezTo>
                    <a:pt x="3803" y="635"/>
                    <a:pt x="3737" y="702"/>
                    <a:pt x="3670" y="735"/>
                  </a:cubicBezTo>
                  <a:cubicBezTo>
                    <a:pt x="3543" y="837"/>
                    <a:pt x="3396" y="881"/>
                    <a:pt x="3244" y="881"/>
                  </a:cubicBezTo>
                  <a:cubicBezTo>
                    <a:pt x="3197" y="881"/>
                    <a:pt x="3150" y="877"/>
                    <a:pt x="3103" y="869"/>
                  </a:cubicBezTo>
                  <a:cubicBezTo>
                    <a:pt x="3003" y="835"/>
                    <a:pt x="2903" y="802"/>
                    <a:pt x="2836" y="735"/>
                  </a:cubicBezTo>
                  <a:cubicBezTo>
                    <a:pt x="2869" y="735"/>
                    <a:pt x="2869" y="669"/>
                    <a:pt x="2869" y="635"/>
                  </a:cubicBezTo>
                  <a:cubicBezTo>
                    <a:pt x="2836" y="569"/>
                    <a:pt x="2769" y="535"/>
                    <a:pt x="2703" y="502"/>
                  </a:cubicBezTo>
                  <a:cubicBezTo>
                    <a:pt x="2669" y="502"/>
                    <a:pt x="2536" y="402"/>
                    <a:pt x="2436" y="368"/>
                  </a:cubicBezTo>
                  <a:cubicBezTo>
                    <a:pt x="2236" y="235"/>
                    <a:pt x="2035" y="202"/>
                    <a:pt x="1869" y="102"/>
                  </a:cubicBezTo>
                  <a:cubicBezTo>
                    <a:pt x="1783" y="37"/>
                    <a:pt x="1696" y="0"/>
                    <a:pt x="16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7" name="Google Shape;267;p14"/>
            <p:cNvSpPr/>
            <p:nvPr/>
          </p:nvSpPr>
          <p:spPr>
            <a:xfrm>
              <a:off x="4353725" y="4125912"/>
              <a:ext cx="162779" cy="104312"/>
            </a:xfrm>
            <a:custGeom>
              <a:avLst/>
              <a:gdLst/>
              <a:ahLst/>
              <a:cxnLst/>
              <a:rect l="l" t="t" r="r" b="b"/>
              <a:pathLst>
                <a:path w="4204" h="2694" extrusionOk="0">
                  <a:moveTo>
                    <a:pt x="1642" y="1"/>
                  </a:moveTo>
                  <a:cubicBezTo>
                    <a:pt x="1578" y="1"/>
                    <a:pt x="1509" y="17"/>
                    <a:pt x="1434" y="47"/>
                  </a:cubicBezTo>
                  <a:cubicBezTo>
                    <a:pt x="1368" y="81"/>
                    <a:pt x="1301" y="147"/>
                    <a:pt x="1268" y="214"/>
                  </a:cubicBezTo>
                  <a:cubicBezTo>
                    <a:pt x="1234" y="247"/>
                    <a:pt x="1201" y="281"/>
                    <a:pt x="1168" y="347"/>
                  </a:cubicBezTo>
                  <a:cubicBezTo>
                    <a:pt x="1101" y="347"/>
                    <a:pt x="1001" y="381"/>
                    <a:pt x="934" y="414"/>
                  </a:cubicBezTo>
                  <a:cubicBezTo>
                    <a:pt x="734" y="481"/>
                    <a:pt x="567" y="581"/>
                    <a:pt x="400" y="714"/>
                  </a:cubicBezTo>
                  <a:cubicBezTo>
                    <a:pt x="234" y="814"/>
                    <a:pt x="133" y="981"/>
                    <a:pt x="33" y="1148"/>
                  </a:cubicBezTo>
                  <a:cubicBezTo>
                    <a:pt x="0" y="1181"/>
                    <a:pt x="0" y="1248"/>
                    <a:pt x="0" y="1315"/>
                  </a:cubicBezTo>
                  <a:cubicBezTo>
                    <a:pt x="33" y="1415"/>
                    <a:pt x="67" y="1482"/>
                    <a:pt x="100" y="1548"/>
                  </a:cubicBezTo>
                  <a:cubicBezTo>
                    <a:pt x="200" y="1715"/>
                    <a:pt x="334" y="1849"/>
                    <a:pt x="500" y="1915"/>
                  </a:cubicBezTo>
                  <a:cubicBezTo>
                    <a:pt x="634" y="1982"/>
                    <a:pt x="801" y="2049"/>
                    <a:pt x="967" y="2049"/>
                  </a:cubicBezTo>
                  <a:cubicBezTo>
                    <a:pt x="1168" y="2082"/>
                    <a:pt x="1368" y="2082"/>
                    <a:pt x="1568" y="2082"/>
                  </a:cubicBezTo>
                  <a:cubicBezTo>
                    <a:pt x="1601" y="2149"/>
                    <a:pt x="1601" y="2182"/>
                    <a:pt x="1635" y="2215"/>
                  </a:cubicBezTo>
                  <a:cubicBezTo>
                    <a:pt x="1668" y="2316"/>
                    <a:pt x="1735" y="2416"/>
                    <a:pt x="1801" y="2482"/>
                  </a:cubicBezTo>
                  <a:cubicBezTo>
                    <a:pt x="1852" y="2559"/>
                    <a:pt x="1981" y="2694"/>
                    <a:pt x="2099" y="2694"/>
                  </a:cubicBezTo>
                  <a:cubicBezTo>
                    <a:pt x="2135" y="2694"/>
                    <a:pt x="2170" y="2681"/>
                    <a:pt x="2202" y="2649"/>
                  </a:cubicBezTo>
                  <a:cubicBezTo>
                    <a:pt x="2235" y="2582"/>
                    <a:pt x="2268" y="2482"/>
                    <a:pt x="2268" y="2416"/>
                  </a:cubicBezTo>
                  <a:cubicBezTo>
                    <a:pt x="2302" y="2349"/>
                    <a:pt x="2335" y="2282"/>
                    <a:pt x="2402" y="2249"/>
                  </a:cubicBezTo>
                  <a:cubicBezTo>
                    <a:pt x="2402" y="2249"/>
                    <a:pt x="2468" y="2215"/>
                    <a:pt x="2468" y="2182"/>
                  </a:cubicBezTo>
                  <a:cubicBezTo>
                    <a:pt x="2468" y="2149"/>
                    <a:pt x="2435" y="2115"/>
                    <a:pt x="2402" y="2082"/>
                  </a:cubicBezTo>
                  <a:cubicBezTo>
                    <a:pt x="2335" y="2082"/>
                    <a:pt x="2268" y="2049"/>
                    <a:pt x="2235" y="2015"/>
                  </a:cubicBezTo>
                  <a:cubicBezTo>
                    <a:pt x="2302" y="2015"/>
                    <a:pt x="2368" y="1982"/>
                    <a:pt x="2435" y="1982"/>
                  </a:cubicBezTo>
                  <a:cubicBezTo>
                    <a:pt x="2535" y="1949"/>
                    <a:pt x="2602" y="1915"/>
                    <a:pt x="2669" y="1849"/>
                  </a:cubicBezTo>
                  <a:cubicBezTo>
                    <a:pt x="2869" y="1715"/>
                    <a:pt x="3069" y="1648"/>
                    <a:pt x="3269" y="1582"/>
                  </a:cubicBezTo>
                  <a:cubicBezTo>
                    <a:pt x="3319" y="1573"/>
                    <a:pt x="3369" y="1569"/>
                    <a:pt x="3419" y="1569"/>
                  </a:cubicBezTo>
                  <a:cubicBezTo>
                    <a:pt x="3567" y="1569"/>
                    <a:pt x="3711" y="1607"/>
                    <a:pt x="3836" y="1682"/>
                  </a:cubicBezTo>
                  <a:cubicBezTo>
                    <a:pt x="3903" y="1715"/>
                    <a:pt x="3970" y="1782"/>
                    <a:pt x="4036" y="1882"/>
                  </a:cubicBezTo>
                  <a:cubicBezTo>
                    <a:pt x="4063" y="1909"/>
                    <a:pt x="4090" y="1958"/>
                    <a:pt x="4135" y="1958"/>
                  </a:cubicBezTo>
                  <a:cubicBezTo>
                    <a:pt x="4145" y="1958"/>
                    <a:pt x="4157" y="1955"/>
                    <a:pt x="4170" y="1949"/>
                  </a:cubicBezTo>
                  <a:cubicBezTo>
                    <a:pt x="4203" y="1915"/>
                    <a:pt x="4203" y="1815"/>
                    <a:pt x="4203" y="1782"/>
                  </a:cubicBezTo>
                  <a:cubicBezTo>
                    <a:pt x="4203" y="1682"/>
                    <a:pt x="4170" y="1548"/>
                    <a:pt x="4103" y="1482"/>
                  </a:cubicBezTo>
                  <a:cubicBezTo>
                    <a:pt x="4070" y="1382"/>
                    <a:pt x="4036" y="1315"/>
                    <a:pt x="3970" y="1248"/>
                  </a:cubicBezTo>
                  <a:cubicBezTo>
                    <a:pt x="3936" y="1215"/>
                    <a:pt x="3936" y="1115"/>
                    <a:pt x="3970" y="1081"/>
                  </a:cubicBezTo>
                  <a:cubicBezTo>
                    <a:pt x="4003" y="1048"/>
                    <a:pt x="4036" y="1015"/>
                    <a:pt x="4070" y="981"/>
                  </a:cubicBezTo>
                  <a:cubicBezTo>
                    <a:pt x="4136" y="781"/>
                    <a:pt x="4170" y="614"/>
                    <a:pt x="4136" y="414"/>
                  </a:cubicBezTo>
                  <a:cubicBezTo>
                    <a:pt x="4070" y="414"/>
                    <a:pt x="3970" y="448"/>
                    <a:pt x="3903" y="548"/>
                  </a:cubicBezTo>
                  <a:lnTo>
                    <a:pt x="3869" y="581"/>
                  </a:lnTo>
                  <a:cubicBezTo>
                    <a:pt x="3803" y="648"/>
                    <a:pt x="3736" y="681"/>
                    <a:pt x="3669" y="748"/>
                  </a:cubicBezTo>
                  <a:cubicBezTo>
                    <a:pt x="3544" y="823"/>
                    <a:pt x="3400" y="860"/>
                    <a:pt x="3252" y="860"/>
                  </a:cubicBezTo>
                  <a:cubicBezTo>
                    <a:pt x="3202" y="860"/>
                    <a:pt x="3152" y="856"/>
                    <a:pt x="3102" y="848"/>
                  </a:cubicBezTo>
                  <a:cubicBezTo>
                    <a:pt x="3002" y="814"/>
                    <a:pt x="2902" y="781"/>
                    <a:pt x="2835" y="748"/>
                  </a:cubicBezTo>
                  <a:cubicBezTo>
                    <a:pt x="2869" y="714"/>
                    <a:pt x="2869" y="681"/>
                    <a:pt x="2869" y="614"/>
                  </a:cubicBezTo>
                  <a:cubicBezTo>
                    <a:pt x="2835" y="581"/>
                    <a:pt x="2769" y="548"/>
                    <a:pt x="2702" y="514"/>
                  </a:cubicBezTo>
                  <a:cubicBezTo>
                    <a:pt x="2635" y="481"/>
                    <a:pt x="2535" y="381"/>
                    <a:pt x="2435" y="347"/>
                  </a:cubicBezTo>
                  <a:cubicBezTo>
                    <a:pt x="2235" y="247"/>
                    <a:pt x="2035" y="181"/>
                    <a:pt x="1868" y="81"/>
                  </a:cubicBezTo>
                  <a:cubicBezTo>
                    <a:pt x="1795" y="26"/>
                    <a:pt x="1721" y="1"/>
                    <a:pt x="16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8" name="Google Shape;268;p14"/>
            <p:cNvSpPr/>
            <p:nvPr/>
          </p:nvSpPr>
          <p:spPr>
            <a:xfrm>
              <a:off x="5623658" y="3195952"/>
              <a:ext cx="164057" cy="104583"/>
            </a:xfrm>
            <a:custGeom>
              <a:avLst/>
              <a:gdLst/>
              <a:ahLst/>
              <a:cxnLst/>
              <a:rect l="l" t="t" r="r" b="b"/>
              <a:pathLst>
                <a:path w="4237" h="2701" extrusionOk="0">
                  <a:moveTo>
                    <a:pt x="1618" y="0"/>
                  </a:moveTo>
                  <a:cubicBezTo>
                    <a:pt x="1567" y="0"/>
                    <a:pt x="1516" y="11"/>
                    <a:pt x="1468" y="35"/>
                  </a:cubicBezTo>
                  <a:cubicBezTo>
                    <a:pt x="1402" y="102"/>
                    <a:pt x="1335" y="168"/>
                    <a:pt x="1268" y="235"/>
                  </a:cubicBezTo>
                  <a:cubicBezTo>
                    <a:pt x="1235" y="268"/>
                    <a:pt x="1235" y="302"/>
                    <a:pt x="1201" y="335"/>
                  </a:cubicBezTo>
                  <a:cubicBezTo>
                    <a:pt x="1101" y="368"/>
                    <a:pt x="1035" y="402"/>
                    <a:pt x="968" y="402"/>
                  </a:cubicBezTo>
                  <a:cubicBezTo>
                    <a:pt x="768" y="502"/>
                    <a:pt x="601" y="602"/>
                    <a:pt x="434" y="735"/>
                  </a:cubicBezTo>
                  <a:cubicBezTo>
                    <a:pt x="267" y="835"/>
                    <a:pt x="134" y="969"/>
                    <a:pt x="67" y="1136"/>
                  </a:cubicBezTo>
                  <a:cubicBezTo>
                    <a:pt x="1" y="1202"/>
                    <a:pt x="1" y="1269"/>
                    <a:pt x="1" y="1336"/>
                  </a:cubicBezTo>
                  <a:cubicBezTo>
                    <a:pt x="34" y="1402"/>
                    <a:pt x="67" y="1503"/>
                    <a:pt x="134" y="1569"/>
                  </a:cubicBezTo>
                  <a:cubicBezTo>
                    <a:pt x="234" y="1736"/>
                    <a:pt x="367" y="1836"/>
                    <a:pt x="501" y="1936"/>
                  </a:cubicBezTo>
                  <a:cubicBezTo>
                    <a:pt x="668" y="2003"/>
                    <a:pt x="834" y="2036"/>
                    <a:pt x="968" y="2070"/>
                  </a:cubicBezTo>
                  <a:cubicBezTo>
                    <a:pt x="1168" y="2103"/>
                    <a:pt x="1368" y="2103"/>
                    <a:pt x="1602" y="2103"/>
                  </a:cubicBezTo>
                  <a:cubicBezTo>
                    <a:pt x="1602" y="2136"/>
                    <a:pt x="1635" y="2203"/>
                    <a:pt x="1668" y="2236"/>
                  </a:cubicBezTo>
                  <a:cubicBezTo>
                    <a:pt x="1702" y="2336"/>
                    <a:pt x="1735" y="2403"/>
                    <a:pt x="1802" y="2503"/>
                  </a:cubicBezTo>
                  <a:cubicBezTo>
                    <a:pt x="1874" y="2576"/>
                    <a:pt x="1982" y="2701"/>
                    <a:pt x="2086" y="2701"/>
                  </a:cubicBezTo>
                  <a:cubicBezTo>
                    <a:pt x="2126" y="2701"/>
                    <a:pt x="2165" y="2683"/>
                    <a:pt x="2202" y="2637"/>
                  </a:cubicBezTo>
                  <a:cubicBezTo>
                    <a:pt x="2235" y="2570"/>
                    <a:pt x="2269" y="2503"/>
                    <a:pt x="2302" y="2437"/>
                  </a:cubicBezTo>
                  <a:cubicBezTo>
                    <a:pt x="2302" y="2370"/>
                    <a:pt x="2336" y="2303"/>
                    <a:pt x="2402" y="2270"/>
                  </a:cubicBezTo>
                  <a:cubicBezTo>
                    <a:pt x="2436" y="2270"/>
                    <a:pt x="2469" y="2236"/>
                    <a:pt x="2469" y="2203"/>
                  </a:cubicBezTo>
                  <a:cubicBezTo>
                    <a:pt x="2502" y="2170"/>
                    <a:pt x="2436" y="2103"/>
                    <a:pt x="2402" y="2103"/>
                  </a:cubicBezTo>
                  <a:cubicBezTo>
                    <a:pt x="2336" y="2070"/>
                    <a:pt x="2302" y="2070"/>
                    <a:pt x="2235" y="2036"/>
                  </a:cubicBezTo>
                  <a:cubicBezTo>
                    <a:pt x="2302" y="2036"/>
                    <a:pt x="2402" y="2003"/>
                    <a:pt x="2469" y="1970"/>
                  </a:cubicBezTo>
                  <a:cubicBezTo>
                    <a:pt x="2536" y="1970"/>
                    <a:pt x="2636" y="1903"/>
                    <a:pt x="2702" y="1869"/>
                  </a:cubicBezTo>
                  <a:cubicBezTo>
                    <a:pt x="2869" y="1736"/>
                    <a:pt x="3069" y="1636"/>
                    <a:pt x="3270" y="1603"/>
                  </a:cubicBezTo>
                  <a:cubicBezTo>
                    <a:pt x="3340" y="1579"/>
                    <a:pt x="3411" y="1568"/>
                    <a:pt x="3481" y="1568"/>
                  </a:cubicBezTo>
                  <a:cubicBezTo>
                    <a:pt x="3607" y="1568"/>
                    <a:pt x="3729" y="1605"/>
                    <a:pt x="3837" y="1669"/>
                  </a:cubicBezTo>
                  <a:cubicBezTo>
                    <a:pt x="3903" y="1736"/>
                    <a:pt x="3970" y="1803"/>
                    <a:pt x="4037" y="1869"/>
                  </a:cubicBezTo>
                  <a:cubicBezTo>
                    <a:pt x="4070" y="1903"/>
                    <a:pt x="4137" y="1970"/>
                    <a:pt x="4170" y="1970"/>
                  </a:cubicBezTo>
                  <a:cubicBezTo>
                    <a:pt x="4237" y="1936"/>
                    <a:pt x="4204" y="1836"/>
                    <a:pt x="4204" y="1803"/>
                  </a:cubicBezTo>
                  <a:cubicBezTo>
                    <a:pt x="4204" y="1669"/>
                    <a:pt x="4170" y="1569"/>
                    <a:pt x="4137" y="1469"/>
                  </a:cubicBezTo>
                  <a:cubicBezTo>
                    <a:pt x="4103" y="1402"/>
                    <a:pt x="4037" y="1336"/>
                    <a:pt x="4003" y="1269"/>
                  </a:cubicBezTo>
                  <a:cubicBezTo>
                    <a:pt x="3937" y="1202"/>
                    <a:pt x="3937" y="1136"/>
                    <a:pt x="4003" y="1102"/>
                  </a:cubicBezTo>
                  <a:cubicBezTo>
                    <a:pt x="4037" y="1036"/>
                    <a:pt x="4070" y="1002"/>
                    <a:pt x="4070" y="969"/>
                  </a:cubicBezTo>
                  <a:cubicBezTo>
                    <a:pt x="4137" y="802"/>
                    <a:pt x="4170" y="602"/>
                    <a:pt x="4170" y="435"/>
                  </a:cubicBezTo>
                  <a:cubicBezTo>
                    <a:pt x="4070" y="435"/>
                    <a:pt x="4003" y="468"/>
                    <a:pt x="3937" y="535"/>
                  </a:cubicBezTo>
                  <a:lnTo>
                    <a:pt x="3870" y="602"/>
                  </a:lnTo>
                  <a:cubicBezTo>
                    <a:pt x="3803" y="635"/>
                    <a:pt x="3770" y="702"/>
                    <a:pt x="3703" y="735"/>
                  </a:cubicBezTo>
                  <a:cubicBezTo>
                    <a:pt x="3539" y="818"/>
                    <a:pt x="3374" y="877"/>
                    <a:pt x="3209" y="877"/>
                  </a:cubicBezTo>
                  <a:cubicBezTo>
                    <a:pt x="3174" y="877"/>
                    <a:pt x="3138" y="875"/>
                    <a:pt x="3103" y="869"/>
                  </a:cubicBezTo>
                  <a:cubicBezTo>
                    <a:pt x="3003" y="835"/>
                    <a:pt x="2936" y="802"/>
                    <a:pt x="2836" y="735"/>
                  </a:cubicBezTo>
                  <a:cubicBezTo>
                    <a:pt x="2869" y="735"/>
                    <a:pt x="2903" y="669"/>
                    <a:pt x="2869" y="635"/>
                  </a:cubicBezTo>
                  <a:cubicBezTo>
                    <a:pt x="2836" y="569"/>
                    <a:pt x="2769" y="535"/>
                    <a:pt x="2702" y="502"/>
                  </a:cubicBezTo>
                  <a:cubicBezTo>
                    <a:pt x="2636" y="468"/>
                    <a:pt x="2536" y="402"/>
                    <a:pt x="2436" y="335"/>
                  </a:cubicBezTo>
                  <a:cubicBezTo>
                    <a:pt x="2269" y="235"/>
                    <a:pt x="2069" y="202"/>
                    <a:pt x="1869" y="102"/>
                  </a:cubicBezTo>
                  <a:cubicBezTo>
                    <a:pt x="1804" y="37"/>
                    <a:pt x="1712" y="0"/>
                    <a:pt x="16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9" name="Google Shape;269;p14"/>
            <p:cNvSpPr/>
            <p:nvPr/>
          </p:nvSpPr>
          <p:spPr>
            <a:xfrm>
              <a:off x="8185080" y="3961698"/>
              <a:ext cx="162779" cy="104621"/>
            </a:xfrm>
            <a:custGeom>
              <a:avLst/>
              <a:gdLst/>
              <a:ahLst/>
              <a:cxnLst/>
              <a:rect l="l" t="t" r="r" b="b"/>
              <a:pathLst>
                <a:path w="4204" h="2702" extrusionOk="0">
                  <a:moveTo>
                    <a:pt x="1601" y="1"/>
                  </a:moveTo>
                  <a:cubicBezTo>
                    <a:pt x="1549" y="1"/>
                    <a:pt x="1494" y="12"/>
                    <a:pt x="1435" y="35"/>
                  </a:cubicBezTo>
                  <a:cubicBezTo>
                    <a:pt x="1368" y="102"/>
                    <a:pt x="1302" y="136"/>
                    <a:pt x="1268" y="236"/>
                  </a:cubicBezTo>
                  <a:cubicBezTo>
                    <a:pt x="1235" y="269"/>
                    <a:pt x="1202" y="302"/>
                    <a:pt x="1168" y="336"/>
                  </a:cubicBezTo>
                  <a:cubicBezTo>
                    <a:pt x="1101" y="369"/>
                    <a:pt x="1001" y="369"/>
                    <a:pt x="935" y="402"/>
                  </a:cubicBezTo>
                  <a:cubicBezTo>
                    <a:pt x="735" y="502"/>
                    <a:pt x="568" y="603"/>
                    <a:pt x="401" y="736"/>
                  </a:cubicBezTo>
                  <a:cubicBezTo>
                    <a:pt x="234" y="836"/>
                    <a:pt x="134" y="969"/>
                    <a:pt x="34" y="1136"/>
                  </a:cubicBezTo>
                  <a:cubicBezTo>
                    <a:pt x="1" y="1203"/>
                    <a:pt x="1" y="1270"/>
                    <a:pt x="1" y="1336"/>
                  </a:cubicBezTo>
                  <a:cubicBezTo>
                    <a:pt x="34" y="1403"/>
                    <a:pt x="67" y="1503"/>
                    <a:pt x="101" y="1570"/>
                  </a:cubicBezTo>
                  <a:cubicBezTo>
                    <a:pt x="201" y="1703"/>
                    <a:pt x="334" y="1837"/>
                    <a:pt x="501" y="1937"/>
                  </a:cubicBezTo>
                  <a:cubicBezTo>
                    <a:pt x="634" y="2004"/>
                    <a:pt x="801" y="2037"/>
                    <a:pt x="968" y="2070"/>
                  </a:cubicBezTo>
                  <a:cubicBezTo>
                    <a:pt x="1168" y="2070"/>
                    <a:pt x="1368" y="2104"/>
                    <a:pt x="1568" y="2104"/>
                  </a:cubicBezTo>
                  <a:cubicBezTo>
                    <a:pt x="1602" y="2137"/>
                    <a:pt x="1602" y="2170"/>
                    <a:pt x="1635" y="2237"/>
                  </a:cubicBezTo>
                  <a:cubicBezTo>
                    <a:pt x="1669" y="2337"/>
                    <a:pt x="1735" y="2404"/>
                    <a:pt x="1802" y="2504"/>
                  </a:cubicBezTo>
                  <a:cubicBezTo>
                    <a:pt x="1850" y="2576"/>
                    <a:pt x="1969" y="2701"/>
                    <a:pt x="2068" y="2701"/>
                  </a:cubicBezTo>
                  <a:cubicBezTo>
                    <a:pt x="2106" y="2701"/>
                    <a:pt x="2141" y="2683"/>
                    <a:pt x="2169" y="2637"/>
                  </a:cubicBezTo>
                  <a:cubicBezTo>
                    <a:pt x="2236" y="2571"/>
                    <a:pt x="2269" y="2504"/>
                    <a:pt x="2269" y="2437"/>
                  </a:cubicBezTo>
                  <a:cubicBezTo>
                    <a:pt x="2302" y="2370"/>
                    <a:pt x="2336" y="2304"/>
                    <a:pt x="2369" y="2270"/>
                  </a:cubicBezTo>
                  <a:cubicBezTo>
                    <a:pt x="2402" y="2270"/>
                    <a:pt x="2436" y="2237"/>
                    <a:pt x="2469" y="2204"/>
                  </a:cubicBezTo>
                  <a:cubicBezTo>
                    <a:pt x="2469" y="2170"/>
                    <a:pt x="2436" y="2104"/>
                    <a:pt x="2369" y="2104"/>
                  </a:cubicBezTo>
                  <a:cubicBezTo>
                    <a:pt x="2336" y="2070"/>
                    <a:pt x="2269" y="2037"/>
                    <a:pt x="2236" y="2037"/>
                  </a:cubicBezTo>
                  <a:cubicBezTo>
                    <a:pt x="2302" y="2004"/>
                    <a:pt x="2369" y="2004"/>
                    <a:pt x="2436" y="1970"/>
                  </a:cubicBezTo>
                  <a:cubicBezTo>
                    <a:pt x="2502" y="1937"/>
                    <a:pt x="2603" y="1903"/>
                    <a:pt x="2669" y="1870"/>
                  </a:cubicBezTo>
                  <a:cubicBezTo>
                    <a:pt x="2836" y="1737"/>
                    <a:pt x="3036" y="1637"/>
                    <a:pt x="3270" y="1570"/>
                  </a:cubicBezTo>
                  <a:cubicBezTo>
                    <a:pt x="3311" y="1562"/>
                    <a:pt x="3355" y="1557"/>
                    <a:pt x="3400" y="1557"/>
                  </a:cubicBezTo>
                  <a:cubicBezTo>
                    <a:pt x="3534" y="1557"/>
                    <a:pt x="3678" y="1595"/>
                    <a:pt x="3803" y="1670"/>
                  </a:cubicBezTo>
                  <a:cubicBezTo>
                    <a:pt x="3903" y="1737"/>
                    <a:pt x="3970" y="1803"/>
                    <a:pt x="4037" y="1870"/>
                  </a:cubicBezTo>
                  <a:cubicBezTo>
                    <a:pt x="4037" y="1903"/>
                    <a:pt x="4104" y="1970"/>
                    <a:pt x="4137" y="1970"/>
                  </a:cubicBezTo>
                  <a:cubicBezTo>
                    <a:pt x="4204" y="1937"/>
                    <a:pt x="4204" y="1837"/>
                    <a:pt x="4204" y="1803"/>
                  </a:cubicBezTo>
                  <a:cubicBezTo>
                    <a:pt x="4170" y="1670"/>
                    <a:pt x="4137" y="1570"/>
                    <a:pt x="4104" y="1470"/>
                  </a:cubicBezTo>
                  <a:cubicBezTo>
                    <a:pt x="4070" y="1403"/>
                    <a:pt x="4037" y="1336"/>
                    <a:pt x="3970" y="1270"/>
                  </a:cubicBezTo>
                  <a:cubicBezTo>
                    <a:pt x="3937" y="1203"/>
                    <a:pt x="3937" y="1170"/>
                    <a:pt x="3970" y="1103"/>
                  </a:cubicBezTo>
                  <a:cubicBezTo>
                    <a:pt x="4004" y="1070"/>
                    <a:pt x="4037" y="1036"/>
                    <a:pt x="4070" y="969"/>
                  </a:cubicBezTo>
                  <a:cubicBezTo>
                    <a:pt x="4137" y="803"/>
                    <a:pt x="4170" y="603"/>
                    <a:pt x="4137" y="436"/>
                  </a:cubicBezTo>
                  <a:cubicBezTo>
                    <a:pt x="4070" y="436"/>
                    <a:pt x="3970" y="469"/>
                    <a:pt x="3903" y="536"/>
                  </a:cubicBezTo>
                  <a:lnTo>
                    <a:pt x="3870" y="603"/>
                  </a:lnTo>
                  <a:cubicBezTo>
                    <a:pt x="3803" y="636"/>
                    <a:pt x="3737" y="703"/>
                    <a:pt x="3670" y="736"/>
                  </a:cubicBezTo>
                  <a:cubicBezTo>
                    <a:pt x="3543" y="838"/>
                    <a:pt x="3396" y="881"/>
                    <a:pt x="3244" y="881"/>
                  </a:cubicBezTo>
                  <a:cubicBezTo>
                    <a:pt x="3197" y="881"/>
                    <a:pt x="3150" y="877"/>
                    <a:pt x="3103" y="869"/>
                  </a:cubicBezTo>
                  <a:cubicBezTo>
                    <a:pt x="3003" y="836"/>
                    <a:pt x="2903" y="803"/>
                    <a:pt x="2836" y="736"/>
                  </a:cubicBezTo>
                  <a:cubicBezTo>
                    <a:pt x="2869" y="703"/>
                    <a:pt x="2869" y="669"/>
                    <a:pt x="2869" y="636"/>
                  </a:cubicBezTo>
                  <a:cubicBezTo>
                    <a:pt x="2836" y="569"/>
                    <a:pt x="2769" y="536"/>
                    <a:pt x="2703" y="502"/>
                  </a:cubicBezTo>
                  <a:cubicBezTo>
                    <a:pt x="2636" y="469"/>
                    <a:pt x="2536" y="402"/>
                    <a:pt x="2436" y="336"/>
                  </a:cubicBezTo>
                  <a:cubicBezTo>
                    <a:pt x="2236" y="236"/>
                    <a:pt x="2035" y="202"/>
                    <a:pt x="1869" y="102"/>
                  </a:cubicBezTo>
                  <a:cubicBezTo>
                    <a:pt x="1783" y="38"/>
                    <a:pt x="1696" y="1"/>
                    <a:pt x="16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0" name="Google Shape;270;p14"/>
            <p:cNvSpPr/>
            <p:nvPr/>
          </p:nvSpPr>
          <p:spPr>
            <a:xfrm>
              <a:off x="6063797" y="4126895"/>
              <a:ext cx="164057" cy="102337"/>
            </a:xfrm>
            <a:custGeom>
              <a:avLst/>
              <a:gdLst/>
              <a:ahLst/>
              <a:cxnLst/>
              <a:rect l="l" t="t" r="r" b="b"/>
              <a:pathLst>
                <a:path w="4237" h="2643" extrusionOk="0">
                  <a:moveTo>
                    <a:pt x="1554" y="0"/>
                  </a:moveTo>
                  <a:cubicBezTo>
                    <a:pt x="1503" y="0"/>
                    <a:pt x="1452" y="11"/>
                    <a:pt x="1401" y="37"/>
                  </a:cubicBezTo>
                  <a:cubicBezTo>
                    <a:pt x="1301" y="103"/>
                    <a:pt x="1268" y="170"/>
                    <a:pt x="1201" y="237"/>
                  </a:cubicBezTo>
                  <a:cubicBezTo>
                    <a:pt x="1168" y="270"/>
                    <a:pt x="1168" y="337"/>
                    <a:pt x="1134" y="370"/>
                  </a:cubicBezTo>
                  <a:cubicBezTo>
                    <a:pt x="1068" y="404"/>
                    <a:pt x="968" y="404"/>
                    <a:pt x="901" y="470"/>
                  </a:cubicBezTo>
                  <a:cubicBezTo>
                    <a:pt x="701" y="537"/>
                    <a:pt x="534" y="670"/>
                    <a:pt x="367" y="804"/>
                  </a:cubicBezTo>
                  <a:cubicBezTo>
                    <a:pt x="234" y="904"/>
                    <a:pt x="100" y="1037"/>
                    <a:pt x="34" y="1204"/>
                  </a:cubicBezTo>
                  <a:cubicBezTo>
                    <a:pt x="0" y="1271"/>
                    <a:pt x="0" y="1338"/>
                    <a:pt x="0" y="1404"/>
                  </a:cubicBezTo>
                  <a:cubicBezTo>
                    <a:pt x="34" y="1471"/>
                    <a:pt x="100" y="1571"/>
                    <a:pt x="134" y="1638"/>
                  </a:cubicBezTo>
                  <a:cubicBezTo>
                    <a:pt x="234" y="1771"/>
                    <a:pt x="401" y="1905"/>
                    <a:pt x="567" y="1971"/>
                  </a:cubicBezTo>
                  <a:cubicBezTo>
                    <a:pt x="701" y="2038"/>
                    <a:pt x="868" y="2071"/>
                    <a:pt x="1034" y="2071"/>
                  </a:cubicBezTo>
                  <a:lnTo>
                    <a:pt x="1635" y="2071"/>
                  </a:lnTo>
                  <a:cubicBezTo>
                    <a:pt x="1668" y="2105"/>
                    <a:pt x="1668" y="2172"/>
                    <a:pt x="1702" y="2205"/>
                  </a:cubicBezTo>
                  <a:cubicBezTo>
                    <a:pt x="1768" y="2305"/>
                    <a:pt x="1802" y="2372"/>
                    <a:pt x="1868" y="2472"/>
                  </a:cubicBezTo>
                  <a:cubicBezTo>
                    <a:pt x="1938" y="2541"/>
                    <a:pt x="2055" y="2643"/>
                    <a:pt x="2154" y="2643"/>
                  </a:cubicBezTo>
                  <a:cubicBezTo>
                    <a:pt x="2198" y="2643"/>
                    <a:pt x="2238" y="2623"/>
                    <a:pt x="2269" y="2572"/>
                  </a:cubicBezTo>
                  <a:cubicBezTo>
                    <a:pt x="2335" y="2505"/>
                    <a:pt x="2335" y="2438"/>
                    <a:pt x="2369" y="2372"/>
                  </a:cubicBezTo>
                  <a:cubicBezTo>
                    <a:pt x="2369" y="2305"/>
                    <a:pt x="2402" y="2238"/>
                    <a:pt x="2469" y="2205"/>
                  </a:cubicBezTo>
                  <a:cubicBezTo>
                    <a:pt x="2502" y="2172"/>
                    <a:pt x="2502" y="2138"/>
                    <a:pt x="2535" y="2105"/>
                  </a:cubicBezTo>
                  <a:cubicBezTo>
                    <a:pt x="2569" y="2071"/>
                    <a:pt x="2502" y="2038"/>
                    <a:pt x="2435" y="2005"/>
                  </a:cubicBezTo>
                  <a:cubicBezTo>
                    <a:pt x="2402" y="2005"/>
                    <a:pt x="2335" y="1971"/>
                    <a:pt x="2302" y="1971"/>
                  </a:cubicBezTo>
                  <a:cubicBezTo>
                    <a:pt x="2369" y="1938"/>
                    <a:pt x="2435" y="1938"/>
                    <a:pt x="2502" y="1905"/>
                  </a:cubicBezTo>
                  <a:cubicBezTo>
                    <a:pt x="2569" y="1871"/>
                    <a:pt x="2669" y="1838"/>
                    <a:pt x="2736" y="1771"/>
                  </a:cubicBezTo>
                  <a:cubicBezTo>
                    <a:pt x="2902" y="1638"/>
                    <a:pt x="3103" y="1538"/>
                    <a:pt x="3303" y="1471"/>
                  </a:cubicBezTo>
                  <a:cubicBezTo>
                    <a:pt x="3362" y="1447"/>
                    <a:pt x="3425" y="1436"/>
                    <a:pt x="3491" y="1436"/>
                  </a:cubicBezTo>
                  <a:cubicBezTo>
                    <a:pt x="3611" y="1436"/>
                    <a:pt x="3741" y="1473"/>
                    <a:pt x="3870" y="1538"/>
                  </a:cubicBezTo>
                  <a:cubicBezTo>
                    <a:pt x="3936" y="1571"/>
                    <a:pt x="4003" y="1638"/>
                    <a:pt x="4070" y="1705"/>
                  </a:cubicBezTo>
                  <a:cubicBezTo>
                    <a:pt x="4097" y="1732"/>
                    <a:pt x="4146" y="1780"/>
                    <a:pt x="4181" y="1780"/>
                  </a:cubicBezTo>
                  <a:cubicBezTo>
                    <a:pt x="4189" y="1780"/>
                    <a:pt x="4197" y="1778"/>
                    <a:pt x="4203" y="1771"/>
                  </a:cubicBezTo>
                  <a:cubicBezTo>
                    <a:pt x="4237" y="1771"/>
                    <a:pt x="4237" y="1671"/>
                    <a:pt x="4237" y="1604"/>
                  </a:cubicBezTo>
                  <a:cubicBezTo>
                    <a:pt x="4237" y="1504"/>
                    <a:pt x="4170" y="1404"/>
                    <a:pt x="4137" y="1338"/>
                  </a:cubicBezTo>
                  <a:cubicBezTo>
                    <a:pt x="4103" y="1238"/>
                    <a:pt x="4037" y="1171"/>
                    <a:pt x="4003" y="1137"/>
                  </a:cubicBezTo>
                  <a:cubicBezTo>
                    <a:pt x="3936" y="1071"/>
                    <a:pt x="3936" y="1004"/>
                    <a:pt x="3970" y="937"/>
                  </a:cubicBezTo>
                  <a:cubicBezTo>
                    <a:pt x="4003" y="904"/>
                    <a:pt x="4037" y="871"/>
                    <a:pt x="4037" y="837"/>
                  </a:cubicBezTo>
                  <a:cubicBezTo>
                    <a:pt x="4103" y="637"/>
                    <a:pt x="4137" y="470"/>
                    <a:pt x="4103" y="270"/>
                  </a:cubicBezTo>
                  <a:cubicBezTo>
                    <a:pt x="4003" y="270"/>
                    <a:pt x="3936" y="337"/>
                    <a:pt x="3870" y="404"/>
                  </a:cubicBezTo>
                  <a:lnTo>
                    <a:pt x="3836" y="437"/>
                  </a:lnTo>
                  <a:cubicBezTo>
                    <a:pt x="3770" y="504"/>
                    <a:pt x="3736" y="570"/>
                    <a:pt x="3670" y="604"/>
                  </a:cubicBezTo>
                  <a:cubicBezTo>
                    <a:pt x="3531" y="714"/>
                    <a:pt x="3370" y="779"/>
                    <a:pt x="3205" y="779"/>
                  </a:cubicBezTo>
                  <a:cubicBezTo>
                    <a:pt x="3171" y="779"/>
                    <a:pt x="3137" y="776"/>
                    <a:pt x="3103" y="771"/>
                  </a:cubicBezTo>
                  <a:cubicBezTo>
                    <a:pt x="3002" y="737"/>
                    <a:pt x="2902" y="704"/>
                    <a:pt x="2802" y="670"/>
                  </a:cubicBezTo>
                  <a:cubicBezTo>
                    <a:pt x="2836" y="637"/>
                    <a:pt x="2836" y="604"/>
                    <a:pt x="2836" y="570"/>
                  </a:cubicBezTo>
                  <a:cubicBezTo>
                    <a:pt x="2802" y="504"/>
                    <a:pt x="2736" y="470"/>
                    <a:pt x="2669" y="437"/>
                  </a:cubicBezTo>
                  <a:cubicBezTo>
                    <a:pt x="2602" y="437"/>
                    <a:pt x="2469" y="337"/>
                    <a:pt x="2402" y="304"/>
                  </a:cubicBezTo>
                  <a:cubicBezTo>
                    <a:pt x="2202" y="203"/>
                    <a:pt x="2002" y="170"/>
                    <a:pt x="1802" y="70"/>
                  </a:cubicBezTo>
                  <a:cubicBezTo>
                    <a:pt x="1719" y="29"/>
                    <a:pt x="1637" y="0"/>
                    <a:pt x="15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1" name="Google Shape;271;p14"/>
            <p:cNvSpPr/>
            <p:nvPr/>
          </p:nvSpPr>
          <p:spPr>
            <a:xfrm>
              <a:off x="7108985" y="3373177"/>
              <a:ext cx="165373" cy="100672"/>
            </a:xfrm>
            <a:custGeom>
              <a:avLst/>
              <a:gdLst/>
              <a:ahLst/>
              <a:cxnLst/>
              <a:rect l="l" t="t" r="r" b="b"/>
              <a:pathLst>
                <a:path w="4271" h="2600" extrusionOk="0">
                  <a:moveTo>
                    <a:pt x="1485" y="0"/>
                  </a:moveTo>
                  <a:cubicBezTo>
                    <a:pt x="1410" y="0"/>
                    <a:pt x="1335" y="25"/>
                    <a:pt x="1268" y="75"/>
                  </a:cubicBezTo>
                  <a:cubicBezTo>
                    <a:pt x="1168" y="142"/>
                    <a:pt x="1101" y="275"/>
                    <a:pt x="1068" y="409"/>
                  </a:cubicBezTo>
                  <a:cubicBezTo>
                    <a:pt x="968" y="442"/>
                    <a:pt x="901" y="475"/>
                    <a:pt x="834" y="509"/>
                  </a:cubicBezTo>
                  <a:cubicBezTo>
                    <a:pt x="634" y="609"/>
                    <a:pt x="467" y="742"/>
                    <a:pt x="334" y="876"/>
                  </a:cubicBezTo>
                  <a:cubicBezTo>
                    <a:pt x="201" y="1009"/>
                    <a:pt x="101" y="1176"/>
                    <a:pt x="34" y="1343"/>
                  </a:cubicBezTo>
                  <a:cubicBezTo>
                    <a:pt x="0" y="1409"/>
                    <a:pt x="0" y="1476"/>
                    <a:pt x="34" y="1543"/>
                  </a:cubicBezTo>
                  <a:cubicBezTo>
                    <a:pt x="67" y="1610"/>
                    <a:pt x="101" y="1710"/>
                    <a:pt x="167" y="1743"/>
                  </a:cubicBezTo>
                  <a:cubicBezTo>
                    <a:pt x="267" y="1910"/>
                    <a:pt x="434" y="2010"/>
                    <a:pt x="601" y="2077"/>
                  </a:cubicBezTo>
                  <a:cubicBezTo>
                    <a:pt x="695" y="2100"/>
                    <a:pt x="806" y="2124"/>
                    <a:pt x="922" y="2124"/>
                  </a:cubicBezTo>
                  <a:cubicBezTo>
                    <a:pt x="970" y="2124"/>
                    <a:pt x="1019" y="2120"/>
                    <a:pt x="1068" y="2110"/>
                  </a:cubicBezTo>
                  <a:cubicBezTo>
                    <a:pt x="1268" y="2110"/>
                    <a:pt x="1468" y="2110"/>
                    <a:pt x="1668" y="2077"/>
                  </a:cubicBezTo>
                  <a:cubicBezTo>
                    <a:pt x="1702" y="2110"/>
                    <a:pt x="1735" y="2143"/>
                    <a:pt x="1768" y="2210"/>
                  </a:cubicBezTo>
                  <a:cubicBezTo>
                    <a:pt x="1802" y="2277"/>
                    <a:pt x="1868" y="2377"/>
                    <a:pt x="1969" y="2444"/>
                  </a:cubicBezTo>
                  <a:cubicBezTo>
                    <a:pt x="2015" y="2513"/>
                    <a:pt x="2143" y="2600"/>
                    <a:pt x="2250" y="2600"/>
                  </a:cubicBezTo>
                  <a:cubicBezTo>
                    <a:pt x="2297" y="2600"/>
                    <a:pt x="2339" y="2584"/>
                    <a:pt x="2369" y="2544"/>
                  </a:cubicBezTo>
                  <a:cubicBezTo>
                    <a:pt x="2402" y="2444"/>
                    <a:pt x="2436" y="2377"/>
                    <a:pt x="2436" y="2310"/>
                  </a:cubicBezTo>
                  <a:cubicBezTo>
                    <a:pt x="2436" y="2243"/>
                    <a:pt x="2469" y="2177"/>
                    <a:pt x="2502" y="2110"/>
                  </a:cubicBezTo>
                  <a:cubicBezTo>
                    <a:pt x="2536" y="2110"/>
                    <a:pt x="2569" y="2077"/>
                    <a:pt x="2602" y="2043"/>
                  </a:cubicBezTo>
                  <a:cubicBezTo>
                    <a:pt x="2602" y="2010"/>
                    <a:pt x="2536" y="1977"/>
                    <a:pt x="2502" y="1943"/>
                  </a:cubicBezTo>
                  <a:cubicBezTo>
                    <a:pt x="2436" y="1943"/>
                    <a:pt x="2369" y="1943"/>
                    <a:pt x="2335" y="1910"/>
                  </a:cubicBezTo>
                  <a:cubicBezTo>
                    <a:pt x="2402" y="1876"/>
                    <a:pt x="2469" y="1876"/>
                    <a:pt x="2536" y="1843"/>
                  </a:cubicBezTo>
                  <a:cubicBezTo>
                    <a:pt x="2602" y="1810"/>
                    <a:pt x="2669" y="1743"/>
                    <a:pt x="2769" y="1676"/>
                  </a:cubicBezTo>
                  <a:cubicBezTo>
                    <a:pt x="2903" y="1543"/>
                    <a:pt x="3103" y="1409"/>
                    <a:pt x="3303" y="1343"/>
                  </a:cubicBezTo>
                  <a:cubicBezTo>
                    <a:pt x="3386" y="1293"/>
                    <a:pt x="3478" y="1268"/>
                    <a:pt x="3574" y="1268"/>
                  </a:cubicBezTo>
                  <a:cubicBezTo>
                    <a:pt x="3670" y="1268"/>
                    <a:pt x="3770" y="1293"/>
                    <a:pt x="3870" y="1343"/>
                  </a:cubicBezTo>
                  <a:cubicBezTo>
                    <a:pt x="3937" y="1376"/>
                    <a:pt x="4003" y="1443"/>
                    <a:pt x="4103" y="1510"/>
                  </a:cubicBezTo>
                  <a:cubicBezTo>
                    <a:pt x="4103" y="1510"/>
                    <a:pt x="4146" y="1552"/>
                    <a:pt x="4197" y="1552"/>
                  </a:cubicBezTo>
                  <a:cubicBezTo>
                    <a:pt x="4210" y="1552"/>
                    <a:pt x="4224" y="1550"/>
                    <a:pt x="4237" y="1543"/>
                  </a:cubicBezTo>
                  <a:cubicBezTo>
                    <a:pt x="4270" y="1510"/>
                    <a:pt x="4237" y="1409"/>
                    <a:pt x="4237" y="1376"/>
                  </a:cubicBezTo>
                  <a:cubicBezTo>
                    <a:pt x="4237" y="1276"/>
                    <a:pt x="4203" y="1209"/>
                    <a:pt x="4137" y="1109"/>
                  </a:cubicBezTo>
                  <a:cubicBezTo>
                    <a:pt x="4103" y="1043"/>
                    <a:pt x="4037" y="976"/>
                    <a:pt x="4003" y="942"/>
                  </a:cubicBezTo>
                  <a:cubicBezTo>
                    <a:pt x="3937" y="876"/>
                    <a:pt x="3903" y="809"/>
                    <a:pt x="3970" y="742"/>
                  </a:cubicBezTo>
                  <a:cubicBezTo>
                    <a:pt x="3970" y="709"/>
                    <a:pt x="4003" y="676"/>
                    <a:pt x="4003" y="642"/>
                  </a:cubicBezTo>
                  <a:cubicBezTo>
                    <a:pt x="4070" y="442"/>
                    <a:pt x="4070" y="242"/>
                    <a:pt x="4003" y="75"/>
                  </a:cubicBezTo>
                  <a:cubicBezTo>
                    <a:pt x="3937" y="75"/>
                    <a:pt x="3837" y="142"/>
                    <a:pt x="3803" y="209"/>
                  </a:cubicBezTo>
                  <a:lnTo>
                    <a:pt x="3770" y="275"/>
                  </a:lnTo>
                  <a:cubicBezTo>
                    <a:pt x="3703" y="342"/>
                    <a:pt x="3670" y="409"/>
                    <a:pt x="3603" y="442"/>
                  </a:cubicBezTo>
                  <a:cubicBezTo>
                    <a:pt x="3436" y="576"/>
                    <a:pt x="3236" y="642"/>
                    <a:pt x="3036" y="642"/>
                  </a:cubicBezTo>
                  <a:cubicBezTo>
                    <a:pt x="2936" y="642"/>
                    <a:pt x="2836" y="609"/>
                    <a:pt x="2769" y="576"/>
                  </a:cubicBezTo>
                  <a:cubicBezTo>
                    <a:pt x="2769" y="542"/>
                    <a:pt x="2769" y="475"/>
                    <a:pt x="2769" y="475"/>
                  </a:cubicBezTo>
                  <a:cubicBezTo>
                    <a:pt x="2736" y="409"/>
                    <a:pt x="2636" y="375"/>
                    <a:pt x="2569" y="375"/>
                  </a:cubicBezTo>
                  <a:lnTo>
                    <a:pt x="2302" y="242"/>
                  </a:lnTo>
                  <a:cubicBezTo>
                    <a:pt x="2102" y="175"/>
                    <a:pt x="1868" y="142"/>
                    <a:pt x="1702" y="75"/>
                  </a:cubicBezTo>
                  <a:cubicBezTo>
                    <a:pt x="1635" y="25"/>
                    <a:pt x="1560" y="0"/>
                    <a:pt x="14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2" name="Google Shape;272;p14"/>
            <p:cNvSpPr/>
            <p:nvPr/>
          </p:nvSpPr>
          <p:spPr>
            <a:xfrm>
              <a:off x="6308513" y="3445091"/>
              <a:ext cx="165334" cy="100362"/>
            </a:xfrm>
            <a:custGeom>
              <a:avLst/>
              <a:gdLst/>
              <a:ahLst/>
              <a:cxnLst/>
              <a:rect l="l" t="t" r="r" b="b"/>
              <a:pathLst>
                <a:path w="4270" h="2592" extrusionOk="0">
                  <a:moveTo>
                    <a:pt x="1489" y="1"/>
                  </a:moveTo>
                  <a:cubicBezTo>
                    <a:pt x="1418" y="1"/>
                    <a:pt x="1351" y="17"/>
                    <a:pt x="1301" y="51"/>
                  </a:cubicBezTo>
                  <a:cubicBezTo>
                    <a:pt x="1234" y="117"/>
                    <a:pt x="1168" y="184"/>
                    <a:pt x="1134" y="251"/>
                  </a:cubicBezTo>
                  <a:cubicBezTo>
                    <a:pt x="1101" y="318"/>
                    <a:pt x="1068" y="351"/>
                    <a:pt x="1068" y="384"/>
                  </a:cubicBezTo>
                  <a:cubicBezTo>
                    <a:pt x="967" y="418"/>
                    <a:pt x="901" y="451"/>
                    <a:pt x="834" y="484"/>
                  </a:cubicBezTo>
                  <a:cubicBezTo>
                    <a:pt x="667" y="618"/>
                    <a:pt x="500" y="718"/>
                    <a:pt x="367" y="885"/>
                  </a:cubicBezTo>
                  <a:cubicBezTo>
                    <a:pt x="200" y="1018"/>
                    <a:pt x="100" y="1152"/>
                    <a:pt x="33" y="1352"/>
                  </a:cubicBezTo>
                  <a:cubicBezTo>
                    <a:pt x="0" y="1418"/>
                    <a:pt x="0" y="1485"/>
                    <a:pt x="33" y="1552"/>
                  </a:cubicBezTo>
                  <a:cubicBezTo>
                    <a:pt x="67" y="1619"/>
                    <a:pt x="134" y="1685"/>
                    <a:pt x="200" y="1752"/>
                  </a:cubicBezTo>
                  <a:cubicBezTo>
                    <a:pt x="300" y="1885"/>
                    <a:pt x="434" y="1986"/>
                    <a:pt x="601" y="2052"/>
                  </a:cubicBezTo>
                  <a:cubicBezTo>
                    <a:pt x="767" y="2119"/>
                    <a:pt x="934" y="2119"/>
                    <a:pt x="1068" y="2119"/>
                  </a:cubicBezTo>
                  <a:cubicBezTo>
                    <a:pt x="1268" y="2119"/>
                    <a:pt x="1468" y="2086"/>
                    <a:pt x="1668" y="2086"/>
                  </a:cubicBezTo>
                  <a:lnTo>
                    <a:pt x="1768" y="2186"/>
                  </a:lnTo>
                  <a:cubicBezTo>
                    <a:pt x="1835" y="2286"/>
                    <a:pt x="1901" y="2352"/>
                    <a:pt x="1968" y="2453"/>
                  </a:cubicBezTo>
                  <a:cubicBezTo>
                    <a:pt x="2037" y="2498"/>
                    <a:pt x="2153" y="2591"/>
                    <a:pt x="2251" y="2591"/>
                  </a:cubicBezTo>
                  <a:cubicBezTo>
                    <a:pt x="2296" y="2591"/>
                    <a:pt x="2337" y="2572"/>
                    <a:pt x="2368" y="2519"/>
                  </a:cubicBezTo>
                  <a:cubicBezTo>
                    <a:pt x="2402" y="2453"/>
                    <a:pt x="2435" y="2386"/>
                    <a:pt x="2435" y="2286"/>
                  </a:cubicBezTo>
                  <a:cubicBezTo>
                    <a:pt x="2435" y="2219"/>
                    <a:pt x="2469" y="2152"/>
                    <a:pt x="2535" y="2119"/>
                  </a:cubicBezTo>
                  <a:cubicBezTo>
                    <a:pt x="2535" y="2086"/>
                    <a:pt x="2602" y="2086"/>
                    <a:pt x="2602" y="2052"/>
                  </a:cubicBezTo>
                  <a:cubicBezTo>
                    <a:pt x="2602" y="2019"/>
                    <a:pt x="2535" y="1952"/>
                    <a:pt x="2502" y="1952"/>
                  </a:cubicBezTo>
                  <a:cubicBezTo>
                    <a:pt x="2435" y="1952"/>
                    <a:pt x="2402" y="1919"/>
                    <a:pt x="2335" y="1919"/>
                  </a:cubicBezTo>
                  <a:cubicBezTo>
                    <a:pt x="2402" y="1885"/>
                    <a:pt x="2469" y="1852"/>
                    <a:pt x="2535" y="1819"/>
                  </a:cubicBezTo>
                  <a:cubicBezTo>
                    <a:pt x="2602" y="1785"/>
                    <a:pt x="2702" y="1752"/>
                    <a:pt x="2769" y="1685"/>
                  </a:cubicBezTo>
                  <a:cubicBezTo>
                    <a:pt x="2902" y="1519"/>
                    <a:pt x="3102" y="1385"/>
                    <a:pt x="3302" y="1318"/>
                  </a:cubicBezTo>
                  <a:cubicBezTo>
                    <a:pt x="3386" y="1268"/>
                    <a:pt x="3478" y="1243"/>
                    <a:pt x="3569" y="1243"/>
                  </a:cubicBezTo>
                  <a:cubicBezTo>
                    <a:pt x="3661" y="1243"/>
                    <a:pt x="3753" y="1268"/>
                    <a:pt x="3836" y="1318"/>
                  </a:cubicBezTo>
                  <a:cubicBezTo>
                    <a:pt x="3936" y="1352"/>
                    <a:pt x="4003" y="1418"/>
                    <a:pt x="4070" y="1485"/>
                  </a:cubicBezTo>
                  <a:cubicBezTo>
                    <a:pt x="4096" y="1485"/>
                    <a:pt x="4144" y="1528"/>
                    <a:pt x="4180" y="1528"/>
                  </a:cubicBezTo>
                  <a:cubicBezTo>
                    <a:pt x="4188" y="1528"/>
                    <a:pt x="4196" y="1525"/>
                    <a:pt x="4203" y="1519"/>
                  </a:cubicBezTo>
                  <a:cubicBezTo>
                    <a:pt x="4270" y="1485"/>
                    <a:pt x="4236" y="1385"/>
                    <a:pt x="4236" y="1352"/>
                  </a:cubicBezTo>
                  <a:cubicBezTo>
                    <a:pt x="4236" y="1285"/>
                    <a:pt x="4203" y="1185"/>
                    <a:pt x="4136" y="1118"/>
                  </a:cubicBezTo>
                  <a:cubicBezTo>
                    <a:pt x="4103" y="1018"/>
                    <a:pt x="4070" y="985"/>
                    <a:pt x="4003" y="918"/>
                  </a:cubicBezTo>
                  <a:cubicBezTo>
                    <a:pt x="3936" y="885"/>
                    <a:pt x="3903" y="785"/>
                    <a:pt x="3970" y="751"/>
                  </a:cubicBezTo>
                  <a:cubicBezTo>
                    <a:pt x="3970" y="685"/>
                    <a:pt x="4003" y="651"/>
                    <a:pt x="4036" y="618"/>
                  </a:cubicBezTo>
                  <a:cubicBezTo>
                    <a:pt x="4070" y="418"/>
                    <a:pt x="4070" y="251"/>
                    <a:pt x="4036" y="51"/>
                  </a:cubicBezTo>
                  <a:cubicBezTo>
                    <a:pt x="3936" y="84"/>
                    <a:pt x="3870" y="117"/>
                    <a:pt x="3803" y="218"/>
                  </a:cubicBezTo>
                  <a:lnTo>
                    <a:pt x="3769" y="251"/>
                  </a:lnTo>
                  <a:cubicBezTo>
                    <a:pt x="3703" y="318"/>
                    <a:pt x="3669" y="384"/>
                    <a:pt x="3603" y="451"/>
                  </a:cubicBezTo>
                  <a:cubicBezTo>
                    <a:pt x="3458" y="538"/>
                    <a:pt x="3314" y="624"/>
                    <a:pt x="3148" y="624"/>
                  </a:cubicBezTo>
                  <a:cubicBezTo>
                    <a:pt x="3122" y="624"/>
                    <a:pt x="3096" y="622"/>
                    <a:pt x="3069" y="618"/>
                  </a:cubicBezTo>
                  <a:cubicBezTo>
                    <a:pt x="2936" y="618"/>
                    <a:pt x="2869" y="618"/>
                    <a:pt x="2769" y="551"/>
                  </a:cubicBezTo>
                  <a:cubicBezTo>
                    <a:pt x="2802" y="518"/>
                    <a:pt x="2802" y="484"/>
                    <a:pt x="2769" y="451"/>
                  </a:cubicBezTo>
                  <a:cubicBezTo>
                    <a:pt x="2702" y="418"/>
                    <a:pt x="2669" y="351"/>
                    <a:pt x="2602" y="351"/>
                  </a:cubicBezTo>
                  <a:cubicBezTo>
                    <a:pt x="2502" y="318"/>
                    <a:pt x="2402" y="284"/>
                    <a:pt x="2302" y="218"/>
                  </a:cubicBezTo>
                  <a:cubicBezTo>
                    <a:pt x="2102" y="151"/>
                    <a:pt x="1901" y="117"/>
                    <a:pt x="1701" y="51"/>
                  </a:cubicBezTo>
                  <a:cubicBezTo>
                    <a:pt x="1635" y="17"/>
                    <a:pt x="1560" y="1"/>
                    <a:pt x="14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3" name="Google Shape;273;p14"/>
            <p:cNvSpPr/>
            <p:nvPr/>
          </p:nvSpPr>
          <p:spPr>
            <a:xfrm>
              <a:off x="8119441" y="3445105"/>
              <a:ext cx="165334" cy="100324"/>
            </a:xfrm>
            <a:custGeom>
              <a:avLst/>
              <a:gdLst/>
              <a:ahLst/>
              <a:cxnLst/>
              <a:rect l="l" t="t" r="r" b="b"/>
              <a:pathLst>
                <a:path w="4270" h="2591" extrusionOk="0">
                  <a:moveTo>
                    <a:pt x="1485" y="1"/>
                  </a:moveTo>
                  <a:cubicBezTo>
                    <a:pt x="1410" y="1"/>
                    <a:pt x="1334" y="18"/>
                    <a:pt x="1268" y="51"/>
                  </a:cubicBezTo>
                  <a:cubicBezTo>
                    <a:pt x="1201" y="118"/>
                    <a:pt x="1134" y="184"/>
                    <a:pt x="1101" y="251"/>
                  </a:cubicBezTo>
                  <a:cubicBezTo>
                    <a:pt x="1101" y="284"/>
                    <a:pt x="1068" y="351"/>
                    <a:pt x="1068" y="384"/>
                  </a:cubicBezTo>
                  <a:cubicBezTo>
                    <a:pt x="968" y="418"/>
                    <a:pt x="901" y="451"/>
                    <a:pt x="834" y="485"/>
                  </a:cubicBezTo>
                  <a:cubicBezTo>
                    <a:pt x="634" y="585"/>
                    <a:pt x="467" y="718"/>
                    <a:pt x="334" y="885"/>
                  </a:cubicBezTo>
                  <a:cubicBezTo>
                    <a:pt x="200" y="985"/>
                    <a:pt x="100" y="1152"/>
                    <a:pt x="34" y="1318"/>
                  </a:cubicBezTo>
                  <a:cubicBezTo>
                    <a:pt x="0" y="1385"/>
                    <a:pt x="0" y="1485"/>
                    <a:pt x="34" y="1552"/>
                  </a:cubicBezTo>
                  <a:cubicBezTo>
                    <a:pt x="67" y="1619"/>
                    <a:pt x="100" y="1685"/>
                    <a:pt x="167" y="1752"/>
                  </a:cubicBezTo>
                  <a:cubicBezTo>
                    <a:pt x="300" y="1886"/>
                    <a:pt x="434" y="1986"/>
                    <a:pt x="601" y="2052"/>
                  </a:cubicBezTo>
                  <a:cubicBezTo>
                    <a:pt x="734" y="2086"/>
                    <a:pt x="901" y="2119"/>
                    <a:pt x="1068" y="2119"/>
                  </a:cubicBezTo>
                  <a:cubicBezTo>
                    <a:pt x="1268" y="2119"/>
                    <a:pt x="1468" y="2086"/>
                    <a:pt x="1668" y="2052"/>
                  </a:cubicBezTo>
                  <a:lnTo>
                    <a:pt x="1768" y="2186"/>
                  </a:lnTo>
                  <a:cubicBezTo>
                    <a:pt x="1801" y="2286"/>
                    <a:pt x="1868" y="2353"/>
                    <a:pt x="1968" y="2419"/>
                  </a:cubicBezTo>
                  <a:cubicBezTo>
                    <a:pt x="2015" y="2489"/>
                    <a:pt x="2141" y="2590"/>
                    <a:pt x="2248" y="2590"/>
                  </a:cubicBezTo>
                  <a:cubicBezTo>
                    <a:pt x="2295" y="2590"/>
                    <a:pt x="2338" y="2570"/>
                    <a:pt x="2369" y="2519"/>
                  </a:cubicBezTo>
                  <a:cubicBezTo>
                    <a:pt x="2402" y="2453"/>
                    <a:pt x="2435" y="2386"/>
                    <a:pt x="2435" y="2286"/>
                  </a:cubicBezTo>
                  <a:cubicBezTo>
                    <a:pt x="2435" y="2219"/>
                    <a:pt x="2469" y="2152"/>
                    <a:pt x="2535" y="2119"/>
                  </a:cubicBezTo>
                  <a:cubicBezTo>
                    <a:pt x="2535" y="2119"/>
                    <a:pt x="2569" y="2052"/>
                    <a:pt x="2602" y="2052"/>
                  </a:cubicBezTo>
                  <a:cubicBezTo>
                    <a:pt x="2602" y="2019"/>
                    <a:pt x="2535" y="1952"/>
                    <a:pt x="2502" y="1952"/>
                  </a:cubicBezTo>
                  <a:cubicBezTo>
                    <a:pt x="2435" y="1919"/>
                    <a:pt x="2402" y="1919"/>
                    <a:pt x="2335" y="1886"/>
                  </a:cubicBezTo>
                  <a:cubicBezTo>
                    <a:pt x="2402" y="1886"/>
                    <a:pt x="2469" y="1852"/>
                    <a:pt x="2535" y="1819"/>
                  </a:cubicBezTo>
                  <a:cubicBezTo>
                    <a:pt x="2602" y="1785"/>
                    <a:pt x="2702" y="1719"/>
                    <a:pt x="2769" y="1685"/>
                  </a:cubicBezTo>
                  <a:cubicBezTo>
                    <a:pt x="2902" y="1519"/>
                    <a:pt x="3102" y="1419"/>
                    <a:pt x="3303" y="1318"/>
                  </a:cubicBezTo>
                  <a:cubicBezTo>
                    <a:pt x="3386" y="1285"/>
                    <a:pt x="3478" y="1268"/>
                    <a:pt x="3574" y="1268"/>
                  </a:cubicBezTo>
                  <a:cubicBezTo>
                    <a:pt x="3669" y="1268"/>
                    <a:pt x="3770" y="1285"/>
                    <a:pt x="3870" y="1318"/>
                  </a:cubicBezTo>
                  <a:cubicBezTo>
                    <a:pt x="3936" y="1352"/>
                    <a:pt x="4003" y="1419"/>
                    <a:pt x="4103" y="1485"/>
                  </a:cubicBezTo>
                  <a:cubicBezTo>
                    <a:pt x="4136" y="1519"/>
                    <a:pt x="4170" y="1552"/>
                    <a:pt x="4237" y="1552"/>
                  </a:cubicBezTo>
                  <a:cubicBezTo>
                    <a:pt x="4270" y="1519"/>
                    <a:pt x="4237" y="1419"/>
                    <a:pt x="4237" y="1385"/>
                  </a:cubicBezTo>
                  <a:cubicBezTo>
                    <a:pt x="4237" y="1285"/>
                    <a:pt x="4203" y="1185"/>
                    <a:pt x="4136" y="1085"/>
                  </a:cubicBezTo>
                  <a:cubicBezTo>
                    <a:pt x="4103" y="1018"/>
                    <a:pt x="4036" y="952"/>
                    <a:pt x="4003" y="918"/>
                  </a:cubicBezTo>
                  <a:cubicBezTo>
                    <a:pt x="3936" y="851"/>
                    <a:pt x="3903" y="818"/>
                    <a:pt x="3970" y="751"/>
                  </a:cubicBezTo>
                  <a:cubicBezTo>
                    <a:pt x="4003" y="651"/>
                    <a:pt x="4003" y="651"/>
                    <a:pt x="4003" y="618"/>
                  </a:cubicBezTo>
                  <a:cubicBezTo>
                    <a:pt x="4070" y="418"/>
                    <a:pt x="4070" y="251"/>
                    <a:pt x="4003" y="51"/>
                  </a:cubicBezTo>
                  <a:cubicBezTo>
                    <a:pt x="3936" y="84"/>
                    <a:pt x="3836" y="118"/>
                    <a:pt x="3803" y="218"/>
                  </a:cubicBezTo>
                  <a:lnTo>
                    <a:pt x="3770" y="251"/>
                  </a:lnTo>
                  <a:cubicBezTo>
                    <a:pt x="3703" y="318"/>
                    <a:pt x="3669" y="384"/>
                    <a:pt x="3603" y="451"/>
                  </a:cubicBezTo>
                  <a:cubicBezTo>
                    <a:pt x="3458" y="538"/>
                    <a:pt x="3289" y="624"/>
                    <a:pt x="3116" y="624"/>
                  </a:cubicBezTo>
                  <a:cubicBezTo>
                    <a:pt x="3089" y="624"/>
                    <a:pt x="3063" y="622"/>
                    <a:pt x="3036" y="618"/>
                  </a:cubicBezTo>
                  <a:cubicBezTo>
                    <a:pt x="2936" y="618"/>
                    <a:pt x="2836" y="585"/>
                    <a:pt x="2769" y="551"/>
                  </a:cubicBezTo>
                  <a:cubicBezTo>
                    <a:pt x="2769" y="518"/>
                    <a:pt x="2769" y="485"/>
                    <a:pt x="2769" y="451"/>
                  </a:cubicBezTo>
                  <a:cubicBezTo>
                    <a:pt x="2702" y="384"/>
                    <a:pt x="2635" y="351"/>
                    <a:pt x="2569" y="351"/>
                  </a:cubicBezTo>
                  <a:cubicBezTo>
                    <a:pt x="2502" y="318"/>
                    <a:pt x="2402" y="251"/>
                    <a:pt x="2302" y="218"/>
                  </a:cubicBezTo>
                  <a:cubicBezTo>
                    <a:pt x="2102" y="151"/>
                    <a:pt x="1868" y="118"/>
                    <a:pt x="1701" y="51"/>
                  </a:cubicBezTo>
                  <a:cubicBezTo>
                    <a:pt x="1635" y="18"/>
                    <a:pt x="1560" y="1"/>
                    <a:pt x="14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4" name="Google Shape;274;p14"/>
            <p:cNvSpPr/>
            <p:nvPr/>
          </p:nvSpPr>
          <p:spPr>
            <a:xfrm>
              <a:off x="6987126" y="4290502"/>
              <a:ext cx="165334" cy="102337"/>
            </a:xfrm>
            <a:custGeom>
              <a:avLst/>
              <a:gdLst/>
              <a:ahLst/>
              <a:cxnLst/>
              <a:rect l="l" t="t" r="r" b="b"/>
              <a:pathLst>
                <a:path w="4270" h="2643" extrusionOk="0">
                  <a:moveTo>
                    <a:pt x="1563" y="0"/>
                  </a:moveTo>
                  <a:cubicBezTo>
                    <a:pt x="1508" y="0"/>
                    <a:pt x="1452" y="11"/>
                    <a:pt x="1401" y="37"/>
                  </a:cubicBezTo>
                  <a:cubicBezTo>
                    <a:pt x="1334" y="103"/>
                    <a:pt x="1268" y="170"/>
                    <a:pt x="1201" y="237"/>
                  </a:cubicBezTo>
                  <a:cubicBezTo>
                    <a:pt x="1201" y="270"/>
                    <a:pt x="1168" y="337"/>
                    <a:pt x="1134" y="370"/>
                  </a:cubicBezTo>
                  <a:cubicBezTo>
                    <a:pt x="1068" y="370"/>
                    <a:pt x="968" y="404"/>
                    <a:pt x="901" y="470"/>
                  </a:cubicBezTo>
                  <a:cubicBezTo>
                    <a:pt x="734" y="537"/>
                    <a:pt x="534" y="670"/>
                    <a:pt x="400" y="804"/>
                  </a:cubicBezTo>
                  <a:cubicBezTo>
                    <a:pt x="234" y="904"/>
                    <a:pt x="134" y="1037"/>
                    <a:pt x="34" y="1204"/>
                  </a:cubicBezTo>
                  <a:cubicBezTo>
                    <a:pt x="0" y="1271"/>
                    <a:pt x="0" y="1338"/>
                    <a:pt x="34" y="1404"/>
                  </a:cubicBezTo>
                  <a:cubicBezTo>
                    <a:pt x="34" y="1471"/>
                    <a:pt x="100" y="1571"/>
                    <a:pt x="134" y="1638"/>
                  </a:cubicBezTo>
                  <a:cubicBezTo>
                    <a:pt x="234" y="1771"/>
                    <a:pt x="400" y="1905"/>
                    <a:pt x="567" y="1971"/>
                  </a:cubicBezTo>
                  <a:cubicBezTo>
                    <a:pt x="701" y="2038"/>
                    <a:pt x="867" y="2071"/>
                    <a:pt x="1034" y="2071"/>
                  </a:cubicBezTo>
                  <a:lnTo>
                    <a:pt x="1635" y="2071"/>
                  </a:lnTo>
                  <a:cubicBezTo>
                    <a:pt x="1668" y="2105"/>
                    <a:pt x="1701" y="2172"/>
                    <a:pt x="1701" y="2205"/>
                  </a:cubicBezTo>
                  <a:cubicBezTo>
                    <a:pt x="1768" y="2305"/>
                    <a:pt x="1835" y="2372"/>
                    <a:pt x="1902" y="2472"/>
                  </a:cubicBezTo>
                  <a:cubicBezTo>
                    <a:pt x="1948" y="2541"/>
                    <a:pt x="2058" y="2643"/>
                    <a:pt x="2166" y="2643"/>
                  </a:cubicBezTo>
                  <a:cubicBezTo>
                    <a:pt x="2214" y="2643"/>
                    <a:pt x="2261" y="2623"/>
                    <a:pt x="2302" y="2572"/>
                  </a:cubicBezTo>
                  <a:cubicBezTo>
                    <a:pt x="2335" y="2505"/>
                    <a:pt x="2369" y="2438"/>
                    <a:pt x="2369" y="2338"/>
                  </a:cubicBezTo>
                  <a:cubicBezTo>
                    <a:pt x="2369" y="2305"/>
                    <a:pt x="2402" y="2238"/>
                    <a:pt x="2469" y="2205"/>
                  </a:cubicBezTo>
                  <a:cubicBezTo>
                    <a:pt x="2502" y="2172"/>
                    <a:pt x="2535" y="2138"/>
                    <a:pt x="2535" y="2105"/>
                  </a:cubicBezTo>
                  <a:cubicBezTo>
                    <a:pt x="2569" y="2071"/>
                    <a:pt x="2502" y="2038"/>
                    <a:pt x="2469" y="2005"/>
                  </a:cubicBezTo>
                  <a:cubicBezTo>
                    <a:pt x="2402" y="2005"/>
                    <a:pt x="2335" y="2005"/>
                    <a:pt x="2302" y="1971"/>
                  </a:cubicBezTo>
                  <a:cubicBezTo>
                    <a:pt x="2369" y="1938"/>
                    <a:pt x="2435" y="1938"/>
                    <a:pt x="2502" y="1905"/>
                  </a:cubicBezTo>
                  <a:cubicBezTo>
                    <a:pt x="2569" y="1871"/>
                    <a:pt x="2669" y="1838"/>
                    <a:pt x="2735" y="1771"/>
                  </a:cubicBezTo>
                  <a:cubicBezTo>
                    <a:pt x="2902" y="1638"/>
                    <a:pt x="3102" y="1538"/>
                    <a:pt x="3303" y="1471"/>
                  </a:cubicBezTo>
                  <a:cubicBezTo>
                    <a:pt x="3373" y="1447"/>
                    <a:pt x="3444" y="1436"/>
                    <a:pt x="3514" y="1436"/>
                  </a:cubicBezTo>
                  <a:cubicBezTo>
                    <a:pt x="3640" y="1436"/>
                    <a:pt x="3762" y="1473"/>
                    <a:pt x="3870" y="1538"/>
                  </a:cubicBezTo>
                  <a:cubicBezTo>
                    <a:pt x="3936" y="1571"/>
                    <a:pt x="4003" y="1638"/>
                    <a:pt x="4070" y="1705"/>
                  </a:cubicBezTo>
                  <a:cubicBezTo>
                    <a:pt x="4097" y="1732"/>
                    <a:pt x="4146" y="1780"/>
                    <a:pt x="4181" y="1780"/>
                  </a:cubicBezTo>
                  <a:cubicBezTo>
                    <a:pt x="4189" y="1780"/>
                    <a:pt x="4197" y="1778"/>
                    <a:pt x="4203" y="1771"/>
                  </a:cubicBezTo>
                  <a:cubicBezTo>
                    <a:pt x="4270" y="1738"/>
                    <a:pt x="4237" y="1671"/>
                    <a:pt x="4237" y="1604"/>
                  </a:cubicBezTo>
                  <a:cubicBezTo>
                    <a:pt x="4237" y="1504"/>
                    <a:pt x="4170" y="1404"/>
                    <a:pt x="4136" y="1338"/>
                  </a:cubicBezTo>
                  <a:cubicBezTo>
                    <a:pt x="4070" y="1238"/>
                    <a:pt x="4036" y="1171"/>
                    <a:pt x="3970" y="1137"/>
                  </a:cubicBezTo>
                  <a:cubicBezTo>
                    <a:pt x="3936" y="1071"/>
                    <a:pt x="3903" y="1004"/>
                    <a:pt x="3970" y="937"/>
                  </a:cubicBezTo>
                  <a:cubicBezTo>
                    <a:pt x="4003" y="904"/>
                    <a:pt x="4036" y="871"/>
                    <a:pt x="4070" y="837"/>
                  </a:cubicBezTo>
                  <a:cubicBezTo>
                    <a:pt x="4136" y="670"/>
                    <a:pt x="4136" y="470"/>
                    <a:pt x="4103" y="270"/>
                  </a:cubicBezTo>
                  <a:lnTo>
                    <a:pt x="4103" y="270"/>
                  </a:lnTo>
                  <a:cubicBezTo>
                    <a:pt x="4036" y="304"/>
                    <a:pt x="3936" y="337"/>
                    <a:pt x="3903" y="404"/>
                  </a:cubicBezTo>
                  <a:lnTo>
                    <a:pt x="3836" y="470"/>
                  </a:lnTo>
                  <a:cubicBezTo>
                    <a:pt x="3770" y="504"/>
                    <a:pt x="3736" y="570"/>
                    <a:pt x="3669" y="637"/>
                  </a:cubicBezTo>
                  <a:cubicBezTo>
                    <a:pt x="3532" y="719"/>
                    <a:pt x="3372" y="779"/>
                    <a:pt x="3209" y="779"/>
                  </a:cubicBezTo>
                  <a:cubicBezTo>
                    <a:pt x="3173" y="779"/>
                    <a:pt x="3138" y="776"/>
                    <a:pt x="3102" y="771"/>
                  </a:cubicBezTo>
                  <a:cubicBezTo>
                    <a:pt x="3002" y="737"/>
                    <a:pt x="2902" y="704"/>
                    <a:pt x="2802" y="670"/>
                  </a:cubicBezTo>
                  <a:cubicBezTo>
                    <a:pt x="2836" y="637"/>
                    <a:pt x="2869" y="604"/>
                    <a:pt x="2836" y="570"/>
                  </a:cubicBezTo>
                  <a:cubicBezTo>
                    <a:pt x="2802" y="504"/>
                    <a:pt x="2735" y="470"/>
                    <a:pt x="2669" y="437"/>
                  </a:cubicBezTo>
                  <a:cubicBezTo>
                    <a:pt x="2602" y="404"/>
                    <a:pt x="2502" y="337"/>
                    <a:pt x="2402" y="304"/>
                  </a:cubicBezTo>
                  <a:cubicBezTo>
                    <a:pt x="2202" y="203"/>
                    <a:pt x="2002" y="170"/>
                    <a:pt x="1801" y="70"/>
                  </a:cubicBezTo>
                  <a:cubicBezTo>
                    <a:pt x="1740" y="29"/>
                    <a:pt x="1652" y="0"/>
                    <a:pt x="1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5" name="Google Shape;275;p14"/>
            <p:cNvSpPr/>
            <p:nvPr/>
          </p:nvSpPr>
          <p:spPr>
            <a:xfrm>
              <a:off x="6652142" y="3666205"/>
              <a:ext cx="165373" cy="102066"/>
            </a:xfrm>
            <a:custGeom>
              <a:avLst/>
              <a:gdLst/>
              <a:ahLst/>
              <a:cxnLst/>
              <a:rect l="l" t="t" r="r" b="b"/>
              <a:pathLst>
                <a:path w="4271" h="2636" extrusionOk="0">
                  <a:moveTo>
                    <a:pt x="1598" y="1"/>
                  </a:moveTo>
                  <a:cubicBezTo>
                    <a:pt x="1527" y="1"/>
                    <a:pt x="1452" y="17"/>
                    <a:pt x="1368" y="51"/>
                  </a:cubicBezTo>
                  <a:cubicBezTo>
                    <a:pt x="1302" y="84"/>
                    <a:pt x="1268" y="151"/>
                    <a:pt x="1202" y="251"/>
                  </a:cubicBezTo>
                  <a:cubicBezTo>
                    <a:pt x="1168" y="284"/>
                    <a:pt x="1168" y="318"/>
                    <a:pt x="1135" y="351"/>
                  </a:cubicBezTo>
                  <a:cubicBezTo>
                    <a:pt x="1068" y="384"/>
                    <a:pt x="968" y="418"/>
                    <a:pt x="901" y="451"/>
                  </a:cubicBezTo>
                  <a:cubicBezTo>
                    <a:pt x="701" y="551"/>
                    <a:pt x="535" y="651"/>
                    <a:pt x="368" y="785"/>
                  </a:cubicBezTo>
                  <a:cubicBezTo>
                    <a:pt x="234" y="885"/>
                    <a:pt x="101" y="1052"/>
                    <a:pt x="34" y="1218"/>
                  </a:cubicBezTo>
                  <a:cubicBezTo>
                    <a:pt x="1" y="1252"/>
                    <a:pt x="1" y="1352"/>
                    <a:pt x="34" y="1418"/>
                  </a:cubicBezTo>
                  <a:cubicBezTo>
                    <a:pt x="68" y="1485"/>
                    <a:pt x="101" y="1552"/>
                    <a:pt x="168" y="1619"/>
                  </a:cubicBezTo>
                  <a:cubicBezTo>
                    <a:pt x="268" y="1785"/>
                    <a:pt x="401" y="1885"/>
                    <a:pt x="568" y="1952"/>
                  </a:cubicBezTo>
                  <a:cubicBezTo>
                    <a:pt x="735" y="2019"/>
                    <a:pt x="901" y="2052"/>
                    <a:pt x="1035" y="2052"/>
                  </a:cubicBezTo>
                  <a:cubicBezTo>
                    <a:pt x="1135" y="2069"/>
                    <a:pt x="1235" y="2077"/>
                    <a:pt x="1335" y="2077"/>
                  </a:cubicBezTo>
                  <a:cubicBezTo>
                    <a:pt x="1435" y="2077"/>
                    <a:pt x="1535" y="2069"/>
                    <a:pt x="1635" y="2052"/>
                  </a:cubicBezTo>
                  <a:lnTo>
                    <a:pt x="1735" y="2186"/>
                  </a:lnTo>
                  <a:cubicBezTo>
                    <a:pt x="1769" y="2286"/>
                    <a:pt x="1835" y="2386"/>
                    <a:pt x="1902" y="2453"/>
                  </a:cubicBezTo>
                  <a:cubicBezTo>
                    <a:pt x="1951" y="2526"/>
                    <a:pt x="2090" y="2636"/>
                    <a:pt x="2200" y="2636"/>
                  </a:cubicBezTo>
                  <a:cubicBezTo>
                    <a:pt x="2240" y="2636"/>
                    <a:pt x="2276" y="2621"/>
                    <a:pt x="2302" y="2586"/>
                  </a:cubicBezTo>
                  <a:cubicBezTo>
                    <a:pt x="2336" y="2519"/>
                    <a:pt x="2369" y="2419"/>
                    <a:pt x="2369" y="2352"/>
                  </a:cubicBezTo>
                  <a:cubicBezTo>
                    <a:pt x="2403" y="2286"/>
                    <a:pt x="2436" y="2219"/>
                    <a:pt x="2469" y="2186"/>
                  </a:cubicBezTo>
                  <a:cubicBezTo>
                    <a:pt x="2503" y="2186"/>
                    <a:pt x="2536" y="2152"/>
                    <a:pt x="2569" y="2119"/>
                  </a:cubicBezTo>
                  <a:cubicBezTo>
                    <a:pt x="2569" y="2086"/>
                    <a:pt x="2503" y="2019"/>
                    <a:pt x="2469" y="2019"/>
                  </a:cubicBezTo>
                  <a:cubicBezTo>
                    <a:pt x="2403" y="1986"/>
                    <a:pt x="2369" y="1986"/>
                    <a:pt x="2302" y="1952"/>
                  </a:cubicBezTo>
                  <a:cubicBezTo>
                    <a:pt x="2369" y="1952"/>
                    <a:pt x="2436" y="1919"/>
                    <a:pt x="2503" y="1919"/>
                  </a:cubicBezTo>
                  <a:cubicBezTo>
                    <a:pt x="2603" y="1852"/>
                    <a:pt x="2669" y="1819"/>
                    <a:pt x="2736" y="1752"/>
                  </a:cubicBezTo>
                  <a:cubicBezTo>
                    <a:pt x="2903" y="1619"/>
                    <a:pt x="3103" y="1519"/>
                    <a:pt x="3303" y="1452"/>
                  </a:cubicBezTo>
                  <a:cubicBezTo>
                    <a:pt x="3376" y="1440"/>
                    <a:pt x="3450" y="1432"/>
                    <a:pt x="3521" y="1432"/>
                  </a:cubicBezTo>
                  <a:cubicBezTo>
                    <a:pt x="3645" y="1432"/>
                    <a:pt x="3765" y="1455"/>
                    <a:pt x="3870" y="1519"/>
                  </a:cubicBezTo>
                  <a:cubicBezTo>
                    <a:pt x="3970" y="1585"/>
                    <a:pt x="4037" y="1619"/>
                    <a:pt x="4104" y="1719"/>
                  </a:cubicBezTo>
                  <a:cubicBezTo>
                    <a:pt x="4137" y="1719"/>
                    <a:pt x="4170" y="1785"/>
                    <a:pt x="4237" y="1785"/>
                  </a:cubicBezTo>
                  <a:cubicBezTo>
                    <a:pt x="4271" y="1752"/>
                    <a:pt x="4271" y="1652"/>
                    <a:pt x="4271" y="1619"/>
                  </a:cubicBezTo>
                  <a:cubicBezTo>
                    <a:pt x="4237" y="1519"/>
                    <a:pt x="4170" y="1418"/>
                    <a:pt x="4104" y="1318"/>
                  </a:cubicBezTo>
                  <a:cubicBezTo>
                    <a:pt x="4070" y="1252"/>
                    <a:pt x="4037" y="1185"/>
                    <a:pt x="3970" y="1118"/>
                  </a:cubicBezTo>
                  <a:cubicBezTo>
                    <a:pt x="3904" y="1052"/>
                    <a:pt x="3904" y="1018"/>
                    <a:pt x="3970" y="951"/>
                  </a:cubicBezTo>
                  <a:cubicBezTo>
                    <a:pt x="4004" y="918"/>
                    <a:pt x="4004" y="851"/>
                    <a:pt x="4037" y="818"/>
                  </a:cubicBezTo>
                  <a:cubicBezTo>
                    <a:pt x="4104" y="651"/>
                    <a:pt x="4137" y="451"/>
                    <a:pt x="4104" y="284"/>
                  </a:cubicBezTo>
                  <a:cubicBezTo>
                    <a:pt x="4004" y="284"/>
                    <a:pt x="3937" y="318"/>
                    <a:pt x="3870" y="384"/>
                  </a:cubicBezTo>
                  <a:lnTo>
                    <a:pt x="3837" y="451"/>
                  </a:lnTo>
                  <a:cubicBezTo>
                    <a:pt x="3770" y="518"/>
                    <a:pt x="3703" y="551"/>
                    <a:pt x="3637" y="618"/>
                  </a:cubicBezTo>
                  <a:cubicBezTo>
                    <a:pt x="3500" y="700"/>
                    <a:pt x="3340" y="760"/>
                    <a:pt x="3176" y="760"/>
                  </a:cubicBezTo>
                  <a:cubicBezTo>
                    <a:pt x="3141" y="760"/>
                    <a:pt x="3105" y="757"/>
                    <a:pt x="3070" y="751"/>
                  </a:cubicBezTo>
                  <a:cubicBezTo>
                    <a:pt x="2970" y="751"/>
                    <a:pt x="2870" y="718"/>
                    <a:pt x="2803" y="651"/>
                  </a:cubicBezTo>
                  <a:cubicBezTo>
                    <a:pt x="2836" y="651"/>
                    <a:pt x="2836" y="585"/>
                    <a:pt x="2803" y="551"/>
                  </a:cubicBezTo>
                  <a:cubicBezTo>
                    <a:pt x="2769" y="484"/>
                    <a:pt x="2736" y="451"/>
                    <a:pt x="2669" y="451"/>
                  </a:cubicBezTo>
                  <a:cubicBezTo>
                    <a:pt x="2569" y="384"/>
                    <a:pt x="2469" y="351"/>
                    <a:pt x="2369" y="284"/>
                  </a:cubicBezTo>
                  <a:cubicBezTo>
                    <a:pt x="2202" y="184"/>
                    <a:pt x="2002" y="151"/>
                    <a:pt x="1802" y="51"/>
                  </a:cubicBezTo>
                  <a:cubicBezTo>
                    <a:pt x="1735" y="17"/>
                    <a:pt x="1669"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6" name="Google Shape;276;p14"/>
            <p:cNvSpPr/>
            <p:nvPr/>
          </p:nvSpPr>
          <p:spPr>
            <a:xfrm>
              <a:off x="7643469" y="3573581"/>
              <a:ext cx="165373" cy="102105"/>
            </a:xfrm>
            <a:custGeom>
              <a:avLst/>
              <a:gdLst/>
              <a:ahLst/>
              <a:cxnLst/>
              <a:rect l="l" t="t" r="r" b="b"/>
              <a:pathLst>
                <a:path w="4271" h="2637" extrusionOk="0">
                  <a:moveTo>
                    <a:pt x="1565" y="0"/>
                  </a:moveTo>
                  <a:cubicBezTo>
                    <a:pt x="1508" y="0"/>
                    <a:pt x="1452" y="11"/>
                    <a:pt x="1401" y="37"/>
                  </a:cubicBezTo>
                  <a:cubicBezTo>
                    <a:pt x="1335" y="103"/>
                    <a:pt x="1268" y="170"/>
                    <a:pt x="1235" y="237"/>
                  </a:cubicBezTo>
                  <a:cubicBezTo>
                    <a:pt x="1201" y="270"/>
                    <a:pt x="1168" y="304"/>
                    <a:pt x="1168" y="370"/>
                  </a:cubicBezTo>
                  <a:cubicBezTo>
                    <a:pt x="1068" y="370"/>
                    <a:pt x="1001" y="404"/>
                    <a:pt x="901" y="437"/>
                  </a:cubicBezTo>
                  <a:cubicBezTo>
                    <a:pt x="734" y="537"/>
                    <a:pt x="567" y="637"/>
                    <a:pt x="401" y="804"/>
                  </a:cubicBezTo>
                  <a:cubicBezTo>
                    <a:pt x="267" y="904"/>
                    <a:pt x="134" y="1037"/>
                    <a:pt x="67" y="1204"/>
                  </a:cubicBezTo>
                  <a:cubicBezTo>
                    <a:pt x="34" y="1271"/>
                    <a:pt x="0" y="1338"/>
                    <a:pt x="34" y="1404"/>
                  </a:cubicBezTo>
                  <a:cubicBezTo>
                    <a:pt x="67" y="1471"/>
                    <a:pt x="100" y="1571"/>
                    <a:pt x="167" y="1638"/>
                  </a:cubicBezTo>
                  <a:cubicBezTo>
                    <a:pt x="267" y="1771"/>
                    <a:pt x="401" y="1905"/>
                    <a:pt x="567" y="1971"/>
                  </a:cubicBezTo>
                  <a:cubicBezTo>
                    <a:pt x="734" y="2038"/>
                    <a:pt x="901" y="2072"/>
                    <a:pt x="1068" y="2072"/>
                  </a:cubicBezTo>
                  <a:lnTo>
                    <a:pt x="1668" y="2072"/>
                  </a:lnTo>
                  <a:lnTo>
                    <a:pt x="1735" y="2205"/>
                  </a:lnTo>
                  <a:cubicBezTo>
                    <a:pt x="1768" y="2305"/>
                    <a:pt x="1835" y="2372"/>
                    <a:pt x="1902" y="2472"/>
                  </a:cubicBezTo>
                  <a:cubicBezTo>
                    <a:pt x="1974" y="2520"/>
                    <a:pt x="2097" y="2637"/>
                    <a:pt x="2198" y="2637"/>
                  </a:cubicBezTo>
                  <a:cubicBezTo>
                    <a:pt x="2238" y="2637"/>
                    <a:pt x="2274" y="2619"/>
                    <a:pt x="2302" y="2572"/>
                  </a:cubicBezTo>
                  <a:cubicBezTo>
                    <a:pt x="2335" y="2505"/>
                    <a:pt x="2369" y="2438"/>
                    <a:pt x="2369" y="2338"/>
                  </a:cubicBezTo>
                  <a:cubicBezTo>
                    <a:pt x="2402" y="2272"/>
                    <a:pt x="2435" y="2238"/>
                    <a:pt x="2469" y="2205"/>
                  </a:cubicBezTo>
                  <a:cubicBezTo>
                    <a:pt x="2502" y="2205"/>
                    <a:pt x="2536" y="2138"/>
                    <a:pt x="2569" y="2105"/>
                  </a:cubicBezTo>
                  <a:cubicBezTo>
                    <a:pt x="2569" y="2072"/>
                    <a:pt x="2502" y="2038"/>
                    <a:pt x="2469" y="2005"/>
                  </a:cubicBezTo>
                  <a:cubicBezTo>
                    <a:pt x="2402" y="2005"/>
                    <a:pt x="2369" y="1971"/>
                    <a:pt x="2302" y="1971"/>
                  </a:cubicBezTo>
                  <a:cubicBezTo>
                    <a:pt x="2369" y="1938"/>
                    <a:pt x="2435" y="1938"/>
                    <a:pt x="2502" y="1905"/>
                  </a:cubicBezTo>
                  <a:cubicBezTo>
                    <a:pt x="2602" y="1871"/>
                    <a:pt x="2669" y="1805"/>
                    <a:pt x="2769" y="1771"/>
                  </a:cubicBezTo>
                  <a:cubicBezTo>
                    <a:pt x="2902" y="1638"/>
                    <a:pt x="3103" y="1538"/>
                    <a:pt x="3303" y="1471"/>
                  </a:cubicBezTo>
                  <a:cubicBezTo>
                    <a:pt x="3374" y="1447"/>
                    <a:pt x="3445" y="1436"/>
                    <a:pt x="3514" y="1436"/>
                  </a:cubicBezTo>
                  <a:cubicBezTo>
                    <a:pt x="3641" y="1436"/>
                    <a:pt x="3762" y="1473"/>
                    <a:pt x="3870" y="1538"/>
                  </a:cubicBezTo>
                  <a:cubicBezTo>
                    <a:pt x="3970" y="1571"/>
                    <a:pt x="4037" y="1638"/>
                    <a:pt x="4103" y="1705"/>
                  </a:cubicBezTo>
                  <a:cubicBezTo>
                    <a:pt x="4130" y="1732"/>
                    <a:pt x="4157" y="1780"/>
                    <a:pt x="4202" y="1780"/>
                  </a:cubicBezTo>
                  <a:cubicBezTo>
                    <a:pt x="4213" y="1780"/>
                    <a:pt x="4224" y="1778"/>
                    <a:pt x="4237" y="1771"/>
                  </a:cubicBezTo>
                  <a:cubicBezTo>
                    <a:pt x="4270" y="1771"/>
                    <a:pt x="4270" y="1638"/>
                    <a:pt x="4270" y="1605"/>
                  </a:cubicBezTo>
                  <a:cubicBezTo>
                    <a:pt x="4237" y="1504"/>
                    <a:pt x="4170" y="1404"/>
                    <a:pt x="4137" y="1338"/>
                  </a:cubicBezTo>
                  <a:cubicBezTo>
                    <a:pt x="4103" y="1238"/>
                    <a:pt x="4037" y="1171"/>
                    <a:pt x="4003" y="1138"/>
                  </a:cubicBezTo>
                  <a:cubicBezTo>
                    <a:pt x="3937" y="1071"/>
                    <a:pt x="3937" y="1004"/>
                    <a:pt x="4003" y="937"/>
                  </a:cubicBezTo>
                  <a:lnTo>
                    <a:pt x="4070" y="837"/>
                  </a:lnTo>
                  <a:cubicBezTo>
                    <a:pt x="4137" y="637"/>
                    <a:pt x="4137" y="470"/>
                    <a:pt x="4103" y="270"/>
                  </a:cubicBezTo>
                  <a:cubicBezTo>
                    <a:pt x="4037" y="270"/>
                    <a:pt x="3937" y="337"/>
                    <a:pt x="3903" y="404"/>
                  </a:cubicBezTo>
                  <a:lnTo>
                    <a:pt x="3836" y="437"/>
                  </a:lnTo>
                  <a:cubicBezTo>
                    <a:pt x="3770" y="504"/>
                    <a:pt x="3736" y="570"/>
                    <a:pt x="3670" y="604"/>
                  </a:cubicBezTo>
                  <a:cubicBezTo>
                    <a:pt x="3503" y="737"/>
                    <a:pt x="3303" y="771"/>
                    <a:pt x="3103" y="771"/>
                  </a:cubicBezTo>
                  <a:cubicBezTo>
                    <a:pt x="3003" y="737"/>
                    <a:pt x="2902" y="704"/>
                    <a:pt x="2802" y="671"/>
                  </a:cubicBezTo>
                  <a:cubicBezTo>
                    <a:pt x="2836" y="637"/>
                    <a:pt x="2869" y="604"/>
                    <a:pt x="2836" y="570"/>
                  </a:cubicBezTo>
                  <a:cubicBezTo>
                    <a:pt x="2802" y="504"/>
                    <a:pt x="2736" y="470"/>
                    <a:pt x="2669" y="437"/>
                  </a:cubicBezTo>
                  <a:lnTo>
                    <a:pt x="2402" y="304"/>
                  </a:lnTo>
                  <a:cubicBezTo>
                    <a:pt x="2202" y="204"/>
                    <a:pt x="2002" y="170"/>
                    <a:pt x="1835" y="70"/>
                  </a:cubicBezTo>
                  <a:cubicBezTo>
                    <a:pt x="1753" y="29"/>
                    <a:pt x="1657" y="0"/>
                    <a:pt x="15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7" name="Google Shape;277;p14"/>
            <p:cNvSpPr/>
            <p:nvPr/>
          </p:nvSpPr>
          <p:spPr>
            <a:xfrm>
              <a:off x="5898431" y="3573818"/>
              <a:ext cx="165373" cy="101601"/>
            </a:xfrm>
            <a:custGeom>
              <a:avLst/>
              <a:gdLst/>
              <a:ahLst/>
              <a:cxnLst/>
              <a:rect l="l" t="t" r="r" b="b"/>
              <a:pathLst>
                <a:path w="4271" h="2624" extrusionOk="0">
                  <a:moveTo>
                    <a:pt x="1518" y="0"/>
                  </a:moveTo>
                  <a:cubicBezTo>
                    <a:pt x="1443" y="0"/>
                    <a:pt x="1368" y="17"/>
                    <a:pt x="1302" y="50"/>
                  </a:cubicBezTo>
                  <a:cubicBezTo>
                    <a:pt x="1235" y="117"/>
                    <a:pt x="1201" y="184"/>
                    <a:pt x="1135" y="251"/>
                  </a:cubicBezTo>
                  <a:cubicBezTo>
                    <a:pt x="1135" y="284"/>
                    <a:pt x="1101" y="351"/>
                    <a:pt x="1068" y="384"/>
                  </a:cubicBezTo>
                  <a:cubicBezTo>
                    <a:pt x="1001" y="417"/>
                    <a:pt x="935" y="451"/>
                    <a:pt x="835" y="484"/>
                  </a:cubicBezTo>
                  <a:cubicBezTo>
                    <a:pt x="668" y="584"/>
                    <a:pt x="501" y="684"/>
                    <a:pt x="368" y="851"/>
                  </a:cubicBezTo>
                  <a:cubicBezTo>
                    <a:pt x="201" y="951"/>
                    <a:pt x="101" y="1118"/>
                    <a:pt x="34" y="1285"/>
                  </a:cubicBezTo>
                  <a:cubicBezTo>
                    <a:pt x="1" y="1351"/>
                    <a:pt x="1" y="1418"/>
                    <a:pt x="34" y="1485"/>
                  </a:cubicBezTo>
                  <a:cubicBezTo>
                    <a:pt x="67" y="1585"/>
                    <a:pt x="101" y="1652"/>
                    <a:pt x="167" y="1718"/>
                  </a:cubicBezTo>
                  <a:cubicBezTo>
                    <a:pt x="267" y="1852"/>
                    <a:pt x="434" y="1952"/>
                    <a:pt x="601" y="2019"/>
                  </a:cubicBezTo>
                  <a:cubicBezTo>
                    <a:pt x="734" y="2085"/>
                    <a:pt x="901" y="2119"/>
                    <a:pt x="1068" y="2119"/>
                  </a:cubicBezTo>
                  <a:cubicBezTo>
                    <a:pt x="1268" y="2119"/>
                    <a:pt x="1468" y="2085"/>
                    <a:pt x="1668" y="2085"/>
                  </a:cubicBezTo>
                  <a:cubicBezTo>
                    <a:pt x="1702" y="2119"/>
                    <a:pt x="1735" y="2152"/>
                    <a:pt x="1735" y="2185"/>
                  </a:cubicBezTo>
                  <a:cubicBezTo>
                    <a:pt x="1802" y="2285"/>
                    <a:pt x="1869" y="2385"/>
                    <a:pt x="1935" y="2452"/>
                  </a:cubicBezTo>
                  <a:cubicBezTo>
                    <a:pt x="2005" y="2522"/>
                    <a:pt x="2122" y="2623"/>
                    <a:pt x="2232" y="2623"/>
                  </a:cubicBezTo>
                  <a:cubicBezTo>
                    <a:pt x="2281" y="2623"/>
                    <a:pt x="2328" y="2603"/>
                    <a:pt x="2369" y="2552"/>
                  </a:cubicBezTo>
                  <a:cubicBezTo>
                    <a:pt x="2402" y="2486"/>
                    <a:pt x="2402" y="2385"/>
                    <a:pt x="2436" y="2319"/>
                  </a:cubicBezTo>
                  <a:cubicBezTo>
                    <a:pt x="2436" y="2252"/>
                    <a:pt x="2469" y="2185"/>
                    <a:pt x="2502" y="2152"/>
                  </a:cubicBezTo>
                  <a:cubicBezTo>
                    <a:pt x="2536" y="2119"/>
                    <a:pt x="2569" y="2119"/>
                    <a:pt x="2569" y="2085"/>
                  </a:cubicBezTo>
                  <a:cubicBezTo>
                    <a:pt x="2602" y="2052"/>
                    <a:pt x="2536" y="1985"/>
                    <a:pt x="2502" y="1985"/>
                  </a:cubicBezTo>
                  <a:cubicBezTo>
                    <a:pt x="2436" y="1985"/>
                    <a:pt x="2369" y="1952"/>
                    <a:pt x="2336" y="1918"/>
                  </a:cubicBezTo>
                  <a:cubicBezTo>
                    <a:pt x="2402" y="1918"/>
                    <a:pt x="2469" y="1885"/>
                    <a:pt x="2536" y="1852"/>
                  </a:cubicBezTo>
                  <a:cubicBezTo>
                    <a:pt x="2602" y="1818"/>
                    <a:pt x="2703" y="1785"/>
                    <a:pt x="2769" y="1718"/>
                  </a:cubicBezTo>
                  <a:cubicBezTo>
                    <a:pt x="2936" y="1585"/>
                    <a:pt x="3103" y="1451"/>
                    <a:pt x="3303" y="1385"/>
                  </a:cubicBezTo>
                  <a:cubicBezTo>
                    <a:pt x="3393" y="1355"/>
                    <a:pt x="3483" y="1338"/>
                    <a:pt x="3570" y="1338"/>
                  </a:cubicBezTo>
                  <a:cubicBezTo>
                    <a:pt x="3676" y="1338"/>
                    <a:pt x="3778" y="1363"/>
                    <a:pt x="3870" y="1418"/>
                  </a:cubicBezTo>
                  <a:cubicBezTo>
                    <a:pt x="3970" y="1451"/>
                    <a:pt x="4037" y="1518"/>
                    <a:pt x="4104" y="1585"/>
                  </a:cubicBezTo>
                  <a:cubicBezTo>
                    <a:pt x="4131" y="1612"/>
                    <a:pt x="4179" y="1661"/>
                    <a:pt x="4215" y="1661"/>
                  </a:cubicBezTo>
                  <a:cubicBezTo>
                    <a:pt x="4223" y="1661"/>
                    <a:pt x="4231" y="1658"/>
                    <a:pt x="4237" y="1652"/>
                  </a:cubicBezTo>
                  <a:cubicBezTo>
                    <a:pt x="4270" y="1618"/>
                    <a:pt x="4270" y="1518"/>
                    <a:pt x="4270" y="1485"/>
                  </a:cubicBezTo>
                  <a:cubicBezTo>
                    <a:pt x="4237" y="1385"/>
                    <a:pt x="4170" y="1251"/>
                    <a:pt x="4137" y="1185"/>
                  </a:cubicBezTo>
                  <a:cubicBezTo>
                    <a:pt x="4070" y="1118"/>
                    <a:pt x="4037" y="1051"/>
                    <a:pt x="3970" y="984"/>
                  </a:cubicBezTo>
                  <a:cubicBezTo>
                    <a:pt x="3937" y="918"/>
                    <a:pt x="3903" y="884"/>
                    <a:pt x="3937" y="818"/>
                  </a:cubicBezTo>
                  <a:cubicBezTo>
                    <a:pt x="3970" y="784"/>
                    <a:pt x="4003" y="718"/>
                    <a:pt x="4003" y="684"/>
                  </a:cubicBezTo>
                  <a:cubicBezTo>
                    <a:pt x="4070" y="517"/>
                    <a:pt x="4070" y="317"/>
                    <a:pt x="4037" y="117"/>
                  </a:cubicBezTo>
                  <a:lnTo>
                    <a:pt x="4037" y="117"/>
                  </a:lnTo>
                  <a:cubicBezTo>
                    <a:pt x="3937" y="151"/>
                    <a:pt x="3870" y="184"/>
                    <a:pt x="3803" y="284"/>
                  </a:cubicBezTo>
                  <a:lnTo>
                    <a:pt x="3770" y="317"/>
                  </a:lnTo>
                  <a:cubicBezTo>
                    <a:pt x="3703" y="384"/>
                    <a:pt x="3670" y="451"/>
                    <a:pt x="3603" y="484"/>
                  </a:cubicBezTo>
                  <a:cubicBezTo>
                    <a:pt x="3463" y="604"/>
                    <a:pt x="3287" y="664"/>
                    <a:pt x="3111" y="664"/>
                  </a:cubicBezTo>
                  <a:cubicBezTo>
                    <a:pt x="2993" y="664"/>
                    <a:pt x="2876" y="638"/>
                    <a:pt x="2769" y="584"/>
                  </a:cubicBezTo>
                  <a:cubicBezTo>
                    <a:pt x="2803" y="551"/>
                    <a:pt x="2803" y="517"/>
                    <a:pt x="2769" y="484"/>
                  </a:cubicBezTo>
                  <a:cubicBezTo>
                    <a:pt x="2736" y="417"/>
                    <a:pt x="2669" y="384"/>
                    <a:pt x="2602" y="384"/>
                  </a:cubicBezTo>
                  <a:cubicBezTo>
                    <a:pt x="2569" y="351"/>
                    <a:pt x="2436" y="284"/>
                    <a:pt x="2336" y="251"/>
                  </a:cubicBezTo>
                  <a:cubicBezTo>
                    <a:pt x="2135" y="151"/>
                    <a:pt x="1902" y="117"/>
                    <a:pt x="1735" y="50"/>
                  </a:cubicBezTo>
                  <a:cubicBezTo>
                    <a:pt x="1668" y="17"/>
                    <a:pt x="1593" y="0"/>
                    <a:pt x="15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78" name="Google Shape;278;p14"/>
          <p:cNvSpPr/>
          <p:nvPr/>
        </p:nvSpPr>
        <p:spPr>
          <a:xfrm>
            <a:off x="8753116" y="6277864"/>
            <a:ext cx="3440841" cy="293859"/>
          </a:xfrm>
          <a:custGeom>
            <a:avLst/>
            <a:gdLst/>
            <a:ahLst/>
            <a:cxnLst/>
            <a:rect l="l" t="t" r="r" b="b"/>
            <a:pathLst>
              <a:path w="74828" h="6391" extrusionOk="0">
                <a:moveTo>
                  <a:pt x="74828" y="0"/>
                </a:moveTo>
                <a:cubicBezTo>
                  <a:pt x="54536" y="1366"/>
                  <a:pt x="34146" y="1586"/>
                  <a:pt x="13756" y="1781"/>
                </a:cubicBezTo>
                <a:lnTo>
                  <a:pt x="27122" y="3098"/>
                </a:lnTo>
                <a:cubicBezTo>
                  <a:pt x="20189" y="3829"/>
                  <a:pt x="13243" y="4199"/>
                  <a:pt x="6292" y="4199"/>
                </a:cubicBezTo>
                <a:cubicBezTo>
                  <a:pt x="4195" y="4199"/>
                  <a:pt x="2098" y="4166"/>
                  <a:pt x="0" y="4098"/>
                </a:cubicBezTo>
                <a:lnTo>
                  <a:pt x="0" y="4098"/>
                </a:lnTo>
                <a:cubicBezTo>
                  <a:pt x="7559" y="5276"/>
                  <a:pt x="15184" y="5861"/>
                  <a:pt x="22816" y="5861"/>
                </a:cubicBezTo>
                <a:cubicBezTo>
                  <a:pt x="26561" y="5861"/>
                  <a:pt x="30307" y="5720"/>
                  <a:pt x="34048" y="5439"/>
                </a:cubicBezTo>
                <a:cubicBezTo>
                  <a:pt x="37487" y="5171"/>
                  <a:pt x="40926" y="4805"/>
                  <a:pt x="44390" y="4659"/>
                </a:cubicBezTo>
                <a:cubicBezTo>
                  <a:pt x="45675" y="4602"/>
                  <a:pt x="46963" y="4578"/>
                  <a:pt x="48252" y="4578"/>
                </a:cubicBezTo>
                <a:cubicBezTo>
                  <a:pt x="51364" y="4578"/>
                  <a:pt x="54480" y="4716"/>
                  <a:pt x="57584" y="4854"/>
                </a:cubicBezTo>
                <a:cubicBezTo>
                  <a:pt x="63340" y="5098"/>
                  <a:pt x="69243" y="5366"/>
                  <a:pt x="74828" y="6390"/>
                </a:cubicBezTo>
                <a:lnTo>
                  <a:pt x="74828" y="0"/>
                </a:ln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9" name="Google Shape;279;p14"/>
          <p:cNvSpPr/>
          <p:nvPr/>
        </p:nvSpPr>
        <p:spPr>
          <a:xfrm>
            <a:off x="-200" y="3754033"/>
            <a:ext cx="3344413" cy="302411"/>
          </a:xfrm>
          <a:custGeom>
            <a:avLst/>
            <a:gdLst/>
            <a:ahLst/>
            <a:cxnLst/>
            <a:rect l="l" t="t" r="r" b="b"/>
            <a:pathLst>
              <a:path w="72731" h="6577" extrusionOk="0">
                <a:moveTo>
                  <a:pt x="6033" y="0"/>
                </a:moveTo>
                <a:cubicBezTo>
                  <a:pt x="4022" y="0"/>
                  <a:pt x="2008" y="129"/>
                  <a:pt x="0" y="387"/>
                </a:cubicBezTo>
                <a:lnTo>
                  <a:pt x="0" y="5924"/>
                </a:lnTo>
                <a:cubicBezTo>
                  <a:pt x="2212" y="5131"/>
                  <a:pt x="4316" y="4071"/>
                  <a:pt x="6558" y="4071"/>
                </a:cubicBezTo>
                <a:cubicBezTo>
                  <a:pt x="6937" y="4071"/>
                  <a:pt x="7320" y="4101"/>
                  <a:pt x="7707" y="4168"/>
                </a:cubicBezTo>
                <a:cubicBezTo>
                  <a:pt x="9049" y="4387"/>
                  <a:pt x="10171" y="5046"/>
                  <a:pt x="11439" y="5436"/>
                </a:cubicBezTo>
                <a:cubicBezTo>
                  <a:pt x="12854" y="5851"/>
                  <a:pt x="14390" y="5973"/>
                  <a:pt x="15902" y="6070"/>
                </a:cubicBezTo>
                <a:cubicBezTo>
                  <a:pt x="21369" y="6417"/>
                  <a:pt x="26835" y="6576"/>
                  <a:pt x="32316" y="6576"/>
                </a:cubicBezTo>
                <a:cubicBezTo>
                  <a:pt x="33389" y="6576"/>
                  <a:pt x="34462" y="6570"/>
                  <a:pt x="35536" y="6558"/>
                </a:cubicBezTo>
                <a:cubicBezTo>
                  <a:pt x="31390" y="6412"/>
                  <a:pt x="27292" y="5851"/>
                  <a:pt x="23268" y="4826"/>
                </a:cubicBezTo>
                <a:cubicBezTo>
                  <a:pt x="25338" y="4383"/>
                  <a:pt x="27448" y="4225"/>
                  <a:pt x="29580" y="4225"/>
                </a:cubicBezTo>
                <a:cubicBezTo>
                  <a:pt x="34128" y="4225"/>
                  <a:pt x="38774" y="4944"/>
                  <a:pt x="43341" y="5143"/>
                </a:cubicBezTo>
                <a:cubicBezTo>
                  <a:pt x="44191" y="5178"/>
                  <a:pt x="45042" y="5194"/>
                  <a:pt x="45893" y="5194"/>
                </a:cubicBezTo>
                <a:cubicBezTo>
                  <a:pt x="50407" y="5194"/>
                  <a:pt x="54919" y="4749"/>
                  <a:pt x="59414" y="4339"/>
                </a:cubicBezTo>
                <a:cubicBezTo>
                  <a:pt x="63901" y="3900"/>
                  <a:pt x="68462" y="3461"/>
                  <a:pt x="72730" y="2265"/>
                </a:cubicBezTo>
                <a:cubicBezTo>
                  <a:pt x="70452" y="1811"/>
                  <a:pt x="68142" y="1652"/>
                  <a:pt x="65813" y="1652"/>
                </a:cubicBezTo>
                <a:cubicBezTo>
                  <a:pt x="60350" y="1652"/>
                  <a:pt x="54781" y="2528"/>
                  <a:pt x="49275" y="2528"/>
                </a:cubicBezTo>
                <a:cubicBezTo>
                  <a:pt x="48434" y="2528"/>
                  <a:pt x="47593" y="2508"/>
                  <a:pt x="46755" y="2461"/>
                </a:cubicBezTo>
                <a:cubicBezTo>
                  <a:pt x="40531" y="2132"/>
                  <a:pt x="34410" y="350"/>
                  <a:pt x="28276" y="350"/>
                </a:cubicBezTo>
                <a:cubicBezTo>
                  <a:pt x="27128" y="350"/>
                  <a:pt x="25979" y="412"/>
                  <a:pt x="24829" y="558"/>
                </a:cubicBezTo>
                <a:cubicBezTo>
                  <a:pt x="23024" y="802"/>
                  <a:pt x="21268" y="1217"/>
                  <a:pt x="19463" y="1266"/>
                </a:cubicBezTo>
                <a:cubicBezTo>
                  <a:pt x="19310" y="1271"/>
                  <a:pt x="19157" y="1273"/>
                  <a:pt x="19005" y="1273"/>
                </a:cubicBezTo>
                <a:cubicBezTo>
                  <a:pt x="17014" y="1273"/>
                  <a:pt x="15045" y="851"/>
                  <a:pt x="13098" y="534"/>
                </a:cubicBezTo>
                <a:cubicBezTo>
                  <a:pt x="10753" y="178"/>
                  <a:pt x="8395" y="0"/>
                  <a:pt x="6033"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0" name="Google Shape;280;p14"/>
          <p:cNvSpPr txBox="1">
            <a:spLocks noGrp="1"/>
          </p:cNvSpPr>
          <p:nvPr>
            <p:ph type="title" idx="2"/>
          </p:nvPr>
        </p:nvSpPr>
        <p:spPr>
          <a:xfrm>
            <a:off x="950967" y="716800"/>
            <a:ext cx="62256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Tree>
    <p:extLst>
      <p:ext uri="{BB962C8B-B14F-4D97-AF65-F5344CB8AC3E}">
        <p14:creationId xmlns:p14="http://schemas.microsoft.com/office/powerpoint/2010/main" val="39740303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81"/>
        <p:cNvGrpSpPr/>
        <p:nvPr/>
      </p:nvGrpSpPr>
      <p:grpSpPr>
        <a:xfrm>
          <a:off x="0" y="0"/>
          <a:ext cx="0" cy="0"/>
          <a:chOff x="0" y="0"/>
          <a:chExt cx="0" cy="0"/>
        </a:xfrm>
      </p:grpSpPr>
      <p:sp>
        <p:nvSpPr>
          <p:cNvPr id="282" name="Google Shape;282;p15"/>
          <p:cNvSpPr txBox="1">
            <a:spLocks noGrp="1"/>
          </p:cNvSpPr>
          <p:nvPr>
            <p:ph type="title"/>
          </p:nvPr>
        </p:nvSpPr>
        <p:spPr>
          <a:xfrm>
            <a:off x="1580833" y="4295900"/>
            <a:ext cx="2233600" cy="41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2200"/>
              <a:buNone/>
              <a:defRPr sz="3200" b="1">
                <a:solidFill>
                  <a:schemeClr val="accent3"/>
                </a:solidFill>
              </a:defRPr>
            </a:lvl1pPr>
            <a:lvl2pPr lvl="1" algn="ctr" rtl="0">
              <a:spcBef>
                <a:spcPts val="0"/>
              </a:spcBef>
              <a:spcAft>
                <a:spcPts val="0"/>
              </a:spcAft>
              <a:buSzPts val="3000"/>
              <a:buNone/>
              <a:defRPr>
                <a:latin typeface="Poppins"/>
                <a:ea typeface="Poppins"/>
                <a:cs typeface="Poppins"/>
                <a:sym typeface="Poppins"/>
              </a:defRPr>
            </a:lvl2pPr>
            <a:lvl3pPr lvl="2" algn="ctr" rtl="0">
              <a:spcBef>
                <a:spcPts val="0"/>
              </a:spcBef>
              <a:spcAft>
                <a:spcPts val="0"/>
              </a:spcAft>
              <a:buSzPts val="3000"/>
              <a:buNone/>
              <a:defRPr>
                <a:latin typeface="Poppins"/>
                <a:ea typeface="Poppins"/>
                <a:cs typeface="Poppins"/>
                <a:sym typeface="Poppins"/>
              </a:defRPr>
            </a:lvl3pPr>
            <a:lvl4pPr lvl="3" algn="ctr" rtl="0">
              <a:spcBef>
                <a:spcPts val="0"/>
              </a:spcBef>
              <a:spcAft>
                <a:spcPts val="0"/>
              </a:spcAft>
              <a:buSzPts val="3000"/>
              <a:buNone/>
              <a:defRPr>
                <a:latin typeface="Poppins"/>
                <a:ea typeface="Poppins"/>
                <a:cs typeface="Poppins"/>
                <a:sym typeface="Poppins"/>
              </a:defRPr>
            </a:lvl4pPr>
            <a:lvl5pPr lvl="4" algn="ctr" rtl="0">
              <a:spcBef>
                <a:spcPts val="0"/>
              </a:spcBef>
              <a:spcAft>
                <a:spcPts val="0"/>
              </a:spcAft>
              <a:buSzPts val="3000"/>
              <a:buNone/>
              <a:defRPr>
                <a:latin typeface="Poppins"/>
                <a:ea typeface="Poppins"/>
                <a:cs typeface="Poppins"/>
                <a:sym typeface="Poppins"/>
              </a:defRPr>
            </a:lvl5pPr>
            <a:lvl6pPr lvl="5" algn="ctr" rtl="0">
              <a:spcBef>
                <a:spcPts val="0"/>
              </a:spcBef>
              <a:spcAft>
                <a:spcPts val="0"/>
              </a:spcAft>
              <a:buSzPts val="3000"/>
              <a:buNone/>
              <a:defRPr>
                <a:latin typeface="Poppins"/>
                <a:ea typeface="Poppins"/>
                <a:cs typeface="Poppins"/>
                <a:sym typeface="Poppins"/>
              </a:defRPr>
            </a:lvl6pPr>
            <a:lvl7pPr lvl="6" algn="ctr" rtl="0">
              <a:spcBef>
                <a:spcPts val="0"/>
              </a:spcBef>
              <a:spcAft>
                <a:spcPts val="0"/>
              </a:spcAft>
              <a:buSzPts val="3000"/>
              <a:buNone/>
              <a:defRPr>
                <a:latin typeface="Poppins"/>
                <a:ea typeface="Poppins"/>
                <a:cs typeface="Poppins"/>
                <a:sym typeface="Poppins"/>
              </a:defRPr>
            </a:lvl7pPr>
            <a:lvl8pPr lvl="7" algn="ctr" rtl="0">
              <a:spcBef>
                <a:spcPts val="0"/>
              </a:spcBef>
              <a:spcAft>
                <a:spcPts val="0"/>
              </a:spcAft>
              <a:buSzPts val="3000"/>
              <a:buNone/>
              <a:defRPr>
                <a:latin typeface="Poppins"/>
                <a:ea typeface="Poppins"/>
                <a:cs typeface="Poppins"/>
                <a:sym typeface="Poppins"/>
              </a:defRPr>
            </a:lvl8pPr>
            <a:lvl9pPr lvl="8" algn="ctr"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283" name="Google Shape;283;p15"/>
          <p:cNvSpPr txBox="1">
            <a:spLocks noGrp="1"/>
          </p:cNvSpPr>
          <p:nvPr>
            <p:ph type="subTitle" idx="1"/>
          </p:nvPr>
        </p:nvSpPr>
        <p:spPr>
          <a:xfrm>
            <a:off x="1137833" y="4861032"/>
            <a:ext cx="3119600" cy="89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84" name="Google Shape;284;p15"/>
          <p:cNvSpPr txBox="1">
            <a:spLocks noGrp="1"/>
          </p:cNvSpPr>
          <p:nvPr>
            <p:ph type="title" idx="2"/>
          </p:nvPr>
        </p:nvSpPr>
        <p:spPr>
          <a:xfrm>
            <a:off x="950967" y="716800"/>
            <a:ext cx="67048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285" name="Google Shape;285;p15"/>
          <p:cNvSpPr txBox="1">
            <a:spLocks noGrp="1"/>
          </p:cNvSpPr>
          <p:nvPr>
            <p:ph type="title" idx="3"/>
          </p:nvPr>
        </p:nvSpPr>
        <p:spPr>
          <a:xfrm>
            <a:off x="4979200" y="2102000"/>
            <a:ext cx="2233600" cy="41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2200"/>
              <a:buNone/>
              <a:defRPr sz="3200" b="1">
                <a:solidFill>
                  <a:schemeClr val="accent3"/>
                </a:solidFill>
              </a:defRPr>
            </a:lvl1pPr>
            <a:lvl2pPr lvl="1" algn="ctr" rtl="0">
              <a:spcBef>
                <a:spcPts val="0"/>
              </a:spcBef>
              <a:spcAft>
                <a:spcPts val="0"/>
              </a:spcAft>
              <a:buSzPts val="3000"/>
              <a:buNone/>
              <a:defRPr>
                <a:latin typeface="Poppins"/>
                <a:ea typeface="Poppins"/>
                <a:cs typeface="Poppins"/>
                <a:sym typeface="Poppins"/>
              </a:defRPr>
            </a:lvl2pPr>
            <a:lvl3pPr lvl="2" algn="ctr" rtl="0">
              <a:spcBef>
                <a:spcPts val="0"/>
              </a:spcBef>
              <a:spcAft>
                <a:spcPts val="0"/>
              </a:spcAft>
              <a:buSzPts val="3000"/>
              <a:buNone/>
              <a:defRPr>
                <a:latin typeface="Poppins"/>
                <a:ea typeface="Poppins"/>
                <a:cs typeface="Poppins"/>
                <a:sym typeface="Poppins"/>
              </a:defRPr>
            </a:lvl3pPr>
            <a:lvl4pPr lvl="3" algn="ctr" rtl="0">
              <a:spcBef>
                <a:spcPts val="0"/>
              </a:spcBef>
              <a:spcAft>
                <a:spcPts val="0"/>
              </a:spcAft>
              <a:buSzPts val="3000"/>
              <a:buNone/>
              <a:defRPr>
                <a:latin typeface="Poppins"/>
                <a:ea typeface="Poppins"/>
                <a:cs typeface="Poppins"/>
                <a:sym typeface="Poppins"/>
              </a:defRPr>
            </a:lvl4pPr>
            <a:lvl5pPr lvl="4" algn="ctr" rtl="0">
              <a:spcBef>
                <a:spcPts val="0"/>
              </a:spcBef>
              <a:spcAft>
                <a:spcPts val="0"/>
              </a:spcAft>
              <a:buSzPts val="3000"/>
              <a:buNone/>
              <a:defRPr>
                <a:latin typeface="Poppins"/>
                <a:ea typeface="Poppins"/>
                <a:cs typeface="Poppins"/>
                <a:sym typeface="Poppins"/>
              </a:defRPr>
            </a:lvl5pPr>
            <a:lvl6pPr lvl="5" algn="ctr" rtl="0">
              <a:spcBef>
                <a:spcPts val="0"/>
              </a:spcBef>
              <a:spcAft>
                <a:spcPts val="0"/>
              </a:spcAft>
              <a:buSzPts val="3000"/>
              <a:buNone/>
              <a:defRPr>
                <a:latin typeface="Poppins"/>
                <a:ea typeface="Poppins"/>
                <a:cs typeface="Poppins"/>
                <a:sym typeface="Poppins"/>
              </a:defRPr>
            </a:lvl6pPr>
            <a:lvl7pPr lvl="6" algn="ctr" rtl="0">
              <a:spcBef>
                <a:spcPts val="0"/>
              </a:spcBef>
              <a:spcAft>
                <a:spcPts val="0"/>
              </a:spcAft>
              <a:buSzPts val="3000"/>
              <a:buNone/>
              <a:defRPr>
                <a:latin typeface="Poppins"/>
                <a:ea typeface="Poppins"/>
                <a:cs typeface="Poppins"/>
                <a:sym typeface="Poppins"/>
              </a:defRPr>
            </a:lvl7pPr>
            <a:lvl8pPr lvl="7" algn="ctr" rtl="0">
              <a:spcBef>
                <a:spcPts val="0"/>
              </a:spcBef>
              <a:spcAft>
                <a:spcPts val="0"/>
              </a:spcAft>
              <a:buSzPts val="3000"/>
              <a:buNone/>
              <a:defRPr>
                <a:latin typeface="Poppins"/>
                <a:ea typeface="Poppins"/>
                <a:cs typeface="Poppins"/>
                <a:sym typeface="Poppins"/>
              </a:defRPr>
            </a:lvl8pPr>
            <a:lvl9pPr lvl="8" algn="ctr"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286" name="Google Shape;286;p15"/>
          <p:cNvSpPr txBox="1">
            <a:spLocks noGrp="1"/>
          </p:cNvSpPr>
          <p:nvPr>
            <p:ph type="subTitle" idx="4"/>
          </p:nvPr>
        </p:nvSpPr>
        <p:spPr>
          <a:xfrm>
            <a:off x="4536200" y="2667849"/>
            <a:ext cx="3119600" cy="89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87" name="Google Shape;287;p15"/>
          <p:cNvSpPr txBox="1">
            <a:spLocks noGrp="1"/>
          </p:cNvSpPr>
          <p:nvPr>
            <p:ph type="title" idx="5"/>
          </p:nvPr>
        </p:nvSpPr>
        <p:spPr>
          <a:xfrm>
            <a:off x="8377567" y="4295900"/>
            <a:ext cx="2233600" cy="41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2200"/>
              <a:buNone/>
              <a:defRPr sz="3200" b="1">
                <a:solidFill>
                  <a:schemeClr val="accent3"/>
                </a:solidFill>
              </a:defRPr>
            </a:lvl1pPr>
            <a:lvl2pPr lvl="1" algn="ctr" rtl="0">
              <a:spcBef>
                <a:spcPts val="0"/>
              </a:spcBef>
              <a:spcAft>
                <a:spcPts val="0"/>
              </a:spcAft>
              <a:buSzPts val="3000"/>
              <a:buNone/>
              <a:defRPr>
                <a:latin typeface="Poppins"/>
                <a:ea typeface="Poppins"/>
                <a:cs typeface="Poppins"/>
                <a:sym typeface="Poppins"/>
              </a:defRPr>
            </a:lvl2pPr>
            <a:lvl3pPr lvl="2" algn="ctr" rtl="0">
              <a:spcBef>
                <a:spcPts val="0"/>
              </a:spcBef>
              <a:spcAft>
                <a:spcPts val="0"/>
              </a:spcAft>
              <a:buSzPts val="3000"/>
              <a:buNone/>
              <a:defRPr>
                <a:latin typeface="Poppins"/>
                <a:ea typeface="Poppins"/>
                <a:cs typeface="Poppins"/>
                <a:sym typeface="Poppins"/>
              </a:defRPr>
            </a:lvl3pPr>
            <a:lvl4pPr lvl="3" algn="ctr" rtl="0">
              <a:spcBef>
                <a:spcPts val="0"/>
              </a:spcBef>
              <a:spcAft>
                <a:spcPts val="0"/>
              </a:spcAft>
              <a:buSzPts val="3000"/>
              <a:buNone/>
              <a:defRPr>
                <a:latin typeface="Poppins"/>
                <a:ea typeface="Poppins"/>
                <a:cs typeface="Poppins"/>
                <a:sym typeface="Poppins"/>
              </a:defRPr>
            </a:lvl4pPr>
            <a:lvl5pPr lvl="4" algn="ctr" rtl="0">
              <a:spcBef>
                <a:spcPts val="0"/>
              </a:spcBef>
              <a:spcAft>
                <a:spcPts val="0"/>
              </a:spcAft>
              <a:buSzPts val="3000"/>
              <a:buNone/>
              <a:defRPr>
                <a:latin typeface="Poppins"/>
                <a:ea typeface="Poppins"/>
                <a:cs typeface="Poppins"/>
                <a:sym typeface="Poppins"/>
              </a:defRPr>
            </a:lvl5pPr>
            <a:lvl6pPr lvl="5" algn="ctr" rtl="0">
              <a:spcBef>
                <a:spcPts val="0"/>
              </a:spcBef>
              <a:spcAft>
                <a:spcPts val="0"/>
              </a:spcAft>
              <a:buSzPts val="3000"/>
              <a:buNone/>
              <a:defRPr>
                <a:latin typeface="Poppins"/>
                <a:ea typeface="Poppins"/>
                <a:cs typeface="Poppins"/>
                <a:sym typeface="Poppins"/>
              </a:defRPr>
            </a:lvl6pPr>
            <a:lvl7pPr lvl="6" algn="ctr" rtl="0">
              <a:spcBef>
                <a:spcPts val="0"/>
              </a:spcBef>
              <a:spcAft>
                <a:spcPts val="0"/>
              </a:spcAft>
              <a:buSzPts val="3000"/>
              <a:buNone/>
              <a:defRPr>
                <a:latin typeface="Poppins"/>
                <a:ea typeface="Poppins"/>
                <a:cs typeface="Poppins"/>
                <a:sym typeface="Poppins"/>
              </a:defRPr>
            </a:lvl7pPr>
            <a:lvl8pPr lvl="7" algn="ctr" rtl="0">
              <a:spcBef>
                <a:spcPts val="0"/>
              </a:spcBef>
              <a:spcAft>
                <a:spcPts val="0"/>
              </a:spcAft>
              <a:buSzPts val="3000"/>
              <a:buNone/>
              <a:defRPr>
                <a:latin typeface="Poppins"/>
                <a:ea typeface="Poppins"/>
                <a:cs typeface="Poppins"/>
                <a:sym typeface="Poppins"/>
              </a:defRPr>
            </a:lvl8pPr>
            <a:lvl9pPr lvl="8" algn="ctr"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288" name="Google Shape;288;p15"/>
          <p:cNvSpPr txBox="1">
            <a:spLocks noGrp="1"/>
          </p:cNvSpPr>
          <p:nvPr>
            <p:ph type="subTitle" idx="6"/>
          </p:nvPr>
        </p:nvSpPr>
        <p:spPr>
          <a:xfrm>
            <a:off x="7934567" y="4861032"/>
            <a:ext cx="3119600" cy="89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89" name="Google Shape;289;p15"/>
          <p:cNvSpPr/>
          <p:nvPr/>
        </p:nvSpPr>
        <p:spPr>
          <a:xfrm>
            <a:off x="8502255" y="481868"/>
            <a:ext cx="5477560" cy="99433"/>
          </a:xfrm>
          <a:custGeom>
            <a:avLst/>
            <a:gdLst/>
            <a:ahLst/>
            <a:cxnLst/>
            <a:rect l="l" t="t" r="r" b="b"/>
            <a:pathLst>
              <a:path w="37074" h="673" extrusionOk="0">
                <a:moveTo>
                  <a:pt x="9314" y="320"/>
                </a:moveTo>
                <a:cubicBezTo>
                  <a:pt x="6368" y="320"/>
                  <a:pt x="1" y="666"/>
                  <a:pt x="1" y="666"/>
                </a:cubicBezTo>
                <a:lnTo>
                  <a:pt x="13976" y="666"/>
                </a:lnTo>
                <a:cubicBezTo>
                  <a:pt x="12819" y="628"/>
                  <a:pt x="11444" y="443"/>
                  <a:pt x="10415" y="349"/>
                </a:cubicBezTo>
                <a:cubicBezTo>
                  <a:pt x="10159" y="329"/>
                  <a:pt x="9779" y="320"/>
                  <a:pt x="9314" y="320"/>
                </a:cubicBezTo>
                <a:close/>
                <a:moveTo>
                  <a:pt x="18194" y="0"/>
                </a:moveTo>
                <a:cubicBezTo>
                  <a:pt x="17226" y="0"/>
                  <a:pt x="16376" y="93"/>
                  <a:pt x="16049" y="349"/>
                </a:cubicBezTo>
                <a:cubicBezTo>
                  <a:pt x="15792" y="551"/>
                  <a:pt x="15313" y="642"/>
                  <a:pt x="14720" y="666"/>
                </a:cubicBezTo>
                <a:lnTo>
                  <a:pt x="37073" y="666"/>
                </a:lnTo>
                <a:cubicBezTo>
                  <a:pt x="36293" y="519"/>
                  <a:pt x="35463" y="397"/>
                  <a:pt x="34659" y="349"/>
                </a:cubicBezTo>
                <a:cubicBezTo>
                  <a:pt x="34138" y="349"/>
                  <a:pt x="31808" y="489"/>
                  <a:pt x="29943" y="489"/>
                </a:cubicBezTo>
                <a:cubicBezTo>
                  <a:pt x="29011" y="489"/>
                  <a:pt x="28195" y="454"/>
                  <a:pt x="27781" y="349"/>
                </a:cubicBezTo>
                <a:cubicBezTo>
                  <a:pt x="27521" y="289"/>
                  <a:pt x="27172" y="267"/>
                  <a:pt x="26770" y="267"/>
                </a:cubicBezTo>
                <a:cubicBezTo>
                  <a:pt x="25634" y="267"/>
                  <a:pt x="24075" y="443"/>
                  <a:pt x="22920" y="443"/>
                </a:cubicBezTo>
                <a:cubicBezTo>
                  <a:pt x="22484" y="443"/>
                  <a:pt x="22106" y="418"/>
                  <a:pt x="21830" y="349"/>
                </a:cubicBezTo>
                <a:cubicBezTo>
                  <a:pt x="21107" y="179"/>
                  <a:pt x="19537" y="0"/>
                  <a:pt x="18194" y="0"/>
                </a:cubicBezTo>
                <a:close/>
                <a:moveTo>
                  <a:pt x="13976" y="666"/>
                </a:moveTo>
                <a:lnTo>
                  <a:pt x="13976" y="666"/>
                </a:lnTo>
                <a:cubicBezTo>
                  <a:pt x="14110" y="670"/>
                  <a:pt x="14241" y="672"/>
                  <a:pt x="14368" y="672"/>
                </a:cubicBezTo>
                <a:cubicBezTo>
                  <a:pt x="14489" y="672"/>
                  <a:pt x="14607" y="670"/>
                  <a:pt x="14720" y="666"/>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0" name="Google Shape;290;p15"/>
          <p:cNvSpPr/>
          <p:nvPr/>
        </p:nvSpPr>
        <p:spPr>
          <a:xfrm>
            <a:off x="-247966" y="6481701"/>
            <a:ext cx="3213519" cy="146233"/>
          </a:xfrm>
          <a:custGeom>
            <a:avLst/>
            <a:gdLst/>
            <a:ahLst/>
            <a:cxnLst/>
            <a:rect l="l" t="t" r="r" b="b"/>
            <a:pathLst>
              <a:path w="27513" h="1252" extrusionOk="0">
                <a:moveTo>
                  <a:pt x="17700" y="1"/>
                </a:moveTo>
                <a:cubicBezTo>
                  <a:pt x="17361" y="1"/>
                  <a:pt x="17043" y="51"/>
                  <a:pt x="16757" y="179"/>
                </a:cubicBezTo>
                <a:cubicBezTo>
                  <a:pt x="15931" y="528"/>
                  <a:pt x="13420" y="697"/>
                  <a:pt x="11895" y="697"/>
                </a:cubicBezTo>
                <a:cubicBezTo>
                  <a:pt x="11393" y="697"/>
                  <a:pt x="10999" y="678"/>
                  <a:pt x="10806" y="642"/>
                </a:cubicBezTo>
                <a:cubicBezTo>
                  <a:pt x="10159" y="557"/>
                  <a:pt x="9507" y="514"/>
                  <a:pt x="8854" y="514"/>
                </a:cubicBezTo>
                <a:cubicBezTo>
                  <a:pt x="8202" y="514"/>
                  <a:pt x="7550" y="557"/>
                  <a:pt x="6903" y="642"/>
                </a:cubicBezTo>
                <a:cubicBezTo>
                  <a:pt x="6715" y="671"/>
                  <a:pt x="6496" y="682"/>
                  <a:pt x="6259" y="682"/>
                </a:cubicBezTo>
                <a:cubicBezTo>
                  <a:pt x="5567" y="682"/>
                  <a:pt x="4713" y="590"/>
                  <a:pt x="3961" y="590"/>
                </a:cubicBezTo>
                <a:cubicBezTo>
                  <a:pt x="3669" y="590"/>
                  <a:pt x="3393" y="604"/>
                  <a:pt x="3147" y="642"/>
                </a:cubicBezTo>
                <a:cubicBezTo>
                  <a:pt x="2050" y="789"/>
                  <a:pt x="1" y="1252"/>
                  <a:pt x="1" y="1252"/>
                </a:cubicBezTo>
                <a:lnTo>
                  <a:pt x="27512" y="1252"/>
                </a:lnTo>
                <a:cubicBezTo>
                  <a:pt x="27512" y="1252"/>
                  <a:pt x="22196" y="959"/>
                  <a:pt x="20805" y="642"/>
                </a:cubicBezTo>
                <a:cubicBezTo>
                  <a:pt x="19778" y="408"/>
                  <a:pt x="18658" y="1"/>
                  <a:pt x="1770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845882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291"/>
        <p:cNvGrpSpPr/>
        <p:nvPr/>
      </p:nvGrpSpPr>
      <p:grpSpPr>
        <a:xfrm>
          <a:off x="0" y="0"/>
          <a:ext cx="0" cy="0"/>
          <a:chOff x="0" y="0"/>
          <a:chExt cx="0" cy="0"/>
        </a:xfrm>
      </p:grpSpPr>
      <p:sp>
        <p:nvSpPr>
          <p:cNvPr id="292" name="Google Shape;292;p16"/>
          <p:cNvSpPr txBox="1">
            <a:spLocks noGrp="1"/>
          </p:cNvSpPr>
          <p:nvPr>
            <p:ph type="title"/>
          </p:nvPr>
        </p:nvSpPr>
        <p:spPr>
          <a:xfrm>
            <a:off x="950967" y="716800"/>
            <a:ext cx="62256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293" name="Google Shape;293;p16"/>
          <p:cNvSpPr txBox="1">
            <a:spLocks noGrp="1"/>
          </p:cNvSpPr>
          <p:nvPr>
            <p:ph type="title" idx="2"/>
          </p:nvPr>
        </p:nvSpPr>
        <p:spPr>
          <a:xfrm>
            <a:off x="1120567" y="4383033"/>
            <a:ext cx="2091600" cy="41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2200"/>
              <a:buNone/>
              <a:defRPr sz="3200" b="1">
                <a:solidFill>
                  <a:schemeClr val="accent3"/>
                </a:solidFill>
              </a:defRPr>
            </a:lvl1pPr>
            <a:lvl2pPr lvl="1" algn="ctr" rtl="0">
              <a:spcBef>
                <a:spcPts val="0"/>
              </a:spcBef>
              <a:spcAft>
                <a:spcPts val="0"/>
              </a:spcAft>
              <a:buSzPts val="3000"/>
              <a:buNone/>
              <a:defRPr>
                <a:latin typeface="Poppins"/>
                <a:ea typeface="Poppins"/>
                <a:cs typeface="Poppins"/>
                <a:sym typeface="Poppins"/>
              </a:defRPr>
            </a:lvl2pPr>
            <a:lvl3pPr lvl="2" algn="ctr" rtl="0">
              <a:spcBef>
                <a:spcPts val="0"/>
              </a:spcBef>
              <a:spcAft>
                <a:spcPts val="0"/>
              </a:spcAft>
              <a:buSzPts val="3000"/>
              <a:buNone/>
              <a:defRPr>
                <a:latin typeface="Poppins"/>
                <a:ea typeface="Poppins"/>
                <a:cs typeface="Poppins"/>
                <a:sym typeface="Poppins"/>
              </a:defRPr>
            </a:lvl3pPr>
            <a:lvl4pPr lvl="3" algn="ctr" rtl="0">
              <a:spcBef>
                <a:spcPts val="0"/>
              </a:spcBef>
              <a:spcAft>
                <a:spcPts val="0"/>
              </a:spcAft>
              <a:buSzPts val="3000"/>
              <a:buNone/>
              <a:defRPr>
                <a:latin typeface="Poppins"/>
                <a:ea typeface="Poppins"/>
                <a:cs typeface="Poppins"/>
                <a:sym typeface="Poppins"/>
              </a:defRPr>
            </a:lvl4pPr>
            <a:lvl5pPr lvl="4" algn="ctr" rtl="0">
              <a:spcBef>
                <a:spcPts val="0"/>
              </a:spcBef>
              <a:spcAft>
                <a:spcPts val="0"/>
              </a:spcAft>
              <a:buSzPts val="3000"/>
              <a:buNone/>
              <a:defRPr>
                <a:latin typeface="Poppins"/>
                <a:ea typeface="Poppins"/>
                <a:cs typeface="Poppins"/>
                <a:sym typeface="Poppins"/>
              </a:defRPr>
            </a:lvl5pPr>
            <a:lvl6pPr lvl="5" algn="ctr" rtl="0">
              <a:spcBef>
                <a:spcPts val="0"/>
              </a:spcBef>
              <a:spcAft>
                <a:spcPts val="0"/>
              </a:spcAft>
              <a:buSzPts val="3000"/>
              <a:buNone/>
              <a:defRPr>
                <a:latin typeface="Poppins"/>
                <a:ea typeface="Poppins"/>
                <a:cs typeface="Poppins"/>
                <a:sym typeface="Poppins"/>
              </a:defRPr>
            </a:lvl6pPr>
            <a:lvl7pPr lvl="6" algn="ctr" rtl="0">
              <a:spcBef>
                <a:spcPts val="0"/>
              </a:spcBef>
              <a:spcAft>
                <a:spcPts val="0"/>
              </a:spcAft>
              <a:buSzPts val="3000"/>
              <a:buNone/>
              <a:defRPr>
                <a:latin typeface="Poppins"/>
                <a:ea typeface="Poppins"/>
                <a:cs typeface="Poppins"/>
                <a:sym typeface="Poppins"/>
              </a:defRPr>
            </a:lvl7pPr>
            <a:lvl8pPr lvl="7" algn="ctr" rtl="0">
              <a:spcBef>
                <a:spcPts val="0"/>
              </a:spcBef>
              <a:spcAft>
                <a:spcPts val="0"/>
              </a:spcAft>
              <a:buSzPts val="3000"/>
              <a:buNone/>
              <a:defRPr>
                <a:latin typeface="Poppins"/>
                <a:ea typeface="Poppins"/>
                <a:cs typeface="Poppins"/>
                <a:sym typeface="Poppins"/>
              </a:defRPr>
            </a:lvl8pPr>
            <a:lvl9pPr lvl="8" algn="ctr"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294" name="Google Shape;294;p16"/>
          <p:cNvSpPr txBox="1">
            <a:spLocks noGrp="1"/>
          </p:cNvSpPr>
          <p:nvPr>
            <p:ph type="subTitle" idx="1"/>
          </p:nvPr>
        </p:nvSpPr>
        <p:spPr>
          <a:xfrm>
            <a:off x="1120600" y="4948167"/>
            <a:ext cx="2091600" cy="89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95" name="Google Shape;295;p16"/>
          <p:cNvSpPr txBox="1">
            <a:spLocks noGrp="1"/>
          </p:cNvSpPr>
          <p:nvPr>
            <p:ph type="title" idx="3" hasCustomPrompt="1"/>
          </p:nvPr>
        </p:nvSpPr>
        <p:spPr>
          <a:xfrm>
            <a:off x="1818967" y="1678517"/>
            <a:ext cx="694800" cy="37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2933" b="1">
                <a:solidFill>
                  <a:schemeClr val="lt1"/>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296" name="Google Shape;296;p16"/>
          <p:cNvSpPr txBox="1">
            <a:spLocks noGrp="1"/>
          </p:cNvSpPr>
          <p:nvPr>
            <p:ph type="title" idx="4"/>
          </p:nvPr>
        </p:nvSpPr>
        <p:spPr>
          <a:xfrm>
            <a:off x="3718833" y="4383033"/>
            <a:ext cx="2091600" cy="41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2200"/>
              <a:buNone/>
              <a:defRPr sz="3200" b="1">
                <a:solidFill>
                  <a:schemeClr val="accent3"/>
                </a:solidFill>
              </a:defRPr>
            </a:lvl1pPr>
            <a:lvl2pPr lvl="1" algn="ctr" rtl="0">
              <a:spcBef>
                <a:spcPts val="0"/>
              </a:spcBef>
              <a:spcAft>
                <a:spcPts val="0"/>
              </a:spcAft>
              <a:buSzPts val="3000"/>
              <a:buNone/>
              <a:defRPr>
                <a:latin typeface="Poppins"/>
                <a:ea typeface="Poppins"/>
                <a:cs typeface="Poppins"/>
                <a:sym typeface="Poppins"/>
              </a:defRPr>
            </a:lvl2pPr>
            <a:lvl3pPr lvl="2" algn="ctr" rtl="0">
              <a:spcBef>
                <a:spcPts val="0"/>
              </a:spcBef>
              <a:spcAft>
                <a:spcPts val="0"/>
              </a:spcAft>
              <a:buSzPts val="3000"/>
              <a:buNone/>
              <a:defRPr>
                <a:latin typeface="Poppins"/>
                <a:ea typeface="Poppins"/>
                <a:cs typeface="Poppins"/>
                <a:sym typeface="Poppins"/>
              </a:defRPr>
            </a:lvl3pPr>
            <a:lvl4pPr lvl="3" algn="ctr" rtl="0">
              <a:spcBef>
                <a:spcPts val="0"/>
              </a:spcBef>
              <a:spcAft>
                <a:spcPts val="0"/>
              </a:spcAft>
              <a:buSzPts val="3000"/>
              <a:buNone/>
              <a:defRPr>
                <a:latin typeface="Poppins"/>
                <a:ea typeface="Poppins"/>
                <a:cs typeface="Poppins"/>
                <a:sym typeface="Poppins"/>
              </a:defRPr>
            </a:lvl4pPr>
            <a:lvl5pPr lvl="4" algn="ctr" rtl="0">
              <a:spcBef>
                <a:spcPts val="0"/>
              </a:spcBef>
              <a:spcAft>
                <a:spcPts val="0"/>
              </a:spcAft>
              <a:buSzPts val="3000"/>
              <a:buNone/>
              <a:defRPr>
                <a:latin typeface="Poppins"/>
                <a:ea typeface="Poppins"/>
                <a:cs typeface="Poppins"/>
                <a:sym typeface="Poppins"/>
              </a:defRPr>
            </a:lvl5pPr>
            <a:lvl6pPr lvl="5" algn="ctr" rtl="0">
              <a:spcBef>
                <a:spcPts val="0"/>
              </a:spcBef>
              <a:spcAft>
                <a:spcPts val="0"/>
              </a:spcAft>
              <a:buSzPts val="3000"/>
              <a:buNone/>
              <a:defRPr>
                <a:latin typeface="Poppins"/>
                <a:ea typeface="Poppins"/>
                <a:cs typeface="Poppins"/>
                <a:sym typeface="Poppins"/>
              </a:defRPr>
            </a:lvl6pPr>
            <a:lvl7pPr lvl="6" algn="ctr" rtl="0">
              <a:spcBef>
                <a:spcPts val="0"/>
              </a:spcBef>
              <a:spcAft>
                <a:spcPts val="0"/>
              </a:spcAft>
              <a:buSzPts val="3000"/>
              <a:buNone/>
              <a:defRPr>
                <a:latin typeface="Poppins"/>
                <a:ea typeface="Poppins"/>
                <a:cs typeface="Poppins"/>
                <a:sym typeface="Poppins"/>
              </a:defRPr>
            </a:lvl7pPr>
            <a:lvl8pPr lvl="7" algn="ctr" rtl="0">
              <a:spcBef>
                <a:spcPts val="0"/>
              </a:spcBef>
              <a:spcAft>
                <a:spcPts val="0"/>
              </a:spcAft>
              <a:buSzPts val="3000"/>
              <a:buNone/>
              <a:defRPr>
                <a:latin typeface="Poppins"/>
                <a:ea typeface="Poppins"/>
                <a:cs typeface="Poppins"/>
                <a:sym typeface="Poppins"/>
              </a:defRPr>
            </a:lvl8pPr>
            <a:lvl9pPr lvl="8" algn="ctr"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297" name="Google Shape;297;p16"/>
          <p:cNvSpPr txBox="1">
            <a:spLocks noGrp="1"/>
          </p:cNvSpPr>
          <p:nvPr>
            <p:ph type="subTitle" idx="5"/>
          </p:nvPr>
        </p:nvSpPr>
        <p:spPr>
          <a:xfrm>
            <a:off x="3718833" y="4948167"/>
            <a:ext cx="2091600" cy="89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98" name="Google Shape;298;p16"/>
          <p:cNvSpPr txBox="1">
            <a:spLocks noGrp="1"/>
          </p:cNvSpPr>
          <p:nvPr>
            <p:ph type="title" idx="6" hasCustomPrompt="1"/>
          </p:nvPr>
        </p:nvSpPr>
        <p:spPr>
          <a:xfrm>
            <a:off x="4417233" y="1678517"/>
            <a:ext cx="694800" cy="37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2933" b="1">
                <a:solidFill>
                  <a:schemeClr val="lt1"/>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299" name="Google Shape;299;p16"/>
          <p:cNvSpPr txBox="1">
            <a:spLocks noGrp="1"/>
          </p:cNvSpPr>
          <p:nvPr>
            <p:ph type="title" idx="7"/>
          </p:nvPr>
        </p:nvSpPr>
        <p:spPr>
          <a:xfrm>
            <a:off x="6317241" y="4383033"/>
            <a:ext cx="2091600" cy="41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2200"/>
              <a:buNone/>
              <a:defRPr sz="3200" b="1">
                <a:solidFill>
                  <a:schemeClr val="accent3"/>
                </a:solidFill>
              </a:defRPr>
            </a:lvl1pPr>
            <a:lvl2pPr lvl="1" algn="ctr" rtl="0">
              <a:spcBef>
                <a:spcPts val="0"/>
              </a:spcBef>
              <a:spcAft>
                <a:spcPts val="0"/>
              </a:spcAft>
              <a:buSzPts val="3000"/>
              <a:buNone/>
              <a:defRPr>
                <a:latin typeface="Poppins"/>
                <a:ea typeface="Poppins"/>
                <a:cs typeface="Poppins"/>
                <a:sym typeface="Poppins"/>
              </a:defRPr>
            </a:lvl2pPr>
            <a:lvl3pPr lvl="2" algn="ctr" rtl="0">
              <a:spcBef>
                <a:spcPts val="0"/>
              </a:spcBef>
              <a:spcAft>
                <a:spcPts val="0"/>
              </a:spcAft>
              <a:buSzPts val="3000"/>
              <a:buNone/>
              <a:defRPr>
                <a:latin typeface="Poppins"/>
                <a:ea typeface="Poppins"/>
                <a:cs typeface="Poppins"/>
                <a:sym typeface="Poppins"/>
              </a:defRPr>
            </a:lvl3pPr>
            <a:lvl4pPr lvl="3" algn="ctr" rtl="0">
              <a:spcBef>
                <a:spcPts val="0"/>
              </a:spcBef>
              <a:spcAft>
                <a:spcPts val="0"/>
              </a:spcAft>
              <a:buSzPts val="3000"/>
              <a:buNone/>
              <a:defRPr>
                <a:latin typeface="Poppins"/>
                <a:ea typeface="Poppins"/>
                <a:cs typeface="Poppins"/>
                <a:sym typeface="Poppins"/>
              </a:defRPr>
            </a:lvl4pPr>
            <a:lvl5pPr lvl="4" algn="ctr" rtl="0">
              <a:spcBef>
                <a:spcPts val="0"/>
              </a:spcBef>
              <a:spcAft>
                <a:spcPts val="0"/>
              </a:spcAft>
              <a:buSzPts val="3000"/>
              <a:buNone/>
              <a:defRPr>
                <a:latin typeface="Poppins"/>
                <a:ea typeface="Poppins"/>
                <a:cs typeface="Poppins"/>
                <a:sym typeface="Poppins"/>
              </a:defRPr>
            </a:lvl5pPr>
            <a:lvl6pPr lvl="5" algn="ctr" rtl="0">
              <a:spcBef>
                <a:spcPts val="0"/>
              </a:spcBef>
              <a:spcAft>
                <a:spcPts val="0"/>
              </a:spcAft>
              <a:buSzPts val="3000"/>
              <a:buNone/>
              <a:defRPr>
                <a:latin typeface="Poppins"/>
                <a:ea typeface="Poppins"/>
                <a:cs typeface="Poppins"/>
                <a:sym typeface="Poppins"/>
              </a:defRPr>
            </a:lvl6pPr>
            <a:lvl7pPr lvl="6" algn="ctr" rtl="0">
              <a:spcBef>
                <a:spcPts val="0"/>
              </a:spcBef>
              <a:spcAft>
                <a:spcPts val="0"/>
              </a:spcAft>
              <a:buSzPts val="3000"/>
              <a:buNone/>
              <a:defRPr>
                <a:latin typeface="Poppins"/>
                <a:ea typeface="Poppins"/>
                <a:cs typeface="Poppins"/>
                <a:sym typeface="Poppins"/>
              </a:defRPr>
            </a:lvl7pPr>
            <a:lvl8pPr lvl="7" algn="ctr" rtl="0">
              <a:spcBef>
                <a:spcPts val="0"/>
              </a:spcBef>
              <a:spcAft>
                <a:spcPts val="0"/>
              </a:spcAft>
              <a:buSzPts val="3000"/>
              <a:buNone/>
              <a:defRPr>
                <a:latin typeface="Poppins"/>
                <a:ea typeface="Poppins"/>
                <a:cs typeface="Poppins"/>
                <a:sym typeface="Poppins"/>
              </a:defRPr>
            </a:lvl8pPr>
            <a:lvl9pPr lvl="8" algn="ctr"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300" name="Google Shape;300;p16"/>
          <p:cNvSpPr txBox="1">
            <a:spLocks noGrp="1"/>
          </p:cNvSpPr>
          <p:nvPr>
            <p:ph type="subTitle" idx="8"/>
          </p:nvPr>
        </p:nvSpPr>
        <p:spPr>
          <a:xfrm>
            <a:off x="6317275" y="4948167"/>
            <a:ext cx="2091600" cy="89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01" name="Google Shape;301;p16"/>
          <p:cNvSpPr txBox="1">
            <a:spLocks noGrp="1"/>
          </p:cNvSpPr>
          <p:nvPr>
            <p:ph type="title" idx="9" hasCustomPrompt="1"/>
          </p:nvPr>
        </p:nvSpPr>
        <p:spPr>
          <a:xfrm>
            <a:off x="7015625" y="1678517"/>
            <a:ext cx="694800" cy="37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2933" b="1">
                <a:solidFill>
                  <a:schemeClr val="lt1"/>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302" name="Google Shape;302;p16"/>
          <p:cNvSpPr txBox="1">
            <a:spLocks noGrp="1"/>
          </p:cNvSpPr>
          <p:nvPr>
            <p:ph type="title" idx="13"/>
          </p:nvPr>
        </p:nvSpPr>
        <p:spPr>
          <a:xfrm>
            <a:off x="8915700" y="4383033"/>
            <a:ext cx="2091600" cy="41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2200"/>
              <a:buNone/>
              <a:defRPr sz="3200" b="1">
                <a:solidFill>
                  <a:schemeClr val="accent3"/>
                </a:solidFill>
              </a:defRPr>
            </a:lvl1pPr>
            <a:lvl2pPr lvl="1" algn="ctr" rtl="0">
              <a:spcBef>
                <a:spcPts val="0"/>
              </a:spcBef>
              <a:spcAft>
                <a:spcPts val="0"/>
              </a:spcAft>
              <a:buSzPts val="3000"/>
              <a:buNone/>
              <a:defRPr>
                <a:latin typeface="Poppins"/>
                <a:ea typeface="Poppins"/>
                <a:cs typeface="Poppins"/>
                <a:sym typeface="Poppins"/>
              </a:defRPr>
            </a:lvl2pPr>
            <a:lvl3pPr lvl="2" algn="ctr" rtl="0">
              <a:spcBef>
                <a:spcPts val="0"/>
              </a:spcBef>
              <a:spcAft>
                <a:spcPts val="0"/>
              </a:spcAft>
              <a:buSzPts val="3000"/>
              <a:buNone/>
              <a:defRPr>
                <a:latin typeface="Poppins"/>
                <a:ea typeface="Poppins"/>
                <a:cs typeface="Poppins"/>
                <a:sym typeface="Poppins"/>
              </a:defRPr>
            </a:lvl3pPr>
            <a:lvl4pPr lvl="3" algn="ctr" rtl="0">
              <a:spcBef>
                <a:spcPts val="0"/>
              </a:spcBef>
              <a:spcAft>
                <a:spcPts val="0"/>
              </a:spcAft>
              <a:buSzPts val="3000"/>
              <a:buNone/>
              <a:defRPr>
                <a:latin typeface="Poppins"/>
                <a:ea typeface="Poppins"/>
                <a:cs typeface="Poppins"/>
                <a:sym typeface="Poppins"/>
              </a:defRPr>
            </a:lvl4pPr>
            <a:lvl5pPr lvl="4" algn="ctr" rtl="0">
              <a:spcBef>
                <a:spcPts val="0"/>
              </a:spcBef>
              <a:spcAft>
                <a:spcPts val="0"/>
              </a:spcAft>
              <a:buSzPts val="3000"/>
              <a:buNone/>
              <a:defRPr>
                <a:latin typeface="Poppins"/>
                <a:ea typeface="Poppins"/>
                <a:cs typeface="Poppins"/>
                <a:sym typeface="Poppins"/>
              </a:defRPr>
            </a:lvl5pPr>
            <a:lvl6pPr lvl="5" algn="ctr" rtl="0">
              <a:spcBef>
                <a:spcPts val="0"/>
              </a:spcBef>
              <a:spcAft>
                <a:spcPts val="0"/>
              </a:spcAft>
              <a:buSzPts val="3000"/>
              <a:buNone/>
              <a:defRPr>
                <a:latin typeface="Poppins"/>
                <a:ea typeface="Poppins"/>
                <a:cs typeface="Poppins"/>
                <a:sym typeface="Poppins"/>
              </a:defRPr>
            </a:lvl6pPr>
            <a:lvl7pPr lvl="6" algn="ctr" rtl="0">
              <a:spcBef>
                <a:spcPts val="0"/>
              </a:spcBef>
              <a:spcAft>
                <a:spcPts val="0"/>
              </a:spcAft>
              <a:buSzPts val="3000"/>
              <a:buNone/>
              <a:defRPr>
                <a:latin typeface="Poppins"/>
                <a:ea typeface="Poppins"/>
                <a:cs typeface="Poppins"/>
                <a:sym typeface="Poppins"/>
              </a:defRPr>
            </a:lvl7pPr>
            <a:lvl8pPr lvl="7" algn="ctr" rtl="0">
              <a:spcBef>
                <a:spcPts val="0"/>
              </a:spcBef>
              <a:spcAft>
                <a:spcPts val="0"/>
              </a:spcAft>
              <a:buSzPts val="3000"/>
              <a:buNone/>
              <a:defRPr>
                <a:latin typeface="Poppins"/>
                <a:ea typeface="Poppins"/>
                <a:cs typeface="Poppins"/>
                <a:sym typeface="Poppins"/>
              </a:defRPr>
            </a:lvl8pPr>
            <a:lvl9pPr lvl="8" algn="ctr"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303" name="Google Shape;303;p16"/>
          <p:cNvSpPr txBox="1">
            <a:spLocks noGrp="1"/>
          </p:cNvSpPr>
          <p:nvPr>
            <p:ph type="subTitle" idx="14"/>
          </p:nvPr>
        </p:nvSpPr>
        <p:spPr>
          <a:xfrm>
            <a:off x="8915733" y="4948167"/>
            <a:ext cx="2091600" cy="89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04" name="Google Shape;304;p16"/>
          <p:cNvSpPr txBox="1">
            <a:spLocks noGrp="1"/>
          </p:cNvSpPr>
          <p:nvPr>
            <p:ph type="title" idx="15" hasCustomPrompt="1"/>
          </p:nvPr>
        </p:nvSpPr>
        <p:spPr>
          <a:xfrm>
            <a:off x="9614100" y="1678517"/>
            <a:ext cx="694800" cy="37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2933" b="1">
                <a:solidFill>
                  <a:schemeClr val="lt1"/>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Tree>
    <p:extLst>
      <p:ext uri="{BB962C8B-B14F-4D97-AF65-F5344CB8AC3E}">
        <p14:creationId xmlns:p14="http://schemas.microsoft.com/office/powerpoint/2010/main" val="2895415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7220553" y="1732333"/>
            <a:ext cx="1757200" cy="497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4"/>
              </a:buClr>
              <a:buSzPts val="2200"/>
              <a:buNone/>
              <a:defRPr sz="3200" b="1">
                <a:solidFill>
                  <a:schemeClr val="accent3"/>
                </a:solidFill>
              </a:defRPr>
            </a:lvl1pPr>
            <a:lvl2pPr lvl="1" rtl="0">
              <a:spcBef>
                <a:spcPts val="0"/>
              </a:spcBef>
              <a:spcAft>
                <a:spcPts val="0"/>
              </a:spcAft>
              <a:buSzPts val="3000"/>
              <a:buNone/>
              <a:defRPr>
                <a:latin typeface="Poppins"/>
                <a:ea typeface="Poppins"/>
                <a:cs typeface="Poppins"/>
                <a:sym typeface="Poppins"/>
              </a:defRPr>
            </a:lvl2pPr>
            <a:lvl3pPr lvl="2" rtl="0">
              <a:spcBef>
                <a:spcPts val="0"/>
              </a:spcBef>
              <a:spcAft>
                <a:spcPts val="0"/>
              </a:spcAft>
              <a:buSzPts val="3000"/>
              <a:buNone/>
              <a:defRPr>
                <a:latin typeface="Poppins"/>
                <a:ea typeface="Poppins"/>
                <a:cs typeface="Poppins"/>
                <a:sym typeface="Poppins"/>
              </a:defRPr>
            </a:lvl3pPr>
            <a:lvl4pPr lvl="3" rtl="0">
              <a:spcBef>
                <a:spcPts val="0"/>
              </a:spcBef>
              <a:spcAft>
                <a:spcPts val="0"/>
              </a:spcAft>
              <a:buSzPts val="3000"/>
              <a:buNone/>
              <a:defRPr>
                <a:latin typeface="Poppins"/>
                <a:ea typeface="Poppins"/>
                <a:cs typeface="Poppins"/>
                <a:sym typeface="Poppins"/>
              </a:defRPr>
            </a:lvl4pPr>
            <a:lvl5pPr lvl="4" rtl="0">
              <a:spcBef>
                <a:spcPts val="0"/>
              </a:spcBef>
              <a:spcAft>
                <a:spcPts val="0"/>
              </a:spcAft>
              <a:buSzPts val="3000"/>
              <a:buNone/>
              <a:defRPr>
                <a:latin typeface="Poppins"/>
                <a:ea typeface="Poppins"/>
                <a:cs typeface="Poppins"/>
                <a:sym typeface="Poppins"/>
              </a:defRPr>
            </a:lvl5pPr>
            <a:lvl6pPr lvl="5" rtl="0">
              <a:spcBef>
                <a:spcPts val="0"/>
              </a:spcBef>
              <a:spcAft>
                <a:spcPts val="0"/>
              </a:spcAft>
              <a:buSzPts val="3000"/>
              <a:buNone/>
              <a:defRPr>
                <a:latin typeface="Poppins"/>
                <a:ea typeface="Poppins"/>
                <a:cs typeface="Poppins"/>
                <a:sym typeface="Poppins"/>
              </a:defRPr>
            </a:lvl6pPr>
            <a:lvl7pPr lvl="6" rtl="0">
              <a:spcBef>
                <a:spcPts val="0"/>
              </a:spcBef>
              <a:spcAft>
                <a:spcPts val="0"/>
              </a:spcAft>
              <a:buSzPts val="3000"/>
              <a:buNone/>
              <a:defRPr>
                <a:latin typeface="Poppins"/>
                <a:ea typeface="Poppins"/>
                <a:cs typeface="Poppins"/>
                <a:sym typeface="Poppins"/>
              </a:defRPr>
            </a:lvl7pPr>
            <a:lvl8pPr lvl="7" rtl="0">
              <a:spcBef>
                <a:spcPts val="0"/>
              </a:spcBef>
              <a:spcAft>
                <a:spcPts val="0"/>
              </a:spcAft>
              <a:buSzPts val="3000"/>
              <a:buNone/>
              <a:defRPr>
                <a:latin typeface="Poppins"/>
                <a:ea typeface="Poppins"/>
                <a:cs typeface="Poppins"/>
                <a:sym typeface="Poppins"/>
              </a:defRPr>
            </a:lvl8pPr>
            <a:lvl9pPr lvl="8"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307" name="Google Shape;307;p17"/>
          <p:cNvSpPr txBox="1">
            <a:spLocks noGrp="1"/>
          </p:cNvSpPr>
          <p:nvPr>
            <p:ph type="subTitle" idx="1"/>
          </p:nvPr>
        </p:nvSpPr>
        <p:spPr>
          <a:xfrm>
            <a:off x="7220549" y="2279713"/>
            <a:ext cx="3030400" cy="6184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8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308" name="Google Shape;308;p17"/>
          <p:cNvSpPr txBox="1">
            <a:spLocks noGrp="1"/>
          </p:cNvSpPr>
          <p:nvPr>
            <p:ph type="title" idx="2"/>
          </p:nvPr>
        </p:nvSpPr>
        <p:spPr>
          <a:xfrm>
            <a:off x="7220553" y="3252267"/>
            <a:ext cx="1757200" cy="497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4"/>
              </a:buClr>
              <a:buSzPts val="2200"/>
              <a:buNone/>
              <a:defRPr sz="3200" b="1">
                <a:solidFill>
                  <a:schemeClr val="accent3"/>
                </a:solidFill>
              </a:defRPr>
            </a:lvl1pPr>
            <a:lvl2pPr lvl="1" rtl="0">
              <a:spcBef>
                <a:spcPts val="0"/>
              </a:spcBef>
              <a:spcAft>
                <a:spcPts val="0"/>
              </a:spcAft>
              <a:buSzPts val="3000"/>
              <a:buNone/>
              <a:defRPr>
                <a:latin typeface="Poppins"/>
                <a:ea typeface="Poppins"/>
                <a:cs typeface="Poppins"/>
                <a:sym typeface="Poppins"/>
              </a:defRPr>
            </a:lvl2pPr>
            <a:lvl3pPr lvl="2" rtl="0">
              <a:spcBef>
                <a:spcPts val="0"/>
              </a:spcBef>
              <a:spcAft>
                <a:spcPts val="0"/>
              </a:spcAft>
              <a:buSzPts val="3000"/>
              <a:buNone/>
              <a:defRPr>
                <a:latin typeface="Poppins"/>
                <a:ea typeface="Poppins"/>
                <a:cs typeface="Poppins"/>
                <a:sym typeface="Poppins"/>
              </a:defRPr>
            </a:lvl3pPr>
            <a:lvl4pPr lvl="3" rtl="0">
              <a:spcBef>
                <a:spcPts val="0"/>
              </a:spcBef>
              <a:spcAft>
                <a:spcPts val="0"/>
              </a:spcAft>
              <a:buSzPts val="3000"/>
              <a:buNone/>
              <a:defRPr>
                <a:latin typeface="Poppins"/>
                <a:ea typeface="Poppins"/>
                <a:cs typeface="Poppins"/>
                <a:sym typeface="Poppins"/>
              </a:defRPr>
            </a:lvl4pPr>
            <a:lvl5pPr lvl="4" rtl="0">
              <a:spcBef>
                <a:spcPts val="0"/>
              </a:spcBef>
              <a:spcAft>
                <a:spcPts val="0"/>
              </a:spcAft>
              <a:buSzPts val="3000"/>
              <a:buNone/>
              <a:defRPr>
                <a:latin typeface="Poppins"/>
                <a:ea typeface="Poppins"/>
                <a:cs typeface="Poppins"/>
                <a:sym typeface="Poppins"/>
              </a:defRPr>
            </a:lvl5pPr>
            <a:lvl6pPr lvl="5" rtl="0">
              <a:spcBef>
                <a:spcPts val="0"/>
              </a:spcBef>
              <a:spcAft>
                <a:spcPts val="0"/>
              </a:spcAft>
              <a:buSzPts val="3000"/>
              <a:buNone/>
              <a:defRPr>
                <a:latin typeface="Poppins"/>
                <a:ea typeface="Poppins"/>
                <a:cs typeface="Poppins"/>
                <a:sym typeface="Poppins"/>
              </a:defRPr>
            </a:lvl6pPr>
            <a:lvl7pPr lvl="6" rtl="0">
              <a:spcBef>
                <a:spcPts val="0"/>
              </a:spcBef>
              <a:spcAft>
                <a:spcPts val="0"/>
              </a:spcAft>
              <a:buSzPts val="3000"/>
              <a:buNone/>
              <a:defRPr>
                <a:latin typeface="Poppins"/>
                <a:ea typeface="Poppins"/>
                <a:cs typeface="Poppins"/>
                <a:sym typeface="Poppins"/>
              </a:defRPr>
            </a:lvl7pPr>
            <a:lvl8pPr lvl="7" rtl="0">
              <a:spcBef>
                <a:spcPts val="0"/>
              </a:spcBef>
              <a:spcAft>
                <a:spcPts val="0"/>
              </a:spcAft>
              <a:buSzPts val="3000"/>
              <a:buNone/>
              <a:defRPr>
                <a:latin typeface="Poppins"/>
                <a:ea typeface="Poppins"/>
                <a:cs typeface="Poppins"/>
                <a:sym typeface="Poppins"/>
              </a:defRPr>
            </a:lvl8pPr>
            <a:lvl9pPr lvl="8"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309" name="Google Shape;309;p17"/>
          <p:cNvSpPr txBox="1">
            <a:spLocks noGrp="1"/>
          </p:cNvSpPr>
          <p:nvPr>
            <p:ph type="subTitle" idx="3"/>
          </p:nvPr>
        </p:nvSpPr>
        <p:spPr>
          <a:xfrm>
            <a:off x="7220549" y="3799647"/>
            <a:ext cx="3030400" cy="6184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8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310" name="Google Shape;310;p17"/>
          <p:cNvSpPr txBox="1">
            <a:spLocks noGrp="1"/>
          </p:cNvSpPr>
          <p:nvPr>
            <p:ph type="title" idx="4"/>
          </p:nvPr>
        </p:nvSpPr>
        <p:spPr>
          <a:xfrm>
            <a:off x="7220553" y="4772200"/>
            <a:ext cx="1757200" cy="497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4"/>
              </a:buClr>
              <a:buSzPts val="2200"/>
              <a:buNone/>
              <a:defRPr sz="3200" b="1">
                <a:solidFill>
                  <a:schemeClr val="accent3"/>
                </a:solidFill>
              </a:defRPr>
            </a:lvl1pPr>
            <a:lvl2pPr lvl="1" rtl="0">
              <a:spcBef>
                <a:spcPts val="0"/>
              </a:spcBef>
              <a:spcAft>
                <a:spcPts val="0"/>
              </a:spcAft>
              <a:buSzPts val="3000"/>
              <a:buNone/>
              <a:defRPr>
                <a:latin typeface="Poppins"/>
                <a:ea typeface="Poppins"/>
                <a:cs typeface="Poppins"/>
                <a:sym typeface="Poppins"/>
              </a:defRPr>
            </a:lvl2pPr>
            <a:lvl3pPr lvl="2" rtl="0">
              <a:spcBef>
                <a:spcPts val="0"/>
              </a:spcBef>
              <a:spcAft>
                <a:spcPts val="0"/>
              </a:spcAft>
              <a:buSzPts val="3000"/>
              <a:buNone/>
              <a:defRPr>
                <a:latin typeface="Poppins"/>
                <a:ea typeface="Poppins"/>
                <a:cs typeface="Poppins"/>
                <a:sym typeface="Poppins"/>
              </a:defRPr>
            </a:lvl3pPr>
            <a:lvl4pPr lvl="3" rtl="0">
              <a:spcBef>
                <a:spcPts val="0"/>
              </a:spcBef>
              <a:spcAft>
                <a:spcPts val="0"/>
              </a:spcAft>
              <a:buSzPts val="3000"/>
              <a:buNone/>
              <a:defRPr>
                <a:latin typeface="Poppins"/>
                <a:ea typeface="Poppins"/>
                <a:cs typeface="Poppins"/>
                <a:sym typeface="Poppins"/>
              </a:defRPr>
            </a:lvl4pPr>
            <a:lvl5pPr lvl="4" rtl="0">
              <a:spcBef>
                <a:spcPts val="0"/>
              </a:spcBef>
              <a:spcAft>
                <a:spcPts val="0"/>
              </a:spcAft>
              <a:buSzPts val="3000"/>
              <a:buNone/>
              <a:defRPr>
                <a:latin typeface="Poppins"/>
                <a:ea typeface="Poppins"/>
                <a:cs typeface="Poppins"/>
                <a:sym typeface="Poppins"/>
              </a:defRPr>
            </a:lvl5pPr>
            <a:lvl6pPr lvl="5" rtl="0">
              <a:spcBef>
                <a:spcPts val="0"/>
              </a:spcBef>
              <a:spcAft>
                <a:spcPts val="0"/>
              </a:spcAft>
              <a:buSzPts val="3000"/>
              <a:buNone/>
              <a:defRPr>
                <a:latin typeface="Poppins"/>
                <a:ea typeface="Poppins"/>
                <a:cs typeface="Poppins"/>
                <a:sym typeface="Poppins"/>
              </a:defRPr>
            </a:lvl6pPr>
            <a:lvl7pPr lvl="6" rtl="0">
              <a:spcBef>
                <a:spcPts val="0"/>
              </a:spcBef>
              <a:spcAft>
                <a:spcPts val="0"/>
              </a:spcAft>
              <a:buSzPts val="3000"/>
              <a:buNone/>
              <a:defRPr>
                <a:latin typeface="Poppins"/>
                <a:ea typeface="Poppins"/>
                <a:cs typeface="Poppins"/>
                <a:sym typeface="Poppins"/>
              </a:defRPr>
            </a:lvl7pPr>
            <a:lvl8pPr lvl="7" rtl="0">
              <a:spcBef>
                <a:spcPts val="0"/>
              </a:spcBef>
              <a:spcAft>
                <a:spcPts val="0"/>
              </a:spcAft>
              <a:buSzPts val="3000"/>
              <a:buNone/>
              <a:defRPr>
                <a:latin typeface="Poppins"/>
                <a:ea typeface="Poppins"/>
                <a:cs typeface="Poppins"/>
                <a:sym typeface="Poppins"/>
              </a:defRPr>
            </a:lvl8pPr>
            <a:lvl9pPr lvl="8"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311" name="Google Shape;311;p17"/>
          <p:cNvSpPr txBox="1">
            <a:spLocks noGrp="1"/>
          </p:cNvSpPr>
          <p:nvPr>
            <p:ph type="subTitle" idx="5"/>
          </p:nvPr>
        </p:nvSpPr>
        <p:spPr>
          <a:xfrm>
            <a:off x="7220549" y="5319580"/>
            <a:ext cx="3030400" cy="6184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8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312" name="Google Shape;312;p17"/>
          <p:cNvSpPr txBox="1">
            <a:spLocks noGrp="1"/>
          </p:cNvSpPr>
          <p:nvPr>
            <p:ph type="title" idx="6"/>
          </p:nvPr>
        </p:nvSpPr>
        <p:spPr>
          <a:xfrm flipH="1">
            <a:off x="3214231" y="1732333"/>
            <a:ext cx="1757200" cy="4976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4"/>
              </a:buClr>
              <a:buSzPts val="2200"/>
              <a:buNone/>
              <a:defRPr sz="3200" b="1">
                <a:solidFill>
                  <a:schemeClr val="accent3"/>
                </a:solidFill>
              </a:defRPr>
            </a:lvl1pPr>
            <a:lvl2pPr lvl="1" algn="r" rtl="0">
              <a:spcBef>
                <a:spcPts val="0"/>
              </a:spcBef>
              <a:spcAft>
                <a:spcPts val="0"/>
              </a:spcAft>
              <a:buSzPts val="3000"/>
              <a:buNone/>
              <a:defRPr>
                <a:latin typeface="Poppins"/>
                <a:ea typeface="Poppins"/>
                <a:cs typeface="Poppins"/>
                <a:sym typeface="Poppins"/>
              </a:defRPr>
            </a:lvl2pPr>
            <a:lvl3pPr lvl="2" algn="r" rtl="0">
              <a:spcBef>
                <a:spcPts val="0"/>
              </a:spcBef>
              <a:spcAft>
                <a:spcPts val="0"/>
              </a:spcAft>
              <a:buSzPts val="3000"/>
              <a:buNone/>
              <a:defRPr>
                <a:latin typeface="Poppins"/>
                <a:ea typeface="Poppins"/>
                <a:cs typeface="Poppins"/>
                <a:sym typeface="Poppins"/>
              </a:defRPr>
            </a:lvl3pPr>
            <a:lvl4pPr lvl="3" algn="r" rtl="0">
              <a:spcBef>
                <a:spcPts val="0"/>
              </a:spcBef>
              <a:spcAft>
                <a:spcPts val="0"/>
              </a:spcAft>
              <a:buSzPts val="3000"/>
              <a:buNone/>
              <a:defRPr>
                <a:latin typeface="Poppins"/>
                <a:ea typeface="Poppins"/>
                <a:cs typeface="Poppins"/>
                <a:sym typeface="Poppins"/>
              </a:defRPr>
            </a:lvl4pPr>
            <a:lvl5pPr lvl="4" algn="r" rtl="0">
              <a:spcBef>
                <a:spcPts val="0"/>
              </a:spcBef>
              <a:spcAft>
                <a:spcPts val="0"/>
              </a:spcAft>
              <a:buSzPts val="3000"/>
              <a:buNone/>
              <a:defRPr>
                <a:latin typeface="Poppins"/>
                <a:ea typeface="Poppins"/>
                <a:cs typeface="Poppins"/>
                <a:sym typeface="Poppins"/>
              </a:defRPr>
            </a:lvl5pPr>
            <a:lvl6pPr lvl="5" algn="r" rtl="0">
              <a:spcBef>
                <a:spcPts val="0"/>
              </a:spcBef>
              <a:spcAft>
                <a:spcPts val="0"/>
              </a:spcAft>
              <a:buSzPts val="3000"/>
              <a:buNone/>
              <a:defRPr>
                <a:latin typeface="Poppins"/>
                <a:ea typeface="Poppins"/>
                <a:cs typeface="Poppins"/>
                <a:sym typeface="Poppins"/>
              </a:defRPr>
            </a:lvl6pPr>
            <a:lvl7pPr lvl="6" algn="r" rtl="0">
              <a:spcBef>
                <a:spcPts val="0"/>
              </a:spcBef>
              <a:spcAft>
                <a:spcPts val="0"/>
              </a:spcAft>
              <a:buSzPts val="3000"/>
              <a:buNone/>
              <a:defRPr>
                <a:latin typeface="Poppins"/>
                <a:ea typeface="Poppins"/>
                <a:cs typeface="Poppins"/>
                <a:sym typeface="Poppins"/>
              </a:defRPr>
            </a:lvl7pPr>
            <a:lvl8pPr lvl="7" algn="r" rtl="0">
              <a:spcBef>
                <a:spcPts val="0"/>
              </a:spcBef>
              <a:spcAft>
                <a:spcPts val="0"/>
              </a:spcAft>
              <a:buSzPts val="3000"/>
              <a:buNone/>
              <a:defRPr>
                <a:latin typeface="Poppins"/>
                <a:ea typeface="Poppins"/>
                <a:cs typeface="Poppins"/>
                <a:sym typeface="Poppins"/>
              </a:defRPr>
            </a:lvl8pPr>
            <a:lvl9pPr lvl="8" algn="r"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313" name="Google Shape;313;p17"/>
          <p:cNvSpPr txBox="1">
            <a:spLocks noGrp="1"/>
          </p:cNvSpPr>
          <p:nvPr>
            <p:ph type="subTitle" idx="7"/>
          </p:nvPr>
        </p:nvSpPr>
        <p:spPr>
          <a:xfrm flipH="1">
            <a:off x="1941033" y="2279713"/>
            <a:ext cx="3030400" cy="618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600"/>
              <a:buNone/>
              <a:defRPr sz="1867"/>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r>
              <a:rPr lang="en-US"/>
              <a:t>Click to edit Master subtitle style</a:t>
            </a:r>
            <a:endParaRPr/>
          </a:p>
        </p:txBody>
      </p:sp>
      <p:sp>
        <p:nvSpPr>
          <p:cNvPr id="314" name="Google Shape;314;p17"/>
          <p:cNvSpPr txBox="1">
            <a:spLocks noGrp="1"/>
          </p:cNvSpPr>
          <p:nvPr>
            <p:ph type="title" idx="8"/>
          </p:nvPr>
        </p:nvSpPr>
        <p:spPr>
          <a:xfrm flipH="1">
            <a:off x="3214231" y="3252267"/>
            <a:ext cx="1757200" cy="4976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4"/>
              </a:buClr>
              <a:buSzPts val="2200"/>
              <a:buNone/>
              <a:defRPr sz="3200" b="1">
                <a:solidFill>
                  <a:schemeClr val="accent3"/>
                </a:solidFill>
              </a:defRPr>
            </a:lvl1pPr>
            <a:lvl2pPr lvl="1" algn="r" rtl="0">
              <a:spcBef>
                <a:spcPts val="0"/>
              </a:spcBef>
              <a:spcAft>
                <a:spcPts val="0"/>
              </a:spcAft>
              <a:buSzPts val="3000"/>
              <a:buNone/>
              <a:defRPr>
                <a:latin typeface="Poppins"/>
                <a:ea typeface="Poppins"/>
                <a:cs typeface="Poppins"/>
                <a:sym typeface="Poppins"/>
              </a:defRPr>
            </a:lvl2pPr>
            <a:lvl3pPr lvl="2" algn="r" rtl="0">
              <a:spcBef>
                <a:spcPts val="0"/>
              </a:spcBef>
              <a:spcAft>
                <a:spcPts val="0"/>
              </a:spcAft>
              <a:buSzPts val="3000"/>
              <a:buNone/>
              <a:defRPr>
                <a:latin typeface="Poppins"/>
                <a:ea typeface="Poppins"/>
                <a:cs typeface="Poppins"/>
                <a:sym typeface="Poppins"/>
              </a:defRPr>
            </a:lvl3pPr>
            <a:lvl4pPr lvl="3" algn="r" rtl="0">
              <a:spcBef>
                <a:spcPts val="0"/>
              </a:spcBef>
              <a:spcAft>
                <a:spcPts val="0"/>
              </a:spcAft>
              <a:buSzPts val="3000"/>
              <a:buNone/>
              <a:defRPr>
                <a:latin typeface="Poppins"/>
                <a:ea typeface="Poppins"/>
                <a:cs typeface="Poppins"/>
                <a:sym typeface="Poppins"/>
              </a:defRPr>
            </a:lvl4pPr>
            <a:lvl5pPr lvl="4" algn="r" rtl="0">
              <a:spcBef>
                <a:spcPts val="0"/>
              </a:spcBef>
              <a:spcAft>
                <a:spcPts val="0"/>
              </a:spcAft>
              <a:buSzPts val="3000"/>
              <a:buNone/>
              <a:defRPr>
                <a:latin typeface="Poppins"/>
                <a:ea typeface="Poppins"/>
                <a:cs typeface="Poppins"/>
                <a:sym typeface="Poppins"/>
              </a:defRPr>
            </a:lvl5pPr>
            <a:lvl6pPr lvl="5" algn="r" rtl="0">
              <a:spcBef>
                <a:spcPts val="0"/>
              </a:spcBef>
              <a:spcAft>
                <a:spcPts val="0"/>
              </a:spcAft>
              <a:buSzPts val="3000"/>
              <a:buNone/>
              <a:defRPr>
                <a:latin typeface="Poppins"/>
                <a:ea typeface="Poppins"/>
                <a:cs typeface="Poppins"/>
                <a:sym typeface="Poppins"/>
              </a:defRPr>
            </a:lvl6pPr>
            <a:lvl7pPr lvl="6" algn="r" rtl="0">
              <a:spcBef>
                <a:spcPts val="0"/>
              </a:spcBef>
              <a:spcAft>
                <a:spcPts val="0"/>
              </a:spcAft>
              <a:buSzPts val="3000"/>
              <a:buNone/>
              <a:defRPr>
                <a:latin typeface="Poppins"/>
                <a:ea typeface="Poppins"/>
                <a:cs typeface="Poppins"/>
                <a:sym typeface="Poppins"/>
              </a:defRPr>
            </a:lvl7pPr>
            <a:lvl8pPr lvl="7" algn="r" rtl="0">
              <a:spcBef>
                <a:spcPts val="0"/>
              </a:spcBef>
              <a:spcAft>
                <a:spcPts val="0"/>
              </a:spcAft>
              <a:buSzPts val="3000"/>
              <a:buNone/>
              <a:defRPr>
                <a:latin typeface="Poppins"/>
                <a:ea typeface="Poppins"/>
                <a:cs typeface="Poppins"/>
                <a:sym typeface="Poppins"/>
              </a:defRPr>
            </a:lvl8pPr>
            <a:lvl9pPr lvl="8" algn="r"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315" name="Google Shape;315;p17"/>
          <p:cNvSpPr txBox="1">
            <a:spLocks noGrp="1"/>
          </p:cNvSpPr>
          <p:nvPr>
            <p:ph type="subTitle" idx="9"/>
          </p:nvPr>
        </p:nvSpPr>
        <p:spPr>
          <a:xfrm flipH="1">
            <a:off x="1941033" y="3799647"/>
            <a:ext cx="3030400" cy="618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600"/>
              <a:buNone/>
              <a:defRPr sz="1867"/>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r>
              <a:rPr lang="en-US"/>
              <a:t>Click to edit Master subtitle style</a:t>
            </a:r>
            <a:endParaRPr/>
          </a:p>
        </p:txBody>
      </p:sp>
      <p:sp>
        <p:nvSpPr>
          <p:cNvPr id="316" name="Google Shape;316;p17"/>
          <p:cNvSpPr txBox="1">
            <a:spLocks noGrp="1"/>
          </p:cNvSpPr>
          <p:nvPr>
            <p:ph type="title" idx="13"/>
          </p:nvPr>
        </p:nvSpPr>
        <p:spPr>
          <a:xfrm flipH="1">
            <a:off x="3214231" y="4772200"/>
            <a:ext cx="1757200" cy="4976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4"/>
              </a:buClr>
              <a:buSzPts val="2200"/>
              <a:buNone/>
              <a:defRPr sz="3200" b="1">
                <a:solidFill>
                  <a:schemeClr val="accent3"/>
                </a:solidFill>
              </a:defRPr>
            </a:lvl1pPr>
            <a:lvl2pPr lvl="1" algn="r" rtl="0">
              <a:spcBef>
                <a:spcPts val="0"/>
              </a:spcBef>
              <a:spcAft>
                <a:spcPts val="0"/>
              </a:spcAft>
              <a:buSzPts val="3000"/>
              <a:buNone/>
              <a:defRPr>
                <a:latin typeface="Poppins"/>
                <a:ea typeface="Poppins"/>
                <a:cs typeface="Poppins"/>
                <a:sym typeface="Poppins"/>
              </a:defRPr>
            </a:lvl2pPr>
            <a:lvl3pPr lvl="2" algn="r" rtl="0">
              <a:spcBef>
                <a:spcPts val="0"/>
              </a:spcBef>
              <a:spcAft>
                <a:spcPts val="0"/>
              </a:spcAft>
              <a:buSzPts val="3000"/>
              <a:buNone/>
              <a:defRPr>
                <a:latin typeface="Poppins"/>
                <a:ea typeface="Poppins"/>
                <a:cs typeface="Poppins"/>
                <a:sym typeface="Poppins"/>
              </a:defRPr>
            </a:lvl3pPr>
            <a:lvl4pPr lvl="3" algn="r" rtl="0">
              <a:spcBef>
                <a:spcPts val="0"/>
              </a:spcBef>
              <a:spcAft>
                <a:spcPts val="0"/>
              </a:spcAft>
              <a:buSzPts val="3000"/>
              <a:buNone/>
              <a:defRPr>
                <a:latin typeface="Poppins"/>
                <a:ea typeface="Poppins"/>
                <a:cs typeface="Poppins"/>
                <a:sym typeface="Poppins"/>
              </a:defRPr>
            </a:lvl4pPr>
            <a:lvl5pPr lvl="4" algn="r" rtl="0">
              <a:spcBef>
                <a:spcPts val="0"/>
              </a:spcBef>
              <a:spcAft>
                <a:spcPts val="0"/>
              </a:spcAft>
              <a:buSzPts val="3000"/>
              <a:buNone/>
              <a:defRPr>
                <a:latin typeface="Poppins"/>
                <a:ea typeface="Poppins"/>
                <a:cs typeface="Poppins"/>
                <a:sym typeface="Poppins"/>
              </a:defRPr>
            </a:lvl5pPr>
            <a:lvl6pPr lvl="5" algn="r" rtl="0">
              <a:spcBef>
                <a:spcPts val="0"/>
              </a:spcBef>
              <a:spcAft>
                <a:spcPts val="0"/>
              </a:spcAft>
              <a:buSzPts val="3000"/>
              <a:buNone/>
              <a:defRPr>
                <a:latin typeface="Poppins"/>
                <a:ea typeface="Poppins"/>
                <a:cs typeface="Poppins"/>
                <a:sym typeface="Poppins"/>
              </a:defRPr>
            </a:lvl6pPr>
            <a:lvl7pPr lvl="6" algn="r" rtl="0">
              <a:spcBef>
                <a:spcPts val="0"/>
              </a:spcBef>
              <a:spcAft>
                <a:spcPts val="0"/>
              </a:spcAft>
              <a:buSzPts val="3000"/>
              <a:buNone/>
              <a:defRPr>
                <a:latin typeface="Poppins"/>
                <a:ea typeface="Poppins"/>
                <a:cs typeface="Poppins"/>
                <a:sym typeface="Poppins"/>
              </a:defRPr>
            </a:lvl7pPr>
            <a:lvl8pPr lvl="7" algn="r" rtl="0">
              <a:spcBef>
                <a:spcPts val="0"/>
              </a:spcBef>
              <a:spcAft>
                <a:spcPts val="0"/>
              </a:spcAft>
              <a:buSzPts val="3000"/>
              <a:buNone/>
              <a:defRPr>
                <a:latin typeface="Poppins"/>
                <a:ea typeface="Poppins"/>
                <a:cs typeface="Poppins"/>
                <a:sym typeface="Poppins"/>
              </a:defRPr>
            </a:lvl8pPr>
            <a:lvl9pPr lvl="8" algn="r"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317" name="Google Shape;317;p17"/>
          <p:cNvSpPr txBox="1">
            <a:spLocks noGrp="1"/>
          </p:cNvSpPr>
          <p:nvPr>
            <p:ph type="subTitle" idx="14"/>
          </p:nvPr>
        </p:nvSpPr>
        <p:spPr>
          <a:xfrm flipH="1">
            <a:off x="1941033" y="5319580"/>
            <a:ext cx="3030400" cy="618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600"/>
              <a:buNone/>
              <a:defRPr sz="1867"/>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r>
              <a:rPr lang="en-US"/>
              <a:t>Click to edit Master subtitle style</a:t>
            </a:r>
            <a:endParaRPr/>
          </a:p>
        </p:txBody>
      </p:sp>
      <p:sp>
        <p:nvSpPr>
          <p:cNvPr id="318" name="Google Shape;318;p17"/>
          <p:cNvSpPr/>
          <p:nvPr/>
        </p:nvSpPr>
        <p:spPr>
          <a:xfrm rot="10800000">
            <a:off x="8821434" y="571484"/>
            <a:ext cx="3370567" cy="295688"/>
          </a:xfrm>
          <a:custGeom>
            <a:avLst/>
            <a:gdLst/>
            <a:ahLst/>
            <a:cxnLst/>
            <a:rect l="l" t="t" r="r" b="b"/>
            <a:pathLst>
              <a:path w="45049" h="3952" extrusionOk="0">
                <a:moveTo>
                  <a:pt x="0" y="1"/>
                </a:moveTo>
                <a:lnTo>
                  <a:pt x="0" y="3952"/>
                </a:lnTo>
                <a:cubicBezTo>
                  <a:pt x="1610" y="3513"/>
                  <a:pt x="3220" y="3196"/>
                  <a:pt x="4854" y="3025"/>
                </a:cubicBezTo>
                <a:cubicBezTo>
                  <a:pt x="6659" y="2830"/>
                  <a:pt x="8482" y="2787"/>
                  <a:pt x="10308" y="2787"/>
                </a:cubicBezTo>
                <a:cubicBezTo>
                  <a:pt x="11728" y="2787"/>
                  <a:pt x="13151" y="2813"/>
                  <a:pt x="14567" y="2813"/>
                </a:cubicBezTo>
                <a:cubicBezTo>
                  <a:pt x="14972" y="2813"/>
                  <a:pt x="15377" y="2811"/>
                  <a:pt x="15780" y="2806"/>
                </a:cubicBezTo>
                <a:cubicBezTo>
                  <a:pt x="25609" y="2659"/>
                  <a:pt x="35268" y="586"/>
                  <a:pt x="45048" y="50"/>
                </a:cubicBezTo>
                <a:lnTo>
                  <a:pt x="45048" y="50"/>
                </a:lnTo>
                <a:cubicBezTo>
                  <a:pt x="41999" y="123"/>
                  <a:pt x="38926" y="172"/>
                  <a:pt x="35853" y="245"/>
                </a:cubicBezTo>
                <a:cubicBezTo>
                  <a:pt x="28195" y="391"/>
                  <a:pt x="20561" y="513"/>
                  <a:pt x="12902" y="635"/>
                </a:cubicBezTo>
                <a:cubicBezTo>
                  <a:pt x="11554" y="654"/>
                  <a:pt x="10201" y="673"/>
                  <a:pt x="8849" y="673"/>
                </a:cubicBezTo>
                <a:cubicBezTo>
                  <a:pt x="6754" y="673"/>
                  <a:pt x="4661" y="627"/>
                  <a:pt x="2586" y="464"/>
                </a:cubicBezTo>
                <a:cubicBezTo>
                  <a:pt x="1708" y="391"/>
                  <a:pt x="854" y="245"/>
                  <a:pt x="0" y="1"/>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9" name="Google Shape;319;p17"/>
          <p:cNvSpPr/>
          <p:nvPr/>
        </p:nvSpPr>
        <p:spPr>
          <a:xfrm>
            <a:off x="1" y="6346002"/>
            <a:ext cx="4282887" cy="387297"/>
          </a:xfrm>
          <a:custGeom>
            <a:avLst/>
            <a:gdLst/>
            <a:ahLst/>
            <a:cxnLst/>
            <a:rect l="l" t="t" r="r" b="b"/>
            <a:pathLst>
              <a:path w="72731" h="6577" extrusionOk="0">
                <a:moveTo>
                  <a:pt x="6033" y="0"/>
                </a:moveTo>
                <a:cubicBezTo>
                  <a:pt x="4022" y="0"/>
                  <a:pt x="2008" y="129"/>
                  <a:pt x="0" y="387"/>
                </a:cubicBezTo>
                <a:lnTo>
                  <a:pt x="0" y="5924"/>
                </a:lnTo>
                <a:cubicBezTo>
                  <a:pt x="2212" y="5131"/>
                  <a:pt x="4316" y="4071"/>
                  <a:pt x="6558" y="4071"/>
                </a:cubicBezTo>
                <a:cubicBezTo>
                  <a:pt x="6937" y="4071"/>
                  <a:pt x="7320" y="4101"/>
                  <a:pt x="7707" y="4168"/>
                </a:cubicBezTo>
                <a:cubicBezTo>
                  <a:pt x="9049" y="4387"/>
                  <a:pt x="10171" y="5046"/>
                  <a:pt x="11439" y="5436"/>
                </a:cubicBezTo>
                <a:cubicBezTo>
                  <a:pt x="12854" y="5851"/>
                  <a:pt x="14390" y="5973"/>
                  <a:pt x="15902" y="6070"/>
                </a:cubicBezTo>
                <a:cubicBezTo>
                  <a:pt x="21369" y="6417"/>
                  <a:pt x="26835" y="6576"/>
                  <a:pt x="32316" y="6576"/>
                </a:cubicBezTo>
                <a:cubicBezTo>
                  <a:pt x="33389" y="6576"/>
                  <a:pt x="34462" y="6570"/>
                  <a:pt x="35536" y="6558"/>
                </a:cubicBezTo>
                <a:cubicBezTo>
                  <a:pt x="31390" y="6412"/>
                  <a:pt x="27292" y="5851"/>
                  <a:pt x="23268" y="4826"/>
                </a:cubicBezTo>
                <a:cubicBezTo>
                  <a:pt x="25338" y="4383"/>
                  <a:pt x="27448" y="4225"/>
                  <a:pt x="29580" y="4225"/>
                </a:cubicBezTo>
                <a:cubicBezTo>
                  <a:pt x="34128" y="4225"/>
                  <a:pt x="38774" y="4944"/>
                  <a:pt x="43341" y="5143"/>
                </a:cubicBezTo>
                <a:cubicBezTo>
                  <a:pt x="44191" y="5178"/>
                  <a:pt x="45042" y="5194"/>
                  <a:pt x="45893" y="5194"/>
                </a:cubicBezTo>
                <a:cubicBezTo>
                  <a:pt x="50407" y="5194"/>
                  <a:pt x="54919" y="4749"/>
                  <a:pt x="59414" y="4339"/>
                </a:cubicBezTo>
                <a:cubicBezTo>
                  <a:pt x="63901" y="3900"/>
                  <a:pt x="68462" y="3461"/>
                  <a:pt x="72730" y="2265"/>
                </a:cubicBezTo>
                <a:cubicBezTo>
                  <a:pt x="70452" y="1811"/>
                  <a:pt x="68142" y="1652"/>
                  <a:pt x="65813" y="1652"/>
                </a:cubicBezTo>
                <a:cubicBezTo>
                  <a:pt x="60350" y="1652"/>
                  <a:pt x="54781" y="2528"/>
                  <a:pt x="49275" y="2528"/>
                </a:cubicBezTo>
                <a:cubicBezTo>
                  <a:pt x="48434" y="2528"/>
                  <a:pt x="47593" y="2508"/>
                  <a:pt x="46755" y="2461"/>
                </a:cubicBezTo>
                <a:cubicBezTo>
                  <a:pt x="40531" y="2132"/>
                  <a:pt x="34410" y="350"/>
                  <a:pt x="28276" y="350"/>
                </a:cubicBezTo>
                <a:cubicBezTo>
                  <a:pt x="27128" y="350"/>
                  <a:pt x="25979" y="412"/>
                  <a:pt x="24829" y="558"/>
                </a:cubicBezTo>
                <a:cubicBezTo>
                  <a:pt x="23024" y="802"/>
                  <a:pt x="21268" y="1217"/>
                  <a:pt x="19463" y="1266"/>
                </a:cubicBezTo>
                <a:cubicBezTo>
                  <a:pt x="19310" y="1271"/>
                  <a:pt x="19157" y="1273"/>
                  <a:pt x="19005" y="1273"/>
                </a:cubicBezTo>
                <a:cubicBezTo>
                  <a:pt x="17014" y="1273"/>
                  <a:pt x="15045" y="851"/>
                  <a:pt x="13098" y="534"/>
                </a:cubicBezTo>
                <a:cubicBezTo>
                  <a:pt x="10753" y="178"/>
                  <a:pt x="8395" y="0"/>
                  <a:pt x="6033"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0" name="Google Shape;320;p17"/>
          <p:cNvSpPr txBox="1">
            <a:spLocks noGrp="1"/>
          </p:cNvSpPr>
          <p:nvPr>
            <p:ph type="title" idx="15"/>
          </p:nvPr>
        </p:nvSpPr>
        <p:spPr>
          <a:xfrm>
            <a:off x="950967" y="716800"/>
            <a:ext cx="65176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Tree>
    <p:extLst>
      <p:ext uri="{BB962C8B-B14F-4D97-AF65-F5344CB8AC3E}">
        <p14:creationId xmlns:p14="http://schemas.microsoft.com/office/powerpoint/2010/main" val="4225149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321"/>
        <p:cNvGrpSpPr/>
        <p:nvPr/>
      </p:nvGrpSpPr>
      <p:grpSpPr>
        <a:xfrm>
          <a:off x="0" y="0"/>
          <a:ext cx="0" cy="0"/>
          <a:chOff x="0" y="0"/>
          <a:chExt cx="0" cy="0"/>
        </a:xfrm>
      </p:grpSpPr>
      <p:sp>
        <p:nvSpPr>
          <p:cNvPr id="322" name="Google Shape;322;p18"/>
          <p:cNvSpPr txBox="1">
            <a:spLocks noGrp="1"/>
          </p:cNvSpPr>
          <p:nvPr>
            <p:ph type="title"/>
          </p:nvPr>
        </p:nvSpPr>
        <p:spPr>
          <a:xfrm>
            <a:off x="950967" y="716800"/>
            <a:ext cx="61452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323" name="Google Shape;323;p18"/>
          <p:cNvSpPr/>
          <p:nvPr/>
        </p:nvSpPr>
        <p:spPr>
          <a:xfrm>
            <a:off x="6858157" y="341500"/>
            <a:ext cx="5361964" cy="597859"/>
          </a:xfrm>
          <a:custGeom>
            <a:avLst/>
            <a:gdLst/>
            <a:ahLst/>
            <a:cxnLst/>
            <a:rect l="l" t="t" r="r" b="b"/>
            <a:pathLst>
              <a:path w="100852" h="11245" extrusionOk="0">
                <a:moveTo>
                  <a:pt x="100852" y="1"/>
                </a:moveTo>
                <a:cubicBezTo>
                  <a:pt x="100389" y="220"/>
                  <a:pt x="99876" y="391"/>
                  <a:pt x="99389" y="537"/>
                </a:cubicBezTo>
                <a:cubicBezTo>
                  <a:pt x="96291" y="1415"/>
                  <a:pt x="92316" y="1415"/>
                  <a:pt x="89072" y="1586"/>
                </a:cubicBezTo>
                <a:cubicBezTo>
                  <a:pt x="86497" y="1695"/>
                  <a:pt x="83915" y="1737"/>
                  <a:pt x="81333" y="1737"/>
                </a:cubicBezTo>
                <a:cubicBezTo>
                  <a:pt x="76993" y="1737"/>
                  <a:pt x="72652" y="1620"/>
                  <a:pt x="68341" y="1513"/>
                </a:cubicBezTo>
                <a:cubicBezTo>
                  <a:pt x="66762" y="1493"/>
                  <a:pt x="65184" y="1483"/>
                  <a:pt x="63606" y="1483"/>
                </a:cubicBezTo>
                <a:cubicBezTo>
                  <a:pt x="42340" y="1483"/>
                  <a:pt x="21139" y="3252"/>
                  <a:pt x="1" y="5001"/>
                </a:cubicBezTo>
                <a:cubicBezTo>
                  <a:pt x="1846" y="5266"/>
                  <a:pt x="3703" y="5368"/>
                  <a:pt x="5568" y="5368"/>
                </a:cubicBezTo>
                <a:cubicBezTo>
                  <a:pt x="11591" y="5368"/>
                  <a:pt x="17691" y="4310"/>
                  <a:pt x="23720" y="4310"/>
                </a:cubicBezTo>
                <a:cubicBezTo>
                  <a:pt x="25422" y="4310"/>
                  <a:pt x="27118" y="4394"/>
                  <a:pt x="28805" y="4611"/>
                </a:cubicBezTo>
                <a:cubicBezTo>
                  <a:pt x="32512" y="5074"/>
                  <a:pt x="36000" y="6147"/>
                  <a:pt x="39658" y="6732"/>
                </a:cubicBezTo>
                <a:cubicBezTo>
                  <a:pt x="42421" y="7157"/>
                  <a:pt x="45234" y="7293"/>
                  <a:pt x="48059" y="7293"/>
                </a:cubicBezTo>
                <a:cubicBezTo>
                  <a:pt x="50421" y="7293"/>
                  <a:pt x="52791" y="7198"/>
                  <a:pt x="55146" y="7098"/>
                </a:cubicBezTo>
                <a:lnTo>
                  <a:pt x="96681" y="5342"/>
                </a:lnTo>
                <a:lnTo>
                  <a:pt x="96681" y="5342"/>
                </a:lnTo>
                <a:cubicBezTo>
                  <a:pt x="84023" y="11245"/>
                  <a:pt x="67487" y="7293"/>
                  <a:pt x="53390" y="10684"/>
                </a:cubicBezTo>
                <a:lnTo>
                  <a:pt x="100852" y="11147"/>
                </a:lnTo>
                <a:lnTo>
                  <a:pt x="100852" y="1"/>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4" name="Google Shape;324;p18"/>
          <p:cNvSpPr/>
          <p:nvPr/>
        </p:nvSpPr>
        <p:spPr>
          <a:xfrm>
            <a:off x="-45800" y="6061473"/>
            <a:ext cx="1194336" cy="154396"/>
          </a:xfrm>
          <a:custGeom>
            <a:avLst/>
            <a:gdLst/>
            <a:ahLst/>
            <a:cxnLst/>
            <a:rect l="l" t="t" r="r" b="b"/>
            <a:pathLst>
              <a:path w="22464" h="2904" extrusionOk="0">
                <a:moveTo>
                  <a:pt x="0" y="0"/>
                </a:moveTo>
                <a:lnTo>
                  <a:pt x="0" y="2659"/>
                </a:lnTo>
                <a:cubicBezTo>
                  <a:pt x="2022" y="2822"/>
                  <a:pt x="4045" y="2903"/>
                  <a:pt x="6066" y="2903"/>
                </a:cubicBezTo>
                <a:cubicBezTo>
                  <a:pt x="11579" y="2903"/>
                  <a:pt x="17073" y="2300"/>
                  <a:pt x="22463" y="1122"/>
                </a:cubicBezTo>
                <a:cubicBezTo>
                  <a:pt x="14951" y="1025"/>
                  <a:pt x="7463" y="659"/>
                  <a:pt x="0"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40488118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325"/>
        <p:cNvGrpSpPr/>
        <p:nvPr/>
      </p:nvGrpSpPr>
      <p:grpSpPr>
        <a:xfrm>
          <a:off x="0" y="0"/>
          <a:ext cx="0" cy="0"/>
          <a:chOff x="0" y="0"/>
          <a:chExt cx="0" cy="0"/>
        </a:xfrm>
      </p:grpSpPr>
      <p:sp>
        <p:nvSpPr>
          <p:cNvPr id="326" name="Google Shape;326;p19"/>
          <p:cNvSpPr txBox="1">
            <a:spLocks noGrp="1"/>
          </p:cNvSpPr>
          <p:nvPr>
            <p:ph type="title"/>
          </p:nvPr>
        </p:nvSpPr>
        <p:spPr>
          <a:xfrm>
            <a:off x="950967" y="716800"/>
            <a:ext cx="74820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327" name="Google Shape;327;p19"/>
          <p:cNvSpPr/>
          <p:nvPr/>
        </p:nvSpPr>
        <p:spPr>
          <a:xfrm>
            <a:off x="3606701" y="6412072"/>
            <a:ext cx="3437444" cy="159408"/>
          </a:xfrm>
          <a:custGeom>
            <a:avLst/>
            <a:gdLst/>
            <a:ahLst/>
            <a:cxnLst/>
            <a:rect l="l" t="t" r="r" b="b"/>
            <a:pathLst>
              <a:path w="27537" h="1277" extrusionOk="0">
                <a:moveTo>
                  <a:pt x="17700" y="1"/>
                </a:moveTo>
                <a:cubicBezTo>
                  <a:pt x="17361" y="1"/>
                  <a:pt x="17043" y="52"/>
                  <a:pt x="16757" y="179"/>
                </a:cubicBezTo>
                <a:cubicBezTo>
                  <a:pt x="15931" y="528"/>
                  <a:pt x="13420" y="697"/>
                  <a:pt x="11895" y="697"/>
                </a:cubicBezTo>
                <a:cubicBezTo>
                  <a:pt x="11393" y="697"/>
                  <a:pt x="10999" y="679"/>
                  <a:pt x="10805" y="642"/>
                </a:cubicBezTo>
                <a:cubicBezTo>
                  <a:pt x="10159" y="557"/>
                  <a:pt x="9507" y="514"/>
                  <a:pt x="8854" y="514"/>
                </a:cubicBezTo>
                <a:cubicBezTo>
                  <a:pt x="8202" y="514"/>
                  <a:pt x="7549" y="557"/>
                  <a:pt x="6903" y="642"/>
                </a:cubicBezTo>
                <a:cubicBezTo>
                  <a:pt x="6702" y="673"/>
                  <a:pt x="6467" y="685"/>
                  <a:pt x="6212" y="685"/>
                </a:cubicBezTo>
                <a:cubicBezTo>
                  <a:pt x="5513" y="685"/>
                  <a:pt x="4659" y="600"/>
                  <a:pt x="3912" y="600"/>
                </a:cubicBezTo>
                <a:cubicBezTo>
                  <a:pt x="3638" y="600"/>
                  <a:pt x="3379" y="611"/>
                  <a:pt x="3147" y="642"/>
                </a:cubicBezTo>
                <a:cubicBezTo>
                  <a:pt x="2050" y="789"/>
                  <a:pt x="1" y="1277"/>
                  <a:pt x="1" y="1277"/>
                </a:cubicBezTo>
                <a:lnTo>
                  <a:pt x="27537" y="1277"/>
                </a:lnTo>
                <a:cubicBezTo>
                  <a:pt x="27537" y="1277"/>
                  <a:pt x="22220" y="959"/>
                  <a:pt x="20830" y="642"/>
                </a:cubicBezTo>
                <a:cubicBezTo>
                  <a:pt x="19784" y="408"/>
                  <a:pt x="18659" y="1"/>
                  <a:pt x="1770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8" name="Google Shape;328;p19"/>
          <p:cNvSpPr/>
          <p:nvPr/>
        </p:nvSpPr>
        <p:spPr>
          <a:xfrm>
            <a:off x="10566141" y="5903955"/>
            <a:ext cx="3434323" cy="159408"/>
          </a:xfrm>
          <a:custGeom>
            <a:avLst/>
            <a:gdLst/>
            <a:ahLst/>
            <a:cxnLst/>
            <a:rect l="l" t="t" r="r" b="b"/>
            <a:pathLst>
              <a:path w="27512" h="1277" extrusionOk="0">
                <a:moveTo>
                  <a:pt x="17675" y="1"/>
                </a:moveTo>
                <a:cubicBezTo>
                  <a:pt x="17336" y="1"/>
                  <a:pt x="17018" y="52"/>
                  <a:pt x="16732" y="179"/>
                </a:cubicBezTo>
                <a:cubicBezTo>
                  <a:pt x="15906" y="528"/>
                  <a:pt x="13395" y="697"/>
                  <a:pt x="11870" y="697"/>
                </a:cubicBezTo>
                <a:cubicBezTo>
                  <a:pt x="11368" y="697"/>
                  <a:pt x="10974" y="679"/>
                  <a:pt x="10781" y="643"/>
                </a:cubicBezTo>
                <a:cubicBezTo>
                  <a:pt x="10159" y="572"/>
                  <a:pt x="9532" y="536"/>
                  <a:pt x="8908" y="536"/>
                </a:cubicBezTo>
                <a:cubicBezTo>
                  <a:pt x="8233" y="536"/>
                  <a:pt x="7561" y="578"/>
                  <a:pt x="6903" y="667"/>
                </a:cubicBezTo>
                <a:cubicBezTo>
                  <a:pt x="6714" y="696"/>
                  <a:pt x="6496" y="707"/>
                  <a:pt x="6259" y="707"/>
                </a:cubicBezTo>
                <a:cubicBezTo>
                  <a:pt x="5567" y="707"/>
                  <a:pt x="4713" y="615"/>
                  <a:pt x="3960" y="615"/>
                </a:cubicBezTo>
                <a:cubicBezTo>
                  <a:pt x="3669" y="615"/>
                  <a:pt x="3392" y="629"/>
                  <a:pt x="3147" y="667"/>
                </a:cubicBezTo>
                <a:cubicBezTo>
                  <a:pt x="2049" y="813"/>
                  <a:pt x="0" y="1277"/>
                  <a:pt x="0" y="1277"/>
                </a:cubicBezTo>
                <a:lnTo>
                  <a:pt x="27512" y="1277"/>
                </a:lnTo>
                <a:cubicBezTo>
                  <a:pt x="27512" y="1277"/>
                  <a:pt x="22195" y="960"/>
                  <a:pt x="20780" y="643"/>
                </a:cubicBezTo>
                <a:cubicBezTo>
                  <a:pt x="19753" y="408"/>
                  <a:pt x="18633" y="1"/>
                  <a:pt x="17675"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9" name="Google Shape;329;p19"/>
          <p:cNvSpPr/>
          <p:nvPr/>
        </p:nvSpPr>
        <p:spPr>
          <a:xfrm>
            <a:off x="10688601" y="880601"/>
            <a:ext cx="1610681" cy="75100"/>
          </a:xfrm>
          <a:custGeom>
            <a:avLst/>
            <a:gdLst/>
            <a:ahLst/>
            <a:cxnLst/>
            <a:rect l="l" t="t" r="r" b="b"/>
            <a:pathLst>
              <a:path w="12903" h="241" extrusionOk="0">
                <a:moveTo>
                  <a:pt x="3226" y="121"/>
                </a:moveTo>
                <a:cubicBezTo>
                  <a:pt x="2187" y="121"/>
                  <a:pt x="1" y="228"/>
                  <a:pt x="1" y="228"/>
                </a:cubicBezTo>
                <a:lnTo>
                  <a:pt x="4697" y="228"/>
                </a:lnTo>
                <a:cubicBezTo>
                  <a:pt x="4335" y="205"/>
                  <a:pt x="3938" y="154"/>
                  <a:pt x="3635" y="131"/>
                </a:cubicBezTo>
                <a:cubicBezTo>
                  <a:pt x="3541" y="124"/>
                  <a:pt x="3399" y="121"/>
                  <a:pt x="3226" y="121"/>
                </a:cubicBezTo>
                <a:close/>
                <a:moveTo>
                  <a:pt x="6365" y="0"/>
                </a:moveTo>
                <a:cubicBezTo>
                  <a:pt x="6014" y="0"/>
                  <a:pt x="5702" y="36"/>
                  <a:pt x="5586" y="131"/>
                </a:cubicBezTo>
                <a:cubicBezTo>
                  <a:pt x="5522" y="183"/>
                  <a:pt x="5413" y="213"/>
                  <a:pt x="5276" y="228"/>
                </a:cubicBezTo>
                <a:lnTo>
                  <a:pt x="12903" y="228"/>
                </a:lnTo>
                <a:cubicBezTo>
                  <a:pt x="12635" y="180"/>
                  <a:pt x="12342" y="155"/>
                  <a:pt x="12049" y="131"/>
                </a:cubicBezTo>
                <a:cubicBezTo>
                  <a:pt x="11887" y="131"/>
                  <a:pt x="11074" y="174"/>
                  <a:pt x="10420" y="174"/>
                </a:cubicBezTo>
                <a:cubicBezTo>
                  <a:pt x="10093" y="174"/>
                  <a:pt x="9805" y="163"/>
                  <a:pt x="9659" y="131"/>
                </a:cubicBezTo>
                <a:cubicBezTo>
                  <a:pt x="9558" y="103"/>
                  <a:pt x="9418" y="93"/>
                  <a:pt x="9256" y="93"/>
                </a:cubicBezTo>
                <a:cubicBezTo>
                  <a:pt x="8848" y="93"/>
                  <a:pt x="8302" y="157"/>
                  <a:pt x="7912" y="157"/>
                </a:cubicBezTo>
                <a:cubicBezTo>
                  <a:pt x="7783" y="157"/>
                  <a:pt x="7670" y="149"/>
                  <a:pt x="7586" y="131"/>
                </a:cubicBezTo>
                <a:cubicBezTo>
                  <a:pt x="7351" y="62"/>
                  <a:pt x="6825" y="0"/>
                  <a:pt x="6365" y="0"/>
                </a:cubicBezTo>
                <a:close/>
                <a:moveTo>
                  <a:pt x="4697" y="228"/>
                </a:moveTo>
                <a:lnTo>
                  <a:pt x="4697" y="228"/>
                </a:lnTo>
                <a:cubicBezTo>
                  <a:pt x="4811" y="236"/>
                  <a:pt x="4921" y="240"/>
                  <a:pt x="5024" y="240"/>
                </a:cubicBezTo>
                <a:cubicBezTo>
                  <a:pt x="5115" y="240"/>
                  <a:pt x="5200" y="237"/>
                  <a:pt x="5276" y="228"/>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4101709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950967" y="716800"/>
            <a:ext cx="77212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332" name="Google Shape;332;p20"/>
          <p:cNvSpPr/>
          <p:nvPr/>
        </p:nvSpPr>
        <p:spPr>
          <a:xfrm rot="10800000">
            <a:off x="-152534" y="6138668"/>
            <a:ext cx="4031667" cy="554833"/>
          </a:xfrm>
          <a:custGeom>
            <a:avLst/>
            <a:gdLst/>
            <a:ahLst/>
            <a:cxnLst/>
            <a:rect l="l" t="t" r="r" b="b"/>
            <a:pathLst>
              <a:path w="120950" h="16645" extrusionOk="0">
                <a:moveTo>
                  <a:pt x="26830" y="0"/>
                </a:moveTo>
                <a:cubicBezTo>
                  <a:pt x="17860" y="0"/>
                  <a:pt x="8893" y="637"/>
                  <a:pt x="1" y="1903"/>
                </a:cubicBezTo>
                <a:cubicBezTo>
                  <a:pt x="1088" y="1891"/>
                  <a:pt x="2175" y="1884"/>
                  <a:pt x="3261" y="1884"/>
                </a:cubicBezTo>
                <a:cubicBezTo>
                  <a:pt x="17390" y="1884"/>
                  <a:pt x="31491" y="2915"/>
                  <a:pt x="45487" y="4976"/>
                </a:cubicBezTo>
                <a:cubicBezTo>
                  <a:pt x="47516" y="5278"/>
                  <a:pt x="49591" y="5591"/>
                  <a:pt x="51641" y="5591"/>
                </a:cubicBezTo>
                <a:cubicBezTo>
                  <a:pt x="52573" y="5591"/>
                  <a:pt x="53499" y="5526"/>
                  <a:pt x="54414" y="5366"/>
                </a:cubicBezTo>
                <a:cubicBezTo>
                  <a:pt x="56755" y="4951"/>
                  <a:pt x="58853" y="3927"/>
                  <a:pt x="61194" y="3561"/>
                </a:cubicBezTo>
                <a:cubicBezTo>
                  <a:pt x="62019" y="3425"/>
                  <a:pt x="62844" y="3372"/>
                  <a:pt x="63669" y="3372"/>
                </a:cubicBezTo>
                <a:cubicBezTo>
                  <a:pt x="65210" y="3372"/>
                  <a:pt x="66751" y="3557"/>
                  <a:pt x="68292" y="3732"/>
                </a:cubicBezTo>
                <a:cubicBezTo>
                  <a:pt x="81828" y="5269"/>
                  <a:pt x="95438" y="6073"/>
                  <a:pt x="109071" y="6171"/>
                </a:cubicBezTo>
                <a:lnTo>
                  <a:pt x="87828" y="9293"/>
                </a:lnTo>
                <a:cubicBezTo>
                  <a:pt x="90177" y="9235"/>
                  <a:pt x="92527" y="9206"/>
                  <a:pt x="94877" y="9206"/>
                </a:cubicBezTo>
                <a:cubicBezTo>
                  <a:pt x="102510" y="9206"/>
                  <a:pt x="110146" y="9512"/>
                  <a:pt x="117754" y="10146"/>
                </a:cubicBezTo>
                <a:cubicBezTo>
                  <a:pt x="119120" y="10268"/>
                  <a:pt x="120949" y="11268"/>
                  <a:pt x="119949" y="12024"/>
                </a:cubicBezTo>
                <a:cubicBezTo>
                  <a:pt x="116638" y="11686"/>
                  <a:pt x="113307" y="11558"/>
                  <a:pt x="109970" y="11558"/>
                </a:cubicBezTo>
                <a:cubicBezTo>
                  <a:pt x="104900" y="11558"/>
                  <a:pt x="99814" y="11852"/>
                  <a:pt x="94755" y="12146"/>
                </a:cubicBezTo>
                <a:lnTo>
                  <a:pt x="42878" y="15195"/>
                </a:lnTo>
                <a:cubicBezTo>
                  <a:pt x="49048" y="16463"/>
                  <a:pt x="55512" y="16610"/>
                  <a:pt x="61926" y="16634"/>
                </a:cubicBezTo>
                <a:cubicBezTo>
                  <a:pt x="62971" y="16641"/>
                  <a:pt x="64016" y="16645"/>
                  <a:pt x="65062" y="16645"/>
                </a:cubicBezTo>
                <a:cubicBezTo>
                  <a:pt x="71407" y="16645"/>
                  <a:pt x="77751" y="16516"/>
                  <a:pt x="84096" y="16244"/>
                </a:cubicBezTo>
                <a:cubicBezTo>
                  <a:pt x="90962" y="15930"/>
                  <a:pt x="97846" y="15418"/>
                  <a:pt x="104732" y="15418"/>
                </a:cubicBezTo>
                <a:cubicBezTo>
                  <a:pt x="105869" y="15418"/>
                  <a:pt x="107007" y="15432"/>
                  <a:pt x="108145" y="15463"/>
                </a:cubicBezTo>
                <a:cubicBezTo>
                  <a:pt x="112291" y="15561"/>
                  <a:pt x="116437" y="15902"/>
                  <a:pt x="120559" y="16463"/>
                </a:cubicBezTo>
                <a:lnTo>
                  <a:pt x="120559" y="464"/>
                </a:lnTo>
                <a:cubicBezTo>
                  <a:pt x="118090" y="297"/>
                  <a:pt x="115621" y="227"/>
                  <a:pt x="113150" y="227"/>
                </a:cubicBezTo>
                <a:cubicBezTo>
                  <a:pt x="99085" y="227"/>
                  <a:pt x="84990" y="2521"/>
                  <a:pt x="70878" y="2521"/>
                </a:cubicBezTo>
                <a:cubicBezTo>
                  <a:pt x="70398" y="2521"/>
                  <a:pt x="69918" y="2518"/>
                  <a:pt x="69438" y="2513"/>
                </a:cubicBezTo>
                <a:cubicBezTo>
                  <a:pt x="58829" y="2391"/>
                  <a:pt x="48341" y="903"/>
                  <a:pt x="37780" y="317"/>
                </a:cubicBezTo>
                <a:cubicBezTo>
                  <a:pt x="34133" y="106"/>
                  <a:pt x="30481" y="0"/>
                  <a:pt x="26830"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3" name="Google Shape;333;p20"/>
          <p:cNvSpPr/>
          <p:nvPr/>
        </p:nvSpPr>
        <p:spPr>
          <a:xfrm rot="10800000">
            <a:off x="10133863" y="6048378"/>
            <a:ext cx="2058139" cy="180567"/>
          </a:xfrm>
          <a:custGeom>
            <a:avLst/>
            <a:gdLst/>
            <a:ahLst/>
            <a:cxnLst/>
            <a:rect l="l" t="t" r="r" b="b"/>
            <a:pathLst>
              <a:path w="45049" h="3952" extrusionOk="0">
                <a:moveTo>
                  <a:pt x="0" y="1"/>
                </a:moveTo>
                <a:lnTo>
                  <a:pt x="0" y="3952"/>
                </a:lnTo>
                <a:cubicBezTo>
                  <a:pt x="1610" y="3513"/>
                  <a:pt x="3220" y="3196"/>
                  <a:pt x="4854" y="3025"/>
                </a:cubicBezTo>
                <a:cubicBezTo>
                  <a:pt x="6659" y="2830"/>
                  <a:pt x="8482" y="2787"/>
                  <a:pt x="10308" y="2787"/>
                </a:cubicBezTo>
                <a:cubicBezTo>
                  <a:pt x="11728" y="2787"/>
                  <a:pt x="13151" y="2813"/>
                  <a:pt x="14567" y="2813"/>
                </a:cubicBezTo>
                <a:cubicBezTo>
                  <a:pt x="14972" y="2813"/>
                  <a:pt x="15377" y="2811"/>
                  <a:pt x="15780" y="2806"/>
                </a:cubicBezTo>
                <a:cubicBezTo>
                  <a:pt x="25609" y="2659"/>
                  <a:pt x="35268" y="586"/>
                  <a:pt x="45048" y="50"/>
                </a:cubicBezTo>
                <a:lnTo>
                  <a:pt x="45048" y="50"/>
                </a:lnTo>
                <a:cubicBezTo>
                  <a:pt x="41999" y="123"/>
                  <a:pt x="38926" y="172"/>
                  <a:pt x="35853" y="245"/>
                </a:cubicBezTo>
                <a:cubicBezTo>
                  <a:pt x="28195" y="391"/>
                  <a:pt x="20561" y="513"/>
                  <a:pt x="12902" y="635"/>
                </a:cubicBezTo>
                <a:cubicBezTo>
                  <a:pt x="11554" y="654"/>
                  <a:pt x="10201" y="673"/>
                  <a:pt x="8849" y="673"/>
                </a:cubicBezTo>
                <a:cubicBezTo>
                  <a:pt x="6754" y="673"/>
                  <a:pt x="4661" y="627"/>
                  <a:pt x="2586" y="464"/>
                </a:cubicBezTo>
                <a:cubicBezTo>
                  <a:pt x="1708" y="391"/>
                  <a:pt x="854" y="245"/>
                  <a:pt x="0"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5854173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334"/>
        <p:cNvGrpSpPr/>
        <p:nvPr/>
      </p:nvGrpSpPr>
      <p:grpSpPr>
        <a:xfrm>
          <a:off x="0" y="0"/>
          <a:ext cx="0" cy="0"/>
          <a:chOff x="0" y="0"/>
          <a:chExt cx="0" cy="0"/>
        </a:xfrm>
      </p:grpSpPr>
      <p:sp>
        <p:nvSpPr>
          <p:cNvPr id="335" name="Google Shape;335;p21"/>
          <p:cNvSpPr txBox="1">
            <a:spLocks noGrp="1"/>
          </p:cNvSpPr>
          <p:nvPr>
            <p:ph type="title"/>
          </p:nvPr>
        </p:nvSpPr>
        <p:spPr>
          <a:xfrm>
            <a:off x="950967" y="716800"/>
            <a:ext cx="73620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336" name="Google Shape;336;p21"/>
          <p:cNvSpPr/>
          <p:nvPr/>
        </p:nvSpPr>
        <p:spPr>
          <a:xfrm flipH="1">
            <a:off x="10353398" y="614701"/>
            <a:ext cx="1838604" cy="237703"/>
          </a:xfrm>
          <a:custGeom>
            <a:avLst/>
            <a:gdLst/>
            <a:ahLst/>
            <a:cxnLst/>
            <a:rect l="l" t="t" r="r" b="b"/>
            <a:pathLst>
              <a:path w="22464" h="2904" extrusionOk="0">
                <a:moveTo>
                  <a:pt x="0" y="0"/>
                </a:moveTo>
                <a:lnTo>
                  <a:pt x="0" y="2659"/>
                </a:lnTo>
                <a:cubicBezTo>
                  <a:pt x="2022" y="2822"/>
                  <a:pt x="4045" y="2903"/>
                  <a:pt x="6066" y="2903"/>
                </a:cubicBezTo>
                <a:cubicBezTo>
                  <a:pt x="11579" y="2903"/>
                  <a:pt x="17073" y="2300"/>
                  <a:pt x="22463" y="1122"/>
                </a:cubicBezTo>
                <a:cubicBezTo>
                  <a:pt x="14951" y="1025"/>
                  <a:pt x="7463" y="659"/>
                  <a:pt x="0"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7" name="Google Shape;337;p21"/>
          <p:cNvSpPr/>
          <p:nvPr/>
        </p:nvSpPr>
        <p:spPr>
          <a:xfrm>
            <a:off x="0" y="6278702"/>
            <a:ext cx="3257379" cy="294561"/>
          </a:xfrm>
          <a:custGeom>
            <a:avLst/>
            <a:gdLst/>
            <a:ahLst/>
            <a:cxnLst/>
            <a:rect l="l" t="t" r="r" b="b"/>
            <a:pathLst>
              <a:path w="72731" h="6577" extrusionOk="0">
                <a:moveTo>
                  <a:pt x="6033" y="0"/>
                </a:moveTo>
                <a:cubicBezTo>
                  <a:pt x="4022" y="0"/>
                  <a:pt x="2008" y="129"/>
                  <a:pt x="0" y="387"/>
                </a:cubicBezTo>
                <a:lnTo>
                  <a:pt x="0" y="5924"/>
                </a:lnTo>
                <a:cubicBezTo>
                  <a:pt x="2212" y="5131"/>
                  <a:pt x="4316" y="4071"/>
                  <a:pt x="6558" y="4071"/>
                </a:cubicBezTo>
                <a:cubicBezTo>
                  <a:pt x="6937" y="4071"/>
                  <a:pt x="7320" y="4101"/>
                  <a:pt x="7707" y="4168"/>
                </a:cubicBezTo>
                <a:cubicBezTo>
                  <a:pt x="9049" y="4387"/>
                  <a:pt x="10171" y="5046"/>
                  <a:pt x="11439" y="5436"/>
                </a:cubicBezTo>
                <a:cubicBezTo>
                  <a:pt x="12854" y="5851"/>
                  <a:pt x="14390" y="5973"/>
                  <a:pt x="15902" y="6070"/>
                </a:cubicBezTo>
                <a:cubicBezTo>
                  <a:pt x="21369" y="6417"/>
                  <a:pt x="26835" y="6576"/>
                  <a:pt x="32316" y="6576"/>
                </a:cubicBezTo>
                <a:cubicBezTo>
                  <a:pt x="33389" y="6576"/>
                  <a:pt x="34462" y="6570"/>
                  <a:pt x="35536" y="6558"/>
                </a:cubicBezTo>
                <a:cubicBezTo>
                  <a:pt x="31390" y="6412"/>
                  <a:pt x="27292" y="5851"/>
                  <a:pt x="23268" y="4826"/>
                </a:cubicBezTo>
                <a:cubicBezTo>
                  <a:pt x="25338" y="4383"/>
                  <a:pt x="27448" y="4225"/>
                  <a:pt x="29580" y="4225"/>
                </a:cubicBezTo>
                <a:cubicBezTo>
                  <a:pt x="34128" y="4225"/>
                  <a:pt x="38774" y="4944"/>
                  <a:pt x="43341" y="5143"/>
                </a:cubicBezTo>
                <a:cubicBezTo>
                  <a:pt x="44191" y="5178"/>
                  <a:pt x="45042" y="5194"/>
                  <a:pt x="45893" y="5194"/>
                </a:cubicBezTo>
                <a:cubicBezTo>
                  <a:pt x="50407" y="5194"/>
                  <a:pt x="54919" y="4749"/>
                  <a:pt x="59414" y="4339"/>
                </a:cubicBezTo>
                <a:cubicBezTo>
                  <a:pt x="63901" y="3900"/>
                  <a:pt x="68462" y="3461"/>
                  <a:pt x="72730" y="2265"/>
                </a:cubicBezTo>
                <a:cubicBezTo>
                  <a:pt x="70452" y="1811"/>
                  <a:pt x="68142" y="1652"/>
                  <a:pt x="65813" y="1652"/>
                </a:cubicBezTo>
                <a:cubicBezTo>
                  <a:pt x="60350" y="1652"/>
                  <a:pt x="54781" y="2528"/>
                  <a:pt x="49275" y="2528"/>
                </a:cubicBezTo>
                <a:cubicBezTo>
                  <a:pt x="48434" y="2528"/>
                  <a:pt x="47593" y="2508"/>
                  <a:pt x="46755" y="2461"/>
                </a:cubicBezTo>
                <a:cubicBezTo>
                  <a:pt x="40531" y="2132"/>
                  <a:pt x="34410" y="350"/>
                  <a:pt x="28276" y="350"/>
                </a:cubicBezTo>
                <a:cubicBezTo>
                  <a:pt x="27128" y="350"/>
                  <a:pt x="25979" y="412"/>
                  <a:pt x="24829" y="558"/>
                </a:cubicBezTo>
                <a:cubicBezTo>
                  <a:pt x="23024" y="802"/>
                  <a:pt x="21268" y="1217"/>
                  <a:pt x="19463" y="1266"/>
                </a:cubicBezTo>
                <a:cubicBezTo>
                  <a:pt x="19310" y="1271"/>
                  <a:pt x="19157" y="1273"/>
                  <a:pt x="19005" y="1273"/>
                </a:cubicBezTo>
                <a:cubicBezTo>
                  <a:pt x="17014" y="1273"/>
                  <a:pt x="15045" y="851"/>
                  <a:pt x="13098" y="534"/>
                </a:cubicBezTo>
                <a:cubicBezTo>
                  <a:pt x="10753" y="178"/>
                  <a:pt x="8395" y="0"/>
                  <a:pt x="6033"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8958603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6">
  <p:cSld name="Title only 6">
    <p:spTree>
      <p:nvGrpSpPr>
        <p:cNvPr id="1" name="Shape 338"/>
        <p:cNvGrpSpPr/>
        <p:nvPr/>
      </p:nvGrpSpPr>
      <p:grpSpPr>
        <a:xfrm>
          <a:off x="0" y="0"/>
          <a:ext cx="0" cy="0"/>
          <a:chOff x="0" y="0"/>
          <a:chExt cx="0" cy="0"/>
        </a:xfrm>
      </p:grpSpPr>
      <p:sp>
        <p:nvSpPr>
          <p:cNvPr id="339" name="Google Shape;339;p22"/>
          <p:cNvSpPr txBox="1">
            <a:spLocks noGrp="1"/>
          </p:cNvSpPr>
          <p:nvPr>
            <p:ph type="title"/>
          </p:nvPr>
        </p:nvSpPr>
        <p:spPr>
          <a:xfrm>
            <a:off x="950967" y="716800"/>
            <a:ext cx="73620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340" name="Google Shape;340;p22"/>
          <p:cNvSpPr/>
          <p:nvPr/>
        </p:nvSpPr>
        <p:spPr>
          <a:xfrm>
            <a:off x="8057999" y="6285417"/>
            <a:ext cx="4133997" cy="353081"/>
          </a:xfrm>
          <a:custGeom>
            <a:avLst/>
            <a:gdLst/>
            <a:ahLst/>
            <a:cxnLst/>
            <a:rect l="l" t="t" r="r" b="b"/>
            <a:pathLst>
              <a:path w="74828" h="6391" extrusionOk="0">
                <a:moveTo>
                  <a:pt x="74828" y="0"/>
                </a:moveTo>
                <a:cubicBezTo>
                  <a:pt x="54536" y="1366"/>
                  <a:pt x="34146" y="1586"/>
                  <a:pt x="13756" y="1781"/>
                </a:cubicBezTo>
                <a:lnTo>
                  <a:pt x="27122" y="3098"/>
                </a:lnTo>
                <a:cubicBezTo>
                  <a:pt x="20189" y="3829"/>
                  <a:pt x="13243" y="4199"/>
                  <a:pt x="6292" y="4199"/>
                </a:cubicBezTo>
                <a:cubicBezTo>
                  <a:pt x="4195" y="4199"/>
                  <a:pt x="2098" y="4166"/>
                  <a:pt x="0" y="4098"/>
                </a:cubicBezTo>
                <a:lnTo>
                  <a:pt x="0" y="4098"/>
                </a:lnTo>
                <a:cubicBezTo>
                  <a:pt x="7559" y="5276"/>
                  <a:pt x="15184" y="5861"/>
                  <a:pt x="22816" y="5861"/>
                </a:cubicBezTo>
                <a:cubicBezTo>
                  <a:pt x="26561" y="5861"/>
                  <a:pt x="30307" y="5720"/>
                  <a:pt x="34048" y="5439"/>
                </a:cubicBezTo>
                <a:cubicBezTo>
                  <a:pt x="37487" y="5171"/>
                  <a:pt x="40926" y="4805"/>
                  <a:pt x="44390" y="4659"/>
                </a:cubicBezTo>
                <a:cubicBezTo>
                  <a:pt x="45675" y="4602"/>
                  <a:pt x="46963" y="4578"/>
                  <a:pt x="48252" y="4578"/>
                </a:cubicBezTo>
                <a:cubicBezTo>
                  <a:pt x="51364" y="4578"/>
                  <a:pt x="54480" y="4716"/>
                  <a:pt x="57584" y="4854"/>
                </a:cubicBezTo>
                <a:cubicBezTo>
                  <a:pt x="63340" y="5098"/>
                  <a:pt x="69243" y="5366"/>
                  <a:pt x="74828" y="6390"/>
                </a:cubicBezTo>
                <a:lnTo>
                  <a:pt x="74828" y="0"/>
                </a:ln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1" name="Google Shape;341;p22"/>
          <p:cNvSpPr/>
          <p:nvPr/>
        </p:nvSpPr>
        <p:spPr>
          <a:xfrm>
            <a:off x="-45798" y="265467"/>
            <a:ext cx="2488807" cy="218335"/>
          </a:xfrm>
          <a:custGeom>
            <a:avLst/>
            <a:gdLst/>
            <a:ahLst/>
            <a:cxnLst/>
            <a:rect l="l" t="t" r="r" b="b"/>
            <a:pathLst>
              <a:path w="45049" h="3952" extrusionOk="0">
                <a:moveTo>
                  <a:pt x="0" y="1"/>
                </a:moveTo>
                <a:lnTo>
                  <a:pt x="0" y="3952"/>
                </a:lnTo>
                <a:cubicBezTo>
                  <a:pt x="1610" y="3513"/>
                  <a:pt x="3220" y="3196"/>
                  <a:pt x="4854" y="3025"/>
                </a:cubicBezTo>
                <a:cubicBezTo>
                  <a:pt x="6659" y="2830"/>
                  <a:pt x="8482" y="2787"/>
                  <a:pt x="10308" y="2787"/>
                </a:cubicBezTo>
                <a:cubicBezTo>
                  <a:pt x="11728" y="2787"/>
                  <a:pt x="13151" y="2813"/>
                  <a:pt x="14567" y="2813"/>
                </a:cubicBezTo>
                <a:cubicBezTo>
                  <a:pt x="14972" y="2813"/>
                  <a:pt x="15377" y="2811"/>
                  <a:pt x="15780" y="2806"/>
                </a:cubicBezTo>
                <a:cubicBezTo>
                  <a:pt x="25609" y="2659"/>
                  <a:pt x="35268" y="586"/>
                  <a:pt x="45048" y="50"/>
                </a:cubicBezTo>
                <a:lnTo>
                  <a:pt x="45048" y="50"/>
                </a:lnTo>
                <a:cubicBezTo>
                  <a:pt x="41999" y="123"/>
                  <a:pt x="38926" y="172"/>
                  <a:pt x="35853" y="245"/>
                </a:cubicBezTo>
                <a:cubicBezTo>
                  <a:pt x="28195" y="391"/>
                  <a:pt x="20561" y="513"/>
                  <a:pt x="12902" y="635"/>
                </a:cubicBezTo>
                <a:cubicBezTo>
                  <a:pt x="11554" y="654"/>
                  <a:pt x="10201" y="673"/>
                  <a:pt x="8849" y="673"/>
                </a:cubicBezTo>
                <a:cubicBezTo>
                  <a:pt x="6754" y="673"/>
                  <a:pt x="4661" y="627"/>
                  <a:pt x="2586" y="464"/>
                </a:cubicBezTo>
                <a:cubicBezTo>
                  <a:pt x="1708" y="391"/>
                  <a:pt x="854" y="245"/>
                  <a:pt x="0"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8087562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7">
  <p:cSld name="Title only 7">
    <p:spTree>
      <p:nvGrpSpPr>
        <p:cNvPr id="1" name="Shape 342"/>
        <p:cNvGrpSpPr/>
        <p:nvPr/>
      </p:nvGrpSpPr>
      <p:grpSpPr>
        <a:xfrm>
          <a:off x="0" y="0"/>
          <a:ext cx="0" cy="0"/>
          <a:chOff x="0" y="0"/>
          <a:chExt cx="0" cy="0"/>
        </a:xfrm>
      </p:grpSpPr>
      <p:sp>
        <p:nvSpPr>
          <p:cNvPr id="343" name="Google Shape;343;p23"/>
          <p:cNvSpPr txBox="1">
            <a:spLocks noGrp="1"/>
          </p:cNvSpPr>
          <p:nvPr>
            <p:ph type="title"/>
          </p:nvPr>
        </p:nvSpPr>
        <p:spPr>
          <a:xfrm>
            <a:off x="950967" y="716800"/>
            <a:ext cx="73620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Tree>
    <p:extLst>
      <p:ext uri="{BB962C8B-B14F-4D97-AF65-F5344CB8AC3E}">
        <p14:creationId xmlns:p14="http://schemas.microsoft.com/office/powerpoint/2010/main" val="662499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8">
  <p:cSld name="Title only 8">
    <p:spTree>
      <p:nvGrpSpPr>
        <p:cNvPr id="1" name="Shape 344"/>
        <p:cNvGrpSpPr/>
        <p:nvPr/>
      </p:nvGrpSpPr>
      <p:grpSpPr>
        <a:xfrm>
          <a:off x="0" y="0"/>
          <a:ext cx="0" cy="0"/>
          <a:chOff x="0" y="0"/>
          <a:chExt cx="0" cy="0"/>
        </a:xfrm>
      </p:grpSpPr>
      <p:sp>
        <p:nvSpPr>
          <p:cNvPr id="345" name="Google Shape;345;p24"/>
          <p:cNvSpPr txBox="1">
            <a:spLocks noGrp="1"/>
          </p:cNvSpPr>
          <p:nvPr>
            <p:ph type="title"/>
          </p:nvPr>
        </p:nvSpPr>
        <p:spPr>
          <a:xfrm>
            <a:off x="950967" y="716800"/>
            <a:ext cx="73620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346" name="Google Shape;346;p24"/>
          <p:cNvSpPr/>
          <p:nvPr/>
        </p:nvSpPr>
        <p:spPr>
          <a:xfrm flipH="1">
            <a:off x="4" y="6256002"/>
            <a:ext cx="4307389" cy="480273"/>
          </a:xfrm>
          <a:custGeom>
            <a:avLst/>
            <a:gdLst/>
            <a:ahLst/>
            <a:cxnLst/>
            <a:rect l="l" t="t" r="r" b="b"/>
            <a:pathLst>
              <a:path w="100852" h="11245" extrusionOk="0">
                <a:moveTo>
                  <a:pt x="100852" y="1"/>
                </a:moveTo>
                <a:cubicBezTo>
                  <a:pt x="100389" y="220"/>
                  <a:pt x="99876" y="391"/>
                  <a:pt x="99389" y="537"/>
                </a:cubicBezTo>
                <a:cubicBezTo>
                  <a:pt x="96291" y="1415"/>
                  <a:pt x="92316" y="1415"/>
                  <a:pt x="89072" y="1586"/>
                </a:cubicBezTo>
                <a:cubicBezTo>
                  <a:pt x="86497" y="1695"/>
                  <a:pt x="83915" y="1737"/>
                  <a:pt x="81333" y="1737"/>
                </a:cubicBezTo>
                <a:cubicBezTo>
                  <a:pt x="76993" y="1737"/>
                  <a:pt x="72652" y="1620"/>
                  <a:pt x="68341" y="1513"/>
                </a:cubicBezTo>
                <a:cubicBezTo>
                  <a:pt x="66762" y="1493"/>
                  <a:pt x="65184" y="1483"/>
                  <a:pt x="63606" y="1483"/>
                </a:cubicBezTo>
                <a:cubicBezTo>
                  <a:pt x="42340" y="1483"/>
                  <a:pt x="21139" y="3252"/>
                  <a:pt x="1" y="5001"/>
                </a:cubicBezTo>
                <a:cubicBezTo>
                  <a:pt x="1846" y="5266"/>
                  <a:pt x="3703" y="5368"/>
                  <a:pt x="5568" y="5368"/>
                </a:cubicBezTo>
                <a:cubicBezTo>
                  <a:pt x="11591" y="5368"/>
                  <a:pt x="17691" y="4310"/>
                  <a:pt x="23720" y="4310"/>
                </a:cubicBezTo>
                <a:cubicBezTo>
                  <a:pt x="25422" y="4310"/>
                  <a:pt x="27118" y="4394"/>
                  <a:pt x="28805" y="4611"/>
                </a:cubicBezTo>
                <a:cubicBezTo>
                  <a:pt x="32512" y="5074"/>
                  <a:pt x="36000" y="6147"/>
                  <a:pt x="39658" y="6732"/>
                </a:cubicBezTo>
                <a:cubicBezTo>
                  <a:pt x="42421" y="7157"/>
                  <a:pt x="45234" y="7293"/>
                  <a:pt x="48059" y="7293"/>
                </a:cubicBezTo>
                <a:cubicBezTo>
                  <a:pt x="50421" y="7293"/>
                  <a:pt x="52791" y="7198"/>
                  <a:pt x="55146" y="7098"/>
                </a:cubicBezTo>
                <a:lnTo>
                  <a:pt x="96681" y="5342"/>
                </a:lnTo>
                <a:lnTo>
                  <a:pt x="96681" y="5342"/>
                </a:lnTo>
                <a:cubicBezTo>
                  <a:pt x="84023" y="11245"/>
                  <a:pt x="67487" y="7293"/>
                  <a:pt x="53390" y="10684"/>
                </a:cubicBezTo>
                <a:lnTo>
                  <a:pt x="100852" y="11147"/>
                </a:lnTo>
                <a:lnTo>
                  <a:pt x="100852" y="1"/>
                </a:ln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7" name="Google Shape;347;p24"/>
          <p:cNvSpPr/>
          <p:nvPr/>
        </p:nvSpPr>
        <p:spPr>
          <a:xfrm flipH="1">
            <a:off x="9842751" y="530434"/>
            <a:ext cx="2796565" cy="274801"/>
          </a:xfrm>
          <a:custGeom>
            <a:avLst/>
            <a:gdLst/>
            <a:ahLst/>
            <a:cxnLst/>
            <a:rect l="l" t="t" r="r" b="b"/>
            <a:pathLst>
              <a:path w="27537" h="1277" extrusionOk="0">
                <a:moveTo>
                  <a:pt x="17700" y="1"/>
                </a:moveTo>
                <a:cubicBezTo>
                  <a:pt x="17361" y="1"/>
                  <a:pt x="17043" y="52"/>
                  <a:pt x="16757" y="179"/>
                </a:cubicBezTo>
                <a:cubicBezTo>
                  <a:pt x="15931" y="528"/>
                  <a:pt x="13420" y="697"/>
                  <a:pt x="11895" y="697"/>
                </a:cubicBezTo>
                <a:cubicBezTo>
                  <a:pt x="11393" y="697"/>
                  <a:pt x="10999" y="679"/>
                  <a:pt x="10805" y="642"/>
                </a:cubicBezTo>
                <a:cubicBezTo>
                  <a:pt x="10159" y="557"/>
                  <a:pt x="9507" y="514"/>
                  <a:pt x="8854" y="514"/>
                </a:cubicBezTo>
                <a:cubicBezTo>
                  <a:pt x="8202" y="514"/>
                  <a:pt x="7549" y="557"/>
                  <a:pt x="6903" y="642"/>
                </a:cubicBezTo>
                <a:cubicBezTo>
                  <a:pt x="6702" y="673"/>
                  <a:pt x="6467" y="685"/>
                  <a:pt x="6212" y="685"/>
                </a:cubicBezTo>
                <a:cubicBezTo>
                  <a:pt x="5513" y="685"/>
                  <a:pt x="4659" y="600"/>
                  <a:pt x="3912" y="600"/>
                </a:cubicBezTo>
                <a:cubicBezTo>
                  <a:pt x="3638" y="600"/>
                  <a:pt x="3379" y="611"/>
                  <a:pt x="3147" y="642"/>
                </a:cubicBezTo>
                <a:cubicBezTo>
                  <a:pt x="2050" y="789"/>
                  <a:pt x="1" y="1277"/>
                  <a:pt x="1" y="1277"/>
                </a:cubicBezTo>
                <a:lnTo>
                  <a:pt x="27537" y="1277"/>
                </a:lnTo>
                <a:cubicBezTo>
                  <a:pt x="27537" y="1277"/>
                  <a:pt x="22220" y="959"/>
                  <a:pt x="20830" y="642"/>
                </a:cubicBezTo>
                <a:cubicBezTo>
                  <a:pt x="19784" y="408"/>
                  <a:pt x="18659" y="1"/>
                  <a:pt x="17700"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638930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9">
  <p:cSld name="Title only 9">
    <p:spTree>
      <p:nvGrpSpPr>
        <p:cNvPr id="1" name="Shape 348"/>
        <p:cNvGrpSpPr/>
        <p:nvPr/>
      </p:nvGrpSpPr>
      <p:grpSpPr>
        <a:xfrm>
          <a:off x="0" y="0"/>
          <a:ext cx="0" cy="0"/>
          <a:chOff x="0" y="0"/>
          <a:chExt cx="0" cy="0"/>
        </a:xfrm>
      </p:grpSpPr>
      <p:sp>
        <p:nvSpPr>
          <p:cNvPr id="349" name="Google Shape;349;p25"/>
          <p:cNvSpPr txBox="1">
            <a:spLocks noGrp="1"/>
          </p:cNvSpPr>
          <p:nvPr>
            <p:ph type="title"/>
          </p:nvPr>
        </p:nvSpPr>
        <p:spPr>
          <a:xfrm>
            <a:off x="950967" y="716800"/>
            <a:ext cx="63284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350" name="Google Shape;350;p25"/>
          <p:cNvSpPr/>
          <p:nvPr/>
        </p:nvSpPr>
        <p:spPr>
          <a:xfrm>
            <a:off x="11132514" y="5640716"/>
            <a:ext cx="217039" cy="139083"/>
          </a:xfrm>
          <a:custGeom>
            <a:avLst/>
            <a:gdLst/>
            <a:ahLst/>
            <a:cxnLst/>
            <a:rect l="l" t="t" r="r" b="b"/>
            <a:pathLst>
              <a:path w="4204" h="2694" extrusionOk="0">
                <a:moveTo>
                  <a:pt x="1642" y="1"/>
                </a:moveTo>
                <a:cubicBezTo>
                  <a:pt x="1578" y="1"/>
                  <a:pt x="1509" y="17"/>
                  <a:pt x="1434" y="47"/>
                </a:cubicBezTo>
                <a:cubicBezTo>
                  <a:pt x="1368" y="81"/>
                  <a:pt x="1301" y="147"/>
                  <a:pt x="1268" y="214"/>
                </a:cubicBezTo>
                <a:cubicBezTo>
                  <a:pt x="1234" y="247"/>
                  <a:pt x="1201" y="281"/>
                  <a:pt x="1168" y="347"/>
                </a:cubicBezTo>
                <a:cubicBezTo>
                  <a:pt x="1101" y="347"/>
                  <a:pt x="1001" y="381"/>
                  <a:pt x="934" y="414"/>
                </a:cubicBezTo>
                <a:cubicBezTo>
                  <a:pt x="734" y="481"/>
                  <a:pt x="567" y="581"/>
                  <a:pt x="400" y="714"/>
                </a:cubicBezTo>
                <a:cubicBezTo>
                  <a:pt x="234" y="814"/>
                  <a:pt x="133" y="981"/>
                  <a:pt x="33" y="1148"/>
                </a:cubicBezTo>
                <a:cubicBezTo>
                  <a:pt x="0" y="1181"/>
                  <a:pt x="0" y="1248"/>
                  <a:pt x="0" y="1315"/>
                </a:cubicBezTo>
                <a:cubicBezTo>
                  <a:pt x="33" y="1415"/>
                  <a:pt x="67" y="1482"/>
                  <a:pt x="100" y="1548"/>
                </a:cubicBezTo>
                <a:cubicBezTo>
                  <a:pt x="200" y="1715"/>
                  <a:pt x="334" y="1849"/>
                  <a:pt x="500" y="1915"/>
                </a:cubicBezTo>
                <a:cubicBezTo>
                  <a:pt x="634" y="1982"/>
                  <a:pt x="801" y="2049"/>
                  <a:pt x="967" y="2049"/>
                </a:cubicBezTo>
                <a:cubicBezTo>
                  <a:pt x="1168" y="2082"/>
                  <a:pt x="1368" y="2082"/>
                  <a:pt x="1568" y="2082"/>
                </a:cubicBezTo>
                <a:cubicBezTo>
                  <a:pt x="1601" y="2149"/>
                  <a:pt x="1601" y="2182"/>
                  <a:pt x="1635" y="2215"/>
                </a:cubicBezTo>
                <a:cubicBezTo>
                  <a:pt x="1668" y="2316"/>
                  <a:pt x="1735" y="2416"/>
                  <a:pt x="1801" y="2482"/>
                </a:cubicBezTo>
                <a:cubicBezTo>
                  <a:pt x="1852" y="2559"/>
                  <a:pt x="1981" y="2694"/>
                  <a:pt x="2099" y="2694"/>
                </a:cubicBezTo>
                <a:cubicBezTo>
                  <a:pt x="2135" y="2694"/>
                  <a:pt x="2170" y="2681"/>
                  <a:pt x="2202" y="2649"/>
                </a:cubicBezTo>
                <a:cubicBezTo>
                  <a:pt x="2235" y="2582"/>
                  <a:pt x="2268" y="2482"/>
                  <a:pt x="2268" y="2416"/>
                </a:cubicBezTo>
                <a:cubicBezTo>
                  <a:pt x="2302" y="2349"/>
                  <a:pt x="2335" y="2282"/>
                  <a:pt x="2402" y="2249"/>
                </a:cubicBezTo>
                <a:cubicBezTo>
                  <a:pt x="2402" y="2249"/>
                  <a:pt x="2468" y="2215"/>
                  <a:pt x="2468" y="2182"/>
                </a:cubicBezTo>
                <a:cubicBezTo>
                  <a:pt x="2468" y="2149"/>
                  <a:pt x="2435" y="2115"/>
                  <a:pt x="2402" y="2082"/>
                </a:cubicBezTo>
                <a:cubicBezTo>
                  <a:pt x="2335" y="2082"/>
                  <a:pt x="2268" y="2049"/>
                  <a:pt x="2235" y="2015"/>
                </a:cubicBezTo>
                <a:cubicBezTo>
                  <a:pt x="2302" y="2015"/>
                  <a:pt x="2368" y="1982"/>
                  <a:pt x="2435" y="1982"/>
                </a:cubicBezTo>
                <a:cubicBezTo>
                  <a:pt x="2535" y="1949"/>
                  <a:pt x="2602" y="1915"/>
                  <a:pt x="2669" y="1849"/>
                </a:cubicBezTo>
                <a:cubicBezTo>
                  <a:pt x="2869" y="1715"/>
                  <a:pt x="3069" y="1648"/>
                  <a:pt x="3269" y="1582"/>
                </a:cubicBezTo>
                <a:cubicBezTo>
                  <a:pt x="3319" y="1573"/>
                  <a:pt x="3369" y="1569"/>
                  <a:pt x="3419" y="1569"/>
                </a:cubicBezTo>
                <a:cubicBezTo>
                  <a:pt x="3567" y="1569"/>
                  <a:pt x="3711" y="1607"/>
                  <a:pt x="3836" y="1682"/>
                </a:cubicBezTo>
                <a:cubicBezTo>
                  <a:pt x="3903" y="1715"/>
                  <a:pt x="3970" y="1782"/>
                  <a:pt x="4036" y="1882"/>
                </a:cubicBezTo>
                <a:cubicBezTo>
                  <a:pt x="4063" y="1909"/>
                  <a:pt x="4090" y="1958"/>
                  <a:pt x="4135" y="1958"/>
                </a:cubicBezTo>
                <a:cubicBezTo>
                  <a:pt x="4145" y="1958"/>
                  <a:pt x="4157" y="1955"/>
                  <a:pt x="4170" y="1949"/>
                </a:cubicBezTo>
                <a:cubicBezTo>
                  <a:pt x="4203" y="1915"/>
                  <a:pt x="4203" y="1815"/>
                  <a:pt x="4203" y="1782"/>
                </a:cubicBezTo>
                <a:cubicBezTo>
                  <a:pt x="4203" y="1682"/>
                  <a:pt x="4170" y="1548"/>
                  <a:pt x="4103" y="1482"/>
                </a:cubicBezTo>
                <a:cubicBezTo>
                  <a:pt x="4070" y="1382"/>
                  <a:pt x="4036" y="1315"/>
                  <a:pt x="3970" y="1248"/>
                </a:cubicBezTo>
                <a:cubicBezTo>
                  <a:pt x="3936" y="1215"/>
                  <a:pt x="3936" y="1115"/>
                  <a:pt x="3970" y="1081"/>
                </a:cubicBezTo>
                <a:cubicBezTo>
                  <a:pt x="4003" y="1048"/>
                  <a:pt x="4036" y="1015"/>
                  <a:pt x="4070" y="981"/>
                </a:cubicBezTo>
                <a:cubicBezTo>
                  <a:pt x="4136" y="781"/>
                  <a:pt x="4170" y="614"/>
                  <a:pt x="4136" y="414"/>
                </a:cubicBezTo>
                <a:cubicBezTo>
                  <a:pt x="4070" y="414"/>
                  <a:pt x="3970" y="448"/>
                  <a:pt x="3903" y="548"/>
                </a:cubicBezTo>
                <a:lnTo>
                  <a:pt x="3869" y="581"/>
                </a:lnTo>
                <a:cubicBezTo>
                  <a:pt x="3803" y="648"/>
                  <a:pt x="3736" y="681"/>
                  <a:pt x="3669" y="748"/>
                </a:cubicBezTo>
                <a:cubicBezTo>
                  <a:pt x="3544" y="823"/>
                  <a:pt x="3400" y="860"/>
                  <a:pt x="3252" y="860"/>
                </a:cubicBezTo>
                <a:cubicBezTo>
                  <a:pt x="3202" y="860"/>
                  <a:pt x="3152" y="856"/>
                  <a:pt x="3102" y="848"/>
                </a:cubicBezTo>
                <a:cubicBezTo>
                  <a:pt x="3002" y="814"/>
                  <a:pt x="2902" y="781"/>
                  <a:pt x="2835" y="748"/>
                </a:cubicBezTo>
                <a:cubicBezTo>
                  <a:pt x="2869" y="714"/>
                  <a:pt x="2869" y="681"/>
                  <a:pt x="2869" y="614"/>
                </a:cubicBezTo>
                <a:cubicBezTo>
                  <a:pt x="2835" y="581"/>
                  <a:pt x="2769" y="548"/>
                  <a:pt x="2702" y="514"/>
                </a:cubicBezTo>
                <a:cubicBezTo>
                  <a:pt x="2635" y="481"/>
                  <a:pt x="2535" y="381"/>
                  <a:pt x="2435" y="347"/>
                </a:cubicBezTo>
                <a:cubicBezTo>
                  <a:pt x="2235" y="247"/>
                  <a:pt x="2035" y="181"/>
                  <a:pt x="1868" y="81"/>
                </a:cubicBezTo>
                <a:cubicBezTo>
                  <a:pt x="1795" y="26"/>
                  <a:pt x="1721" y="1"/>
                  <a:pt x="1642"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1" name="Google Shape;351;p25"/>
          <p:cNvSpPr/>
          <p:nvPr/>
        </p:nvSpPr>
        <p:spPr>
          <a:xfrm>
            <a:off x="6463598" y="6330616"/>
            <a:ext cx="217039" cy="139083"/>
          </a:xfrm>
          <a:custGeom>
            <a:avLst/>
            <a:gdLst/>
            <a:ahLst/>
            <a:cxnLst/>
            <a:rect l="l" t="t" r="r" b="b"/>
            <a:pathLst>
              <a:path w="4204" h="2694" extrusionOk="0">
                <a:moveTo>
                  <a:pt x="1642" y="1"/>
                </a:moveTo>
                <a:cubicBezTo>
                  <a:pt x="1578" y="1"/>
                  <a:pt x="1509" y="17"/>
                  <a:pt x="1434" y="47"/>
                </a:cubicBezTo>
                <a:cubicBezTo>
                  <a:pt x="1368" y="81"/>
                  <a:pt x="1301" y="147"/>
                  <a:pt x="1268" y="214"/>
                </a:cubicBezTo>
                <a:cubicBezTo>
                  <a:pt x="1234" y="247"/>
                  <a:pt x="1201" y="281"/>
                  <a:pt x="1168" y="347"/>
                </a:cubicBezTo>
                <a:cubicBezTo>
                  <a:pt x="1101" y="347"/>
                  <a:pt x="1001" y="381"/>
                  <a:pt x="934" y="414"/>
                </a:cubicBezTo>
                <a:cubicBezTo>
                  <a:pt x="734" y="481"/>
                  <a:pt x="567" y="581"/>
                  <a:pt x="400" y="714"/>
                </a:cubicBezTo>
                <a:cubicBezTo>
                  <a:pt x="234" y="814"/>
                  <a:pt x="133" y="981"/>
                  <a:pt x="33" y="1148"/>
                </a:cubicBezTo>
                <a:cubicBezTo>
                  <a:pt x="0" y="1181"/>
                  <a:pt x="0" y="1248"/>
                  <a:pt x="0" y="1315"/>
                </a:cubicBezTo>
                <a:cubicBezTo>
                  <a:pt x="33" y="1415"/>
                  <a:pt x="67" y="1482"/>
                  <a:pt x="100" y="1548"/>
                </a:cubicBezTo>
                <a:cubicBezTo>
                  <a:pt x="200" y="1715"/>
                  <a:pt x="334" y="1849"/>
                  <a:pt x="500" y="1915"/>
                </a:cubicBezTo>
                <a:cubicBezTo>
                  <a:pt x="634" y="1982"/>
                  <a:pt x="801" y="2049"/>
                  <a:pt x="967" y="2049"/>
                </a:cubicBezTo>
                <a:cubicBezTo>
                  <a:pt x="1168" y="2082"/>
                  <a:pt x="1368" y="2082"/>
                  <a:pt x="1568" y="2082"/>
                </a:cubicBezTo>
                <a:cubicBezTo>
                  <a:pt x="1601" y="2149"/>
                  <a:pt x="1601" y="2182"/>
                  <a:pt x="1635" y="2215"/>
                </a:cubicBezTo>
                <a:cubicBezTo>
                  <a:pt x="1668" y="2316"/>
                  <a:pt x="1735" y="2416"/>
                  <a:pt x="1801" y="2482"/>
                </a:cubicBezTo>
                <a:cubicBezTo>
                  <a:pt x="1852" y="2559"/>
                  <a:pt x="1981" y="2694"/>
                  <a:pt x="2099" y="2694"/>
                </a:cubicBezTo>
                <a:cubicBezTo>
                  <a:pt x="2135" y="2694"/>
                  <a:pt x="2170" y="2681"/>
                  <a:pt x="2202" y="2649"/>
                </a:cubicBezTo>
                <a:cubicBezTo>
                  <a:pt x="2235" y="2582"/>
                  <a:pt x="2268" y="2482"/>
                  <a:pt x="2268" y="2416"/>
                </a:cubicBezTo>
                <a:cubicBezTo>
                  <a:pt x="2302" y="2349"/>
                  <a:pt x="2335" y="2282"/>
                  <a:pt x="2402" y="2249"/>
                </a:cubicBezTo>
                <a:cubicBezTo>
                  <a:pt x="2402" y="2249"/>
                  <a:pt x="2468" y="2215"/>
                  <a:pt x="2468" y="2182"/>
                </a:cubicBezTo>
                <a:cubicBezTo>
                  <a:pt x="2468" y="2149"/>
                  <a:pt x="2435" y="2115"/>
                  <a:pt x="2402" y="2082"/>
                </a:cubicBezTo>
                <a:cubicBezTo>
                  <a:pt x="2335" y="2082"/>
                  <a:pt x="2268" y="2049"/>
                  <a:pt x="2235" y="2015"/>
                </a:cubicBezTo>
                <a:cubicBezTo>
                  <a:pt x="2302" y="2015"/>
                  <a:pt x="2368" y="1982"/>
                  <a:pt x="2435" y="1982"/>
                </a:cubicBezTo>
                <a:cubicBezTo>
                  <a:pt x="2535" y="1949"/>
                  <a:pt x="2602" y="1915"/>
                  <a:pt x="2669" y="1849"/>
                </a:cubicBezTo>
                <a:cubicBezTo>
                  <a:pt x="2869" y="1715"/>
                  <a:pt x="3069" y="1648"/>
                  <a:pt x="3269" y="1582"/>
                </a:cubicBezTo>
                <a:cubicBezTo>
                  <a:pt x="3319" y="1573"/>
                  <a:pt x="3369" y="1569"/>
                  <a:pt x="3419" y="1569"/>
                </a:cubicBezTo>
                <a:cubicBezTo>
                  <a:pt x="3567" y="1569"/>
                  <a:pt x="3711" y="1607"/>
                  <a:pt x="3836" y="1682"/>
                </a:cubicBezTo>
                <a:cubicBezTo>
                  <a:pt x="3903" y="1715"/>
                  <a:pt x="3970" y="1782"/>
                  <a:pt x="4036" y="1882"/>
                </a:cubicBezTo>
                <a:cubicBezTo>
                  <a:pt x="4063" y="1909"/>
                  <a:pt x="4090" y="1958"/>
                  <a:pt x="4135" y="1958"/>
                </a:cubicBezTo>
                <a:cubicBezTo>
                  <a:pt x="4145" y="1958"/>
                  <a:pt x="4157" y="1955"/>
                  <a:pt x="4170" y="1949"/>
                </a:cubicBezTo>
                <a:cubicBezTo>
                  <a:pt x="4203" y="1915"/>
                  <a:pt x="4203" y="1815"/>
                  <a:pt x="4203" y="1782"/>
                </a:cubicBezTo>
                <a:cubicBezTo>
                  <a:pt x="4203" y="1682"/>
                  <a:pt x="4170" y="1548"/>
                  <a:pt x="4103" y="1482"/>
                </a:cubicBezTo>
                <a:cubicBezTo>
                  <a:pt x="4070" y="1382"/>
                  <a:pt x="4036" y="1315"/>
                  <a:pt x="3970" y="1248"/>
                </a:cubicBezTo>
                <a:cubicBezTo>
                  <a:pt x="3936" y="1215"/>
                  <a:pt x="3936" y="1115"/>
                  <a:pt x="3970" y="1081"/>
                </a:cubicBezTo>
                <a:cubicBezTo>
                  <a:pt x="4003" y="1048"/>
                  <a:pt x="4036" y="1015"/>
                  <a:pt x="4070" y="981"/>
                </a:cubicBezTo>
                <a:cubicBezTo>
                  <a:pt x="4136" y="781"/>
                  <a:pt x="4170" y="614"/>
                  <a:pt x="4136" y="414"/>
                </a:cubicBezTo>
                <a:cubicBezTo>
                  <a:pt x="4070" y="414"/>
                  <a:pt x="3970" y="448"/>
                  <a:pt x="3903" y="548"/>
                </a:cubicBezTo>
                <a:lnTo>
                  <a:pt x="3869" y="581"/>
                </a:lnTo>
                <a:cubicBezTo>
                  <a:pt x="3803" y="648"/>
                  <a:pt x="3736" y="681"/>
                  <a:pt x="3669" y="748"/>
                </a:cubicBezTo>
                <a:cubicBezTo>
                  <a:pt x="3544" y="823"/>
                  <a:pt x="3400" y="860"/>
                  <a:pt x="3252" y="860"/>
                </a:cubicBezTo>
                <a:cubicBezTo>
                  <a:pt x="3202" y="860"/>
                  <a:pt x="3152" y="856"/>
                  <a:pt x="3102" y="848"/>
                </a:cubicBezTo>
                <a:cubicBezTo>
                  <a:pt x="3002" y="814"/>
                  <a:pt x="2902" y="781"/>
                  <a:pt x="2835" y="748"/>
                </a:cubicBezTo>
                <a:cubicBezTo>
                  <a:pt x="2869" y="714"/>
                  <a:pt x="2869" y="681"/>
                  <a:pt x="2869" y="614"/>
                </a:cubicBezTo>
                <a:cubicBezTo>
                  <a:pt x="2835" y="581"/>
                  <a:pt x="2769" y="548"/>
                  <a:pt x="2702" y="514"/>
                </a:cubicBezTo>
                <a:cubicBezTo>
                  <a:pt x="2635" y="481"/>
                  <a:pt x="2535" y="381"/>
                  <a:pt x="2435" y="347"/>
                </a:cubicBezTo>
                <a:cubicBezTo>
                  <a:pt x="2235" y="247"/>
                  <a:pt x="2035" y="181"/>
                  <a:pt x="1868" y="81"/>
                </a:cubicBezTo>
                <a:cubicBezTo>
                  <a:pt x="1795" y="26"/>
                  <a:pt x="1721" y="1"/>
                  <a:pt x="1642"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2" name="Google Shape;352;p25"/>
          <p:cNvSpPr/>
          <p:nvPr/>
        </p:nvSpPr>
        <p:spPr>
          <a:xfrm flipH="1">
            <a:off x="424231" y="5999583"/>
            <a:ext cx="217039" cy="139083"/>
          </a:xfrm>
          <a:custGeom>
            <a:avLst/>
            <a:gdLst/>
            <a:ahLst/>
            <a:cxnLst/>
            <a:rect l="l" t="t" r="r" b="b"/>
            <a:pathLst>
              <a:path w="4204" h="2694" extrusionOk="0">
                <a:moveTo>
                  <a:pt x="1642" y="1"/>
                </a:moveTo>
                <a:cubicBezTo>
                  <a:pt x="1578" y="1"/>
                  <a:pt x="1509" y="17"/>
                  <a:pt x="1434" y="47"/>
                </a:cubicBezTo>
                <a:cubicBezTo>
                  <a:pt x="1368" y="81"/>
                  <a:pt x="1301" y="147"/>
                  <a:pt x="1268" y="214"/>
                </a:cubicBezTo>
                <a:cubicBezTo>
                  <a:pt x="1234" y="247"/>
                  <a:pt x="1201" y="281"/>
                  <a:pt x="1168" y="347"/>
                </a:cubicBezTo>
                <a:cubicBezTo>
                  <a:pt x="1101" y="347"/>
                  <a:pt x="1001" y="381"/>
                  <a:pt x="934" y="414"/>
                </a:cubicBezTo>
                <a:cubicBezTo>
                  <a:pt x="734" y="481"/>
                  <a:pt x="567" y="581"/>
                  <a:pt x="400" y="714"/>
                </a:cubicBezTo>
                <a:cubicBezTo>
                  <a:pt x="234" y="814"/>
                  <a:pt x="133" y="981"/>
                  <a:pt x="33" y="1148"/>
                </a:cubicBezTo>
                <a:cubicBezTo>
                  <a:pt x="0" y="1181"/>
                  <a:pt x="0" y="1248"/>
                  <a:pt x="0" y="1315"/>
                </a:cubicBezTo>
                <a:cubicBezTo>
                  <a:pt x="33" y="1415"/>
                  <a:pt x="67" y="1482"/>
                  <a:pt x="100" y="1548"/>
                </a:cubicBezTo>
                <a:cubicBezTo>
                  <a:pt x="200" y="1715"/>
                  <a:pt x="334" y="1849"/>
                  <a:pt x="500" y="1915"/>
                </a:cubicBezTo>
                <a:cubicBezTo>
                  <a:pt x="634" y="1982"/>
                  <a:pt x="801" y="2049"/>
                  <a:pt x="967" y="2049"/>
                </a:cubicBezTo>
                <a:cubicBezTo>
                  <a:pt x="1168" y="2082"/>
                  <a:pt x="1368" y="2082"/>
                  <a:pt x="1568" y="2082"/>
                </a:cubicBezTo>
                <a:cubicBezTo>
                  <a:pt x="1601" y="2149"/>
                  <a:pt x="1601" y="2182"/>
                  <a:pt x="1635" y="2215"/>
                </a:cubicBezTo>
                <a:cubicBezTo>
                  <a:pt x="1668" y="2316"/>
                  <a:pt x="1735" y="2416"/>
                  <a:pt x="1801" y="2482"/>
                </a:cubicBezTo>
                <a:cubicBezTo>
                  <a:pt x="1852" y="2559"/>
                  <a:pt x="1981" y="2694"/>
                  <a:pt x="2099" y="2694"/>
                </a:cubicBezTo>
                <a:cubicBezTo>
                  <a:pt x="2135" y="2694"/>
                  <a:pt x="2170" y="2681"/>
                  <a:pt x="2202" y="2649"/>
                </a:cubicBezTo>
                <a:cubicBezTo>
                  <a:pt x="2235" y="2582"/>
                  <a:pt x="2268" y="2482"/>
                  <a:pt x="2268" y="2416"/>
                </a:cubicBezTo>
                <a:cubicBezTo>
                  <a:pt x="2302" y="2349"/>
                  <a:pt x="2335" y="2282"/>
                  <a:pt x="2402" y="2249"/>
                </a:cubicBezTo>
                <a:cubicBezTo>
                  <a:pt x="2402" y="2249"/>
                  <a:pt x="2468" y="2215"/>
                  <a:pt x="2468" y="2182"/>
                </a:cubicBezTo>
                <a:cubicBezTo>
                  <a:pt x="2468" y="2149"/>
                  <a:pt x="2435" y="2115"/>
                  <a:pt x="2402" y="2082"/>
                </a:cubicBezTo>
                <a:cubicBezTo>
                  <a:pt x="2335" y="2082"/>
                  <a:pt x="2268" y="2049"/>
                  <a:pt x="2235" y="2015"/>
                </a:cubicBezTo>
                <a:cubicBezTo>
                  <a:pt x="2302" y="2015"/>
                  <a:pt x="2368" y="1982"/>
                  <a:pt x="2435" y="1982"/>
                </a:cubicBezTo>
                <a:cubicBezTo>
                  <a:pt x="2535" y="1949"/>
                  <a:pt x="2602" y="1915"/>
                  <a:pt x="2669" y="1849"/>
                </a:cubicBezTo>
                <a:cubicBezTo>
                  <a:pt x="2869" y="1715"/>
                  <a:pt x="3069" y="1648"/>
                  <a:pt x="3269" y="1582"/>
                </a:cubicBezTo>
                <a:cubicBezTo>
                  <a:pt x="3319" y="1573"/>
                  <a:pt x="3369" y="1569"/>
                  <a:pt x="3419" y="1569"/>
                </a:cubicBezTo>
                <a:cubicBezTo>
                  <a:pt x="3567" y="1569"/>
                  <a:pt x="3711" y="1607"/>
                  <a:pt x="3836" y="1682"/>
                </a:cubicBezTo>
                <a:cubicBezTo>
                  <a:pt x="3903" y="1715"/>
                  <a:pt x="3970" y="1782"/>
                  <a:pt x="4036" y="1882"/>
                </a:cubicBezTo>
                <a:cubicBezTo>
                  <a:pt x="4063" y="1909"/>
                  <a:pt x="4090" y="1958"/>
                  <a:pt x="4135" y="1958"/>
                </a:cubicBezTo>
                <a:cubicBezTo>
                  <a:pt x="4145" y="1958"/>
                  <a:pt x="4157" y="1955"/>
                  <a:pt x="4170" y="1949"/>
                </a:cubicBezTo>
                <a:cubicBezTo>
                  <a:pt x="4203" y="1915"/>
                  <a:pt x="4203" y="1815"/>
                  <a:pt x="4203" y="1782"/>
                </a:cubicBezTo>
                <a:cubicBezTo>
                  <a:pt x="4203" y="1682"/>
                  <a:pt x="4170" y="1548"/>
                  <a:pt x="4103" y="1482"/>
                </a:cubicBezTo>
                <a:cubicBezTo>
                  <a:pt x="4070" y="1382"/>
                  <a:pt x="4036" y="1315"/>
                  <a:pt x="3970" y="1248"/>
                </a:cubicBezTo>
                <a:cubicBezTo>
                  <a:pt x="3936" y="1215"/>
                  <a:pt x="3936" y="1115"/>
                  <a:pt x="3970" y="1081"/>
                </a:cubicBezTo>
                <a:cubicBezTo>
                  <a:pt x="4003" y="1048"/>
                  <a:pt x="4036" y="1015"/>
                  <a:pt x="4070" y="981"/>
                </a:cubicBezTo>
                <a:cubicBezTo>
                  <a:pt x="4136" y="781"/>
                  <a:pt x="4170" y="614"/>
                  <a:pt x="4136" y="414"/>
                </a:cubicBezTo>
                <a:cubicBezTo>
                  <a:pt x="4070" y="414"/>
                  <a:pt x="3970" y="448"/>
                  <a:pt x="3903" y="548"/>
                </a:cubicBezTo>
                <a:lnTo>
                  <a:pt x="3869" y="581"/>
                </a:lnTo>
                <a:cubicBezTo>
                  <a:pt x="3803" y="648"/>
                  <a:pt x="3736" y="681"/>
                  <a:pt x="3669" y="748"/>
                </a:cubicBezTo>
                <a:cubicBezTo>
                  <a:pt x="3544" y="823"/>
                  <a:pt x="3400" y="860"/>
                  <a:pt x="3252" y="860"/>
                </a:cubicBezTo>
                <a:cubicBezTo>
                  <a:pt x="3202" y="860"/>
                  <a:pt x="3152" y="856"/>
                  <a:pt x="3102" y="848"/>
                </a:cubicBezTo>
                <a:cubicBezTo>
                  <a:pt x="3002" y="814"/>
                  <a:pt x="2902" y="781"/>
                  <a:pt x="2835" y="748"/>
                </a:cubicBezTo>
                <a:cubicBezTo>
                  <a:pt x="2869" y="714"/>
                  <a:pt x="2869" y="681"/>
                  <a:pt x="2869" y="614"/>
                </a:cubicBezTo>
                <a:cubicBezTo>
                  <a:pt x="2835" y="581"/>
                  <a:pt x="2769" y="548"/>
                  <a:pt x="2702" y="514"/>
                </a:cubicBezTo>
                <a:cubicBezTo>
                  <a:pt x="2635" y="481"/>
                  <a:pt x="2535" y="381"/>
                  <a:pt x="2435" y="347"/>
                </a:cubicBezTo>
                <a:cubicBezTo>
                  <a:pt x="2235" y="247"/>
                  <a:pt x="2035" y="181"/>
                  <a:pt x="1868" y="81"/>
                </a:cubicBezTo>
                <a:cubicBezTo>
                  <a:pt x="1795" y="26"/>
                  <a:pt x="1721" y="1"/>
                  <a:pt x="1642"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3" name="Google Shape;353;p25"/>
          <p:cNvSpPr/>
          <p:nvPr/>
        </p:nvSpPr>
        <p:spPr>
          <a:xfrm>
            <a:off x="10071948" y="1024134"/>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5741389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354"/>
        <p:cNvGrpSpPr/>
        <p:nvPr/>
      </p:nvGrpSpPr>
      <p:grpSpPr>
        <a:xfrm>
          <a:off x="0" y="0"/>
          <a:ext cx="0" cy="0"/>
          <a:chOff x="0" y="0"/>
          <a:chExt cx="0" cy="0"/>
        </a:xfrm>
      </p:grpSpPr>
      <p:sp>
        <p:nvSpPr>
          <p:cNvPr id="355" name="Google Shape;355;p26"/>
          <p:cNvSpPr/>
          <p:nvPr/>
        </p:nvSpPr>
        <p:spPr>
          <a:xfrm>
            <a:off x="329833" y="253781"/>
            <a:ext cx="1557200" cy="1557200"/>
          </a:xfrm>
          <a:prstGeom prst="ellipse">
            <a:avLst/>
          </a:pr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6" name="Google Shape;356;p26"/>
          <p:cNvSpPr txBox="1">
            <a:spLocks noGrp="1"/>
          </p:cNvSpPr>
          <p:nvPr>
            <p:ph type="title" hasCustomPrompt="1"/>
          </p:nvPr>
        </p:nvSpPr>
        <p:spPr>
          <a:xfrm>
            <a:off x="3634867" y="1326500"/>
            <a:ext cx="4922400" cy="1181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8000"/>
              <a:buNone/>
              <a:defRPr sz="10666"/>
            </a:lvl1pPr>
            <a:lvl2pPr lvl="1" algn="ctr" rtl="0">
              <a:spcBef>
                <a:spcPts val="0"/>
              </a:spcBef>
              <a:spcAft>
                <a:spcPts val="0"/>
              </a:spcAft>
              <a:buSzPts val="8000"/>
              <a:buNone/>
              <a:defRPr sz="10666"/>
            </a:lvl2pPr>
            <a:lvl3pPr lvl="2" algn="ctr" rtl="0">
              <a:spcBef>
                <a:spcPts val="0"/>
              </a:spcBef>
              <a:spcAft>
                <a:spcPts val="0"/>
              </a:spcAft>
              <a:buSzPts val="8000"/>
              <a:buNone/>
              <a:defRPr sz="10666"/>
            </a:lvl3pPr>
            <a:lvl4pPr lvl="3" algn="ctr" rtl="0">
              <a:spcBef>
                <a:spcPts val="0"/>
              </a:spcBef>
              <a:spcAft>
                <a:spcPts val="0"/>
              </a:spcAft>
              <a:buSzPts val="8000"/>
              <a:buNone/>
              <a:defRPr sz="10666"/>
            </a:lvl4pPr>
            <a:lvl5pPr lvl="4" algn="ctr" rtl="0">
              <a:spcBef>
                <a:spcPts val="0"/>
              </a:spcBef>
              <a:spcAft>
                <a:spcPts val="0"/>
              </a:spcAft>
              <a:buSzPts val="8000"/>
              <a:buNone/>
              <a:defRPr sz="10666"/>
            </a:lvl5pPr>
            <a:lvl6pPr lvl="5" algn="ctr" rtl="0">
              <a:spcBef>
                <a:spcPts val="0"/>
              </a:spcBef>
              <a:spcAft>
                <a:spcPts val="0"/>
              </a:spcAft>
              <a:buSzPts val="8000"/>
              <a:buNone/>
              <a:defRPr sz="10666"/>
            </a:lvl6pPr>
            <a:lvl7pPr lvl="6" algn="ctr" rtl="0">
              <a:spcBef>
                <a:spcPts val="0"/>
              </a:spcBef>
              <a:spcAft>
                <a:spcPts val="0"/>
              </a:spcAft>
              <a:buSzPts val="8000"/>
              <a:buNone/>
              <a:defRPr sz="10666"/>
            </a:lvl7pPr>
            <a:lvl8pPr lvl="7" algn="ctr" rtl="0">
              <a:spcBef>
                <a:spcPts val="0"/>
              </a:spcBef>
              <a:spcAft>
                <a:spcPts val="0"/>
              </a:spcAft>
              <a:buSzPts val="8000"/>
              <a:buNone/>
              <a:defRPr sz="10666"/>
            </a:lvl8pPr>
            <a:lvl9pPr lvl="8" algn="ctr" rtl="0">
              <a:spcBef>
                <a:spcPts val="0"/>
              </a:spcBef>
              <a:spcAft>
                <a:spcPts val="0"/>
              </a:spcAft>
              <a:buSzPts val="8000"/>
              <a:buNone/>
              <a:defRPr sz="10666"/>
            </a:lvl9pPr>
          </a:lstStyle>
          <a:p>
            <a:r>
              <a:t>xx%</a:t>
            </a:r>
          </a:p>
        </p:txBody>
      </p:sp>
      <p:sp>
        <p:nvSpPr>
          <p:cNvPr id="357" name="Google Shape;357;p26"/>
          <p:cNvSpPr txBox="1">
            <a:spLocks noGrp="1"/>
          </p:cNvSpPr>
          <p:nvPr>
            <p:ph type="subTitle" idx="1"/>
          </p:nvPr>
        </p:nvSpPr>
        <p:spPr>
          <a:xfrm>
            <a:off x="3776000" y="2654567"/>
            <a:ext cx="4640000" cy="41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58" name="Google Shape;358;p26"/>
          <p:cNvSpPr txBox="1">
            <a:spLocks noGrp="1"/>
          </p:cNvSpPr>
          <p:nvPr>
            <p:ph type="title" idx="2" hasCustomPrompt="1"/>
          </p:nvPr>
        </p:nvSpPr>
        <p:spPr>
          <a:xfrm>
            <a:off x="1364833" y="3792233"/>
            <a:ext cx="3812400" cy="1181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8000"/>
              <a:buNone/>
              <a:defRPr sz="10666"/>
            </a:lvl1pPr>
            <a:lvl2pPr lvl="1" algn="ctr" rtl="0">
              <a:spcBef>
                <a:spcPts val="0"/>
              </a:spcBef>
              <a:spcAft>
                <a:spcPts val="0"/>
              </a:spcAft>
              <a:buSzPts val="8000"/>
              <a:buNone/>
              <a:defRPr sz="10666"/>
            </a:lvl2pPr>
            <a:lvl3pPr lvl="2" algn="ctr" rtl="0">
              <a:spcBef>
                <a:spcPts val="0"/>
              </a:spcBef>
              <a:spcAft>
                <a:spcPts val="0"/>
              </a:spcAft>
              <a:buSzPts val="8000"/>
              <a:buNone/>
              <a:defRPr sz="10666"/>
            </a:lvl3pPr>
            <a:lvl4pPr lvl="3" algn="ctr" rtl="0">
              <a:spcBef>
                <a:spcPts val="0"/>
              </a:spcBef>
              <a:spcAft>
                <a:spcPts val="0"/>
              </a:spcAft>
              <a:buSzPts val="8000"/>
              <a:buNone/>
              <a:defRPr sz="10666"/>
            </a:lvl4pPr>
            <a:lvl5pPr lvl="4" algn="ctr" rtl="0">
              <a:spcBef>
                <a:spcPts val="0"/>
              </a:spcBef>
              <a:spcAft>
                <a:spcPts val="0"/>
              </a:spcAft>
              <a:buSzPts val="8000"/>
              <a:buNone/>
              <a:defRPr sz="10666"/>
            </a:lvl5pPr>
            <a:lvl6pPr lvl="5" algn="ctr" rtl="0">
              <a:spcBef>
                <a:spcPts val="0"/>
              </a:spcBef>
              <a:spcAft>
                <a:spcPts val="0"/>
              </a:spcAft>
              <a:buSzPts val="8000"/>
              <a:buNone/>
              <a:defRPr sz="10666"/>
            </a:lvl6pPr>
            <a:lvl7pPr lvl="6" algn="ctr" rtl="0">
              <a:spcBef>
                <a:spcPts val="0"/>
              </a:spcBef>
              <a:spcAft>
                <a:spcPts val="0"/>
              </a:spcAft>
              <a:buSzPts val="8000"/>
              <a:buNone/>
              <a:defRPr sz="10666"/>
            </a:lvl7pPr>
            <a:lvl8pPr lvl="7" algn="ctr" rtl="0">
              <a:spcBef>
                <a:spcPts val="0"/>
              </a:spcBef>
              <a:spcAft>
                <a:spcPts val="0"/>
              </a:spcAft>
              <a:buSzPts val="8000"/>
              <a:buNone/>
              <a:defRPr sz="10666"/>
            </a:lvl8pPr>
            <a:lvl9pPr lvl="8" algn="ctr" rtl="0">
              <a:spcBef>
                <a:spcPts val="0"/>
              </a:spcBef>
              <a:spcAft>
                <a:spcPts val="0"/>
              </a:spcAft>
              <a:buSzPts val="8000"/>
              <a:buNone/>
              <a:defRPr sz="10666"/>
            </a:lvl9pPr>
          </a:lstStyle>
          <a:p>
            <a:r>
              <a:t>xx%</a:t>
            </a:r>
          </a:p>
        </p:txBody>
      </p:sp>
      <p:sp>
        <p:nvSpPr>
          <p:cNvPr id="359" name="Google Shape;359;p26"/>
          <p:cNvSpPr txBox="1">
            <a:spLocks noGrp="1"/>
          </p:cNvSpPr>
          <p:nvPr>
            <p:ph type="subTitle" idx="3"/>
          </p:nvPr>
        </p:nvSpPr>
        <p:spPr>
          <a:xfrm>
            <a:off x="951033" y="5120300"/>
            <a:ext cx="4640000" cy="41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60" name="Google Shape;360;p26"/>
          <p:cNvSpPr txBox="1">
            <a:spLocks noGrp="1"/>
          </p:cNvSpPr>
          <p:nvPr>
            <p:ph type="title" idx="4" hasCustomPrompt="1"/>
          </p:nvPr>
        </p:nvSpPr>
        <p:spPr>
          <a:xfrm>
            <a:off x="7014767" y="3792233"/>
            <a:ext cx="3812400" cy="1181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8000"/>
              <a:buNone/>
              <a:defRPr sz="10666"/>
            </a:lvl1pPr>
            <a:lvl2pPr lvl="1" algn="ctr" rtl="0">
              <a:spcBef>
                <a:spcPts val="0"/>
              </a:spcBef>
              <a:spcAft>
                <a:spcPts val="0"/>
              </a:spcAft>
              <a:buSzPts val="8000"/>
              <a:buNone/>
              <a:defRPr sz="10666"/>
            </a:lvl2pPr>
            <a:lvl3pPr lvl="2" algn="ctr" rtl="0">
              <a:spcBef>
                <a:spcPts val="0"/>
              </a:spcBef>
              <a:spcAft>
                <a:spcPts val="0"/>
              </a:spcAft>
              <a:buSzPts val="8000"/>
              <a:buNone/>
              <a:defRPr sz="10666"/>
            </a:lvl3pPr>
            <a:lvl4pPr lvl="3" algn="ctr" rtl="0">
              <a:spcBef>
                <a:spcPts val="0"/>
              </a:spcBef>
              <a:spcAft>
                <a:spcPts val="0"/>
              </a:spcAft>
              <a:buSzPts val="8000"/>
              <a:buNone/>
              <a:defRPr sz="10666"/>
            </a:lvl4pPr>
            <a:lvl5pPr lvl="4" algn="ctr" rtl="0">
              <a:spcBef>
                <a:spcPts val="0"/>
              </a:spcBef>
              <a:spcAft>
                <a:spcPts val="0"/>
              </a:spcAft>
              <a:buSzPts val="8000"/>
              <a:buNone/>
              <a:defRPr sz="10666"/>
            </a:lvl5pPr>
            <a:lvl6pPr lvl="5" algn="ctr" rtl="0">
              <a:spcBef>
                <a:spcPts val="0"/>
              </a:spcBef>
              <a:spcAft>
                <a:spcPts val="0"/>
              </a:spcAft>
              <a:buSzPts val="8000"/>
              <a:buNone/>
              <a:defRPr sz="10666"/>
            </a:lvl6pPr>
            <a:lvl7pPr lvl="6" algn="ctr" rtl="0">
              <a:spcBef>
                <a:spcPts val="0"/>
              </a:spcBef>
              <a:spcAft>
                <a:spcPts val="0"/>
              </a:spcAft>
              <a:buSzPts val="8000"/>
              <a:buNone/>
              <a:defRPr sz="10666"/>
            </a:lvl7pPr>
            <a:lvl8pPr lvl="7" algn="ctr" rtl="0">
              <a:spcBef>
                <a:spcPts val="0"/>
              </a:spcBef>
              <a:spcAft>
                <a:spcPts val="0"/>
              </a:spcAft>
              <a:buSzPts val="8000"/>
              <a:buNone/>
              <a:defRPr sz="10666"/>
            </a:lvl8pPr>
            <a:lvl9pPr lvl="8" algn="ctr" rtl="0">
              <a:spcBef>
                <a:spcPts val="0"/>
              </a:spcBef>
              <a:spcAft>
                <a:spcPts val="0"/>
              </a:spcAft>
              <a:buSzPts val="8000"/>
              <a:buNone/>
              <a:defRPr sz="10666"/>
            </a:lvl9pPr>
          </a:lstStyle>
          <a:p>
            <a:r>
              <a:t>xx%</a:t>
            </a:r>
          </a:p>
        </p:txBody>
      </p:sp>
      <p:sp>
        <p:nvSpPr>
          <p:cNvPr id="361" name="Google Shape;361;p26"/>
          <p:cNvSpPr txBox="1">
            <a:spLocks noGrp="1"/>
          </p:cNvSpPr>
          <p:nvPr>
            <p:ph type="subTitle" idx="5"/>
          </p:nvPr>
        </p:nvSpPr>
        <p:spPr>
          <a:xfrm>
            <a:off x="6600967" y="5120300"/>
            <a:ext cx="4640000" cy="41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62" name="Google Shape;362;p26"/>
          <p:cNvSpPr/>
          <p:nvPr/>
        </p:nvSpPr>
        <p:spPr>
          <a:xfrm>
            <a:off x="1223882" y="948383"/>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3" name="Google Shape;363;p26"/>
          <p:cNvSpPr/>
          <p:nvPr/>
        </p:nvSpPr>
        <p:spPr>
          <a:xfrm flipH="1">
            <a:off x="10099052" y="1418601"/>
            <a:ext cx="368195" cy="167977"/>
          </a:xfrm>
          <a:custGeom>
            <a:avLst/>
            <a:gdLst/>
            <a:ahLst/>
            <a:cxnLst/>
            <a:rect l="l" t="t" r="r" b="b"/>
            <a:pathLst>
              <a:path w="8474" h="3866" extrusionOk="0">
                <a:moveTo>
                  <a:pt x="1" y="0"/>
                </a:moveTo>
                <a:cubicBezTo>
                  <a:pt x="368" y="901"/>
                  <a:pt x="1569" y="1301"/>
                  <a:pt x="2036" y="1601"/>
                </a:cubicBezTo>
                <a:cubicBezTo>
                  <a:pt x="2336" y="1768"/>
                  <a:pt x="2903" y="2168"/>
                  <a:pt x="2870" y="2635"/>
                </a:cubicBezTo>
                <a:lnTo>
                  <a:pt x="1502" y="3102"/>
                </a:lnTo>
                <a:cubicBezTo>
                  <a:pt x="1702" y="3469"/>
                  <a:pt x="2336" y="3469"/>
                  <a:pt x="2736" y="3469"/>
                </a:cubicBezTo>
                <a:cubicBezTo>
                  <a:pt x="3036" y="3469"/>
                  <a:pt x="3070" y="3636"/>
                  <a:pt x="3370" y="3736"/>
                </a:cubicBezTo>
                <a:cubicBezTo>
                  <a:pt x="3623" y="3824"/>
                  <a:pt x="3885" y="3866"/>
                  <a:pt x="4145" y="3866"/>
                </a:cubicBezTo>
                <a:cubicBezTo>
                  <a:pt x="4776" y="3866"/>
                  <a:pt x="5399" y="3618"/>
                  <a:pt x="5872" y="3169"/>
                </a:cubicBezTo>
                <a:cubicBezTo>
                  <a:pt x="6072" y="3102"/>
                  <a:pt x="6272" y="3069"/>
                  <a:pt x="6472" y="3069"/>
                </a:cubicBezTo>
                <a:lnTo>
                  <a:pt x="5738" y="2735"/>
                </a:lnTo>
                <a:cubicBezTo>
                  <a:pt x="5940" y="2577"/>
                  <a:pt x="6247" y="2537"/>
                  <a:pt x="6582" y="2537"/>
                </a:cubicBezTo>
                <a:cubicBezTo>
                  <a:pt x="6929" y="2537"/>
                  <a:pt x="7306" y="2580"/>
                  <a:pt x="7626" y="2580"/>
                </a:cubicBezTo>
                <a:cubicBezTo>
                  <a:pt x="7713" y="2580"/>
                  <a:pt x="7796" y="2577"/>
                  <a:pt x="7873" y="2569"/>
                </a:cubicBezTo>
                <a:lnTo>
                  <a:pt x="8240" y="2435"/>
                </a:lnTo>
                <a:lnTo>
                  <a:pt x="8373" y="2302"/>
                </a:lnTo>
                <a:cubicBezTo>
                  <a:pt x="8373" y="2302"/>
                  <a:pt x="8373" y="2268"/>
                  <a:pt x="8373" y="2268"/>
                </a:cubicBezTo>
                <a:cubicBezTo>
                  <a:pt x="8474" y="2135"/>
                  <a:pt x="8440" y="2268"/>
                  <a:pt x="8474" y="2068"/>
                </a:cubicBezTo>
                <a:lnTo>
                  <a:pt x="8474" y="2068"/>
                </a:lnTo>
                <a:cubicBezTo>
                  <a:pt x="8107" y="2168"/>
                  <a:pt x="7731" y="2218"/>
                  <a:pt x="7352" y="2218"/>
                </a:cubicBezTo>
                <a:cubicBezTo>
                  <a:pt x="6972" y="2218"/>
                  <a:pt x="6589" y="2168"/>
                  <a:pt x="6205" y="2068"/>
                </a:cubicBezTo>
                <a:cubicBezTo>
                  <a:pt x="6092" y="2056"/>
                  <a:pt x="5994" y="2050"/>
                  <a:pt x="5908" y="2050"/>
                </a:cubicBezTo>
                <a:cubicBezTo>
                  <a:pt x="5147" y="2050"/>
                  <a:pt x="5376" y="2486"/>
                  <a:pt x="4726" y="2486"/>
                </a:cubicBezTo>
                <a:cubicBezTo>
                  <a:pt x="4653" y="2486"/>
                  <a:pt x="4569" y="2481"/>
                  <a:pt x="4471" y="2468"/>
                </a:cubicBezTo>
                <a:lnTo>
                  <a:pt x="4170" y="2068"/>
                </a:lnTo>
                <a:cubicBezTo>
                  <a:pt x="4162" y="2060"/>
                  <a:pt x="4158" y="2058"/>
                  <a:pt x="4155" y="2058"/>
                </a:cubicBezTo>
                <a:cubicBezTo>
                  <a:pt x="4152" y="2058"/>
                  <a:pt x="4150" y="2060"/>
                  <a:pt x="4145" y="2060"/>
                </a:cubicBezTo>
                <a:cubicBezTo>
                  <a:pt x="4137" y="2060"/>
                  <a:pt x="4120" y="2052"/>
                  <a:pt x="4070" y="2001"/>
                </a:cubicBezTo>
                <a:cubicBezTo>
                  <a:pt x="4020" y="1935"/>
                  <a:pt x="4012" y="1935"/>
                  <a:pt x="4012" y="1935"/>
                </a:cubicBezTo>
                <a:cubicBezTo>
                  <a:pt x="4012" y="1935"/>
                  <a:pt x="4020" y="1935"/>
                  <a:pt x="4004" y="1868"/>
                </a:cubicBezTo>
                <a:cubicBezTo>
                  <a:pt x="3804" y="1768"/>
                  <a:pt x="3670" y="1635"/>
                  <a:pt x="3470" y="1501"/>
                </a:cubicBezTo>
                <a:cubicBezTo>
                  <a:pt x="2603" y="1034"/>
                  <a:pt x="1202" y="667"/>
                  <a:pt x="1" y="0"/>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4" name="Google Shape;364;p26"/>
          <p:cNvSpPr/>
          <p:nvPr/>
        </p:nvSpPr>
        <p:spPr>
          <a:xfrm>
            <a:off x="6182830" y="343158"/>
            <a:ext cx="368195" cy="167977"/>
          </a:xfrm>
          <a:custGeom>
            <a:avLst/>
            <a:gdLst/>
            <a:ahLst/>
            <a:cxnLst/>
            <a:rect l="l" t="t" r="r" b="b"/>
            <a:pathLst>
              <a:path w="8474" h="3866" extrusionOk="0">
                <a:moveTo>
                  <a:pt x="1" y="1"/>
                </a:moveTo>
                <a:lnTo>
                  <a:pt x="1" y="1"/>
                </a:lnTo>
                <a:cubicBezTo>
                  <a:pt x="368" y="868"/>
                  <a:pt x="1568" y="1302"/>
                  <a:pt x="2035" y="1602"/>
                </a:cubicBezTo>
                <a:cubicBezTo>
                  <a:pt x="2336" y="1769"/>
                  <a:pt x="2903" y="2169"/>
                  <a:pt x="2869" y="2636"/>
                </a:cubicBezTo>
                <a:lnTo>
                  <a:pt x="1468" y="3103"/>
                </a:lnTo>
                <a:cubicBezTo>
                  <a:pt x="1669" y="3470"/>
                  <a:pt x="2302" y="3470"/>
                  <a:pt x="2703" y="3470"/>
                </a:cubicBezTo>
                <a:lnTo>
                  <a:pt x="2736" y="3470"/>
                </a:lnTo>
                <a:cubicBezTo>
                  <a:pt x="3036" y="3470"/>
                  <a:pt x="3070" y="3603"/>
                  <a:pt x="3370" y="3737"/>
                </a:cubicBezTo>
                <a:cubicBezTo>
                  <a:pt x="3620" y="3824"/>
                  <a:pt x="3880" y="3866"/>
                  <a:pt x="4137" y="3866"/>
                </a:cubicBezTo>
                <a:cubicBezTo>
                  <a:pt x="4771" y="3866"/>
                  <a:pt x="5397" y="3611"/>
                  <a:pt x="5872" y="3136"/>
                </a:cubicBezTo>
                <a:cubicBezTo>
                  <a:pt x="6072" y="3103"/>
                  <a:pt x="6272" y="3070"/>
                  <a:pt x="6472" y="3070"/>
                </a:cubicBezTo>
                <a:lnTo>
                  <a:pt x="5738" y="2736"/>
                </a:lnTo>
                <a:cubicBezTo>
                  <a:pt x="5947" y="2572"/>
                  <a:pt x="6270" y="2535"/>
                  <a:pt x="6620" y="2535"/>
                </a:cubicBezTo>
                <a:cubicBezTo>
                  <a:pt x="6909" y="2535"/>
                  <a:pt x="7218" y="2560"/>
                  <a:pt x="7495" y="2560"/>
                </a:cubicBezTo>
                <a:cubicBezTo>
                  <a:pt x="7630" y="2560"/>
                  <a:pt x="7758" y="2554"/>
                  <a:pt x="7873" y="2536"/>
                </a:cubicBezTo>
                <a:lnTo>
                  <a:pt x="8240" y="2436"/>
                </a:lnTo>
                <a:lnTo>
                  <a:pt x="8340" y="2303"/>
                </a:lnTo>
                <a:lnTo>
                  <a:pt x="8373" y="2269"/>
                </a:lnTo>
                <a:cubicBezTo>
                  <a:pt x="8473" y="2136"/>
                  <a:pt x="8407" y="2269"/>
                  <a:pt x="8473" y="2069"/>
                </a:cubicBezTo>
                <a:lnTo>
                  <a:pt x="8473" y="2069"/>
                </a:lnTo>
                <a:cubicBezTo>
                  <a:pt x="8106" y="2169"/>
                  <a:pt x="7731" y="2219"/>
                  <a:pt x="7356" y="2219"/>
                </a:cubicBezTo>
                <a:cubicBezTo>
                  <a:pt x="6981" y="2219"/>
                  <a:pt x="6605" y="2169"/>
                  <a:pt x="6238" y="2069"/>
                </a:cubicBezTo>
                <a:cubicBezTo>
                  <a:pt x="6122" y="2057"/>
                  <a:pt x="6021" y="2051"/>
                  <a:pt x="5933" y="2051"/>
                </a:cubicBezTo>
                <a:cubicBezTo>
                  <a:pt x="5149" y="2051"/>
                  <a:pt x="5376" y="2487"/>
                  <a:pt x="4726" y="2487"/>
                </a:cubicBezTo>
                <a:cubicBezTo>
                  <a:pt x="4653" y="2487"/>
                  <a:pt x="4568" y="2482"/>
                  <a:pt x="4471" y="2469"/>
                </a:cubicBezTo>
                <a:lnTo>
                  <a:pt x="4170" y="2069"/>
                </a:lnTo>
                <a:cubicBezTo>
                  <a:pt x="4159" y="2069"/>
                  <a:pt x="4156" y="2073"/>
                  <a:pt x="4152" y="2073"/>
                </a:cubicBezTo>
                <a:cubicBezTo>
                  <a:pt x="4144" y="2073"/>
                  <a:pt x="4137" y="2058"/>
                  <a:pt x="4070" y="1969"/>
                </a:cubicBezTo>
                <a:cubicBezTo>
                  <a:pt x="4020" y="1919"/>
                  <a:pt x="4012" y="1919"/>
                  <a:pt x="4012" y="1919"/>
                </a:cubicBezTo>
                <a:cubicBezTo>
                  <a:pt x="4012" y="1919"/>
                  <a:pt x="4020" y="1919"/>
                  <a:pt x="4004" y="1869"/>
                </a:cubicBezTo>
                <a:cubicBezTo>
                  <a:pt x="3803" y="1769"/>
                  <a:pt x="3670" y="1635"/>
                  <a:pt x="3436" y="1502"/>
                </a:cubicBezTo>
                <a:cubicBezTo>
                  <a:pt x="2603" y="1035"/>
                  <a:pt x="1202"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65" name="Google Shape;365;p26"/>
          <p:cNvGrpSpPr/>
          <p:nvPr/>
        </p:nvGrpSpPr>
        <p:grpSpPr>
          <a:xfrm>
            <a:off x="192516" y="6363712"/>
            <a:ext cx="11963763" cy="413657"/>
            <a:chOff x="144387" y="4772783"/>
            <a:chExt cx="8972822" cy="310243"/>
          </a:xfrm>
        </p:grpSpPr>
        <p:sp>
          <p:nvSpPr>
            <p:cNvPr id="366" name="Google Shape;366;p26"/>
            <p:cNvSpPr/>
            <p:nvPr/>
          </p:nvSpPr>
          <p:spPr>
            <a:xfrm>
              <a:off x="7665017" y="4924571"/>
              <a:ext cx="164057" cy="104621"/>
            </a:xfrm>
            <a:custGeom>
              <a:avLst/>
              <a:gdLst/>
              <a:ahLst/>
              <a:cxnLst/>
              <a:rect l="l" t="t" r="r" b="b"/>
              <a:pathLst>
                <a:path w="4237" h="2702" extrusionOk="0">
                  <a:moveTo>
                    <a:pt x="1618" y="1"/>
                  </a:moveTo>
                  <a:cubicBezTo>
                    <a:pt x="1567" y="1"/>
                    <a:pt x="1515" y="12"/>
                    <a:pt x="1468" y="35"/>
                  </a:cubicBezTo>
                  <a:cubicBezTo>
                    <a:pt x="1401" y="102"/>
                    <a:pt x="1334" y="169"/>
                    <a:pt x="1268" y="236"/>
                  </a:cubicBezTo>
                  <a:cubicBezTo>
                    <a:pt x="1234" y="269"/>
                    <a:pt x="1234" y="302"/>
                    <a:pt x="1201" y="336"/>
                  </a:cubicBezTo>
                  <a:cubicBezTo>
                    <a:pt x="1101" y="369"/>
                    <a:pt x="1034" y="369"/>
                    <a:pt x="968" y="402"/>
                  </a:cubicBezTo>
                  <a:cubicBezTo>
                    <a:pt x="767" y="502"/>
                    <a:pt x="567" y="602"/>
                    <a:pt x="434" y="736"/>
                  </a:cubicBezTo>
                  <a:cubicBezTo>
                    <a:pt x="267" y="836"/>
                    <a:pt x="134" y="969"/>
                    <a:pt x="34" y="1136"/>
                  </a:cubicBezTo>
                  <a:cubicBezTo>
                    <a:pt x="0" y="1203"/>
                    <a:pt x="0" y="1270"/>
                    <a:pt x="0" y="1336"/>
                  </a:cubicBezTo>
                  <a:cubicBezTo>
                    <a:pt x="34" y="1403"/>
                    <a:pt x="67" y="1503"/>
                    <a:pt x="134" y="1570"/>
                  </a:cubicBezTo>
                  <a:cubicBezTo>
                    <a:pt x="234" y="1703"/>
                    <a:pt x="334" y="1837"/>
                    <a:pt x="501" y="1937"/>
                  </a:cubicBezTo>
                  <a:cubicBezTo>
                    <a:pt x="667" y="2003"/>
                    <a:pt x="801" y="2037"/>
                    <a:pt x="968" y="2070"/>
                  </a:cubicBezTo>
                  <a:cubicBezTo>
                    <a:pt x="1168" y="2070"/>
                    <a:pt x="1368" y="2104"/>
                    <a:pt x="1568" y="2104"/>
                  </a:cubicBezTo>
                  <a:lnTo>
                    <a:pt x="1668" y="2237"/>
                  </a:lnTo>
                  <a:cubicBezTo>
                    <a:pt x="1701" y="2337"/>
                    <a:pt x="1735" y="2404"/>
                    <a:pt x="1801" y="2504"/>
                  </a:cubicBezTo>
                  <a:cubicBezTo>
                    <a:pt x="1874" y="2576"/>
                    <a:pt x="1981" y="2701"/>
                    <a:pt x="2086" y="2701"/>
                  </a:cubicBezTo>
                  <a:cubicBezTo>
                    <a:pt x="2126" y="2701"/>
                    <a:pt x="2165" y="2683"/>
                    <a:pt x="2202" y="2637"/>
                  </a:cubicBezTo>
                  <a:cubicBezTo>
                    <a:pt x="2235" y="2571"/>
                    <a:pt x="2268" y="2504"/>
                    <a:pt x="2302" y="2437"/>
                  </a:cubicBezTo>
                  <a:cubicBezTo>
                    <a:pt x="2302" y="2370"/>
                    <a:pt x="2335" y="2304"/>
                    <a:pt x="2402" y="2270"/>
                  </a:cubicBezTo>
                  <a:cubicBezTo>
                    <a:pt x="2435" y="2270"/>
                    <a:pt x="2469" y="2237"/>
                    <a:pt x="2469" y="2204"/>
                  </a:cubicBezTo>
                  <a:cubicBezTo>
                    <a:pt x="2502" y="2170"/>
                    <a:pt x="2435" y="2104"/>
                    <a:pt x="2402" y="2070"/>
                  </a:cubicBezTo>
                  <a:cubicBezTo>
                    <a:pt x="2335" y="2070"/>
                    <a:pt x="2302" y="2037"/>
                    <a:pt x="2235" y="2037"/>
                  </a:cubicBezTo>
                  <a:cubicBezTo>
                    <a:pt x="2302" y="2003"/>
                    <a:pt x="2369" y="2003"/>
                    <a:pt x="2435" y="1970"/>
                  </a:cubicBezTo>
                  <a:cubicBezTo>
                    <a:pt x="2535" y="1937"/>
                    <a:pt x="2602" y="1903"/>
                    <a:pt x="2702" y="1870"/>
                  </a:cubicBezTo>
                  <a:cubicBezTo>
                    <a:pt x="2869" y="1737"/>
                    <a:pt x="3069" y="1637"/>
                    <a:pt x="3269" y="1570"/>
                  </a:cubicBezTo>
                  <a:cubicBezTo>
                    <a:pt x="3319" y="1561"/>
                    <a:pt x="3369" y="1557"/>
                    <a:pt x="3419" y="1557"/>
                  </a:cubicBezTo>
                  <a:cubicBezTo>
                    <a:pt x="3567" y="1557"/>
                    <a:pt x="3711" y="1595"/>
                    <a:pt x="3836" y="1670"/>
                  </a:cubicBezTo>
                  <a:cubicBezTo>
                    <a:pt x="3903" y="1737"/>
                    <a:pt x="3970" y="1803"/>
                    <a:pt x="4036" y="1870"/>
                  </a:cubicBezTo>
                  <a:cubicBezTo>
                    <a:pt x="4063" y="1897"/>
                    <a:pt x="4090" y="1946"/>
                    <a:pt x="4135" y="1946"/>
                  </a:cubicBezTo>
                  <a:cubicBezTo>
                    <a:pt x="4146" y="1946"/>
                    <a:pt x="4157" y="1943"/>
                    <a:pt x="4170" y="1937"/>
                  </a:cubicBezTo>
                  <a:cubicBezTo>
                    <a:pt x="4203" y="1937"/>
                    <a:pt x="4203" y="1837"/>
                    <a:pt x="4203" y="1803"/>
                  </a:cubicBezTo>
                  <a:cubicBezTo>
                    <a:pt x="4203" y="1703"/>
                    <a:pt x="4203" y="1603"/>
                    <a:pt x="4170" y="1503"/>
                  </a:cubicBezTo>
                  <a:cubicBezTo>
                    <a:pt x="4136" y="1436"/>
                    <a:pt x="4103" y="1370"/>
                    <a:pt x="4036" y="1303"/>
                  </a:cubicBezTo>
                  <a:cubicBezTo>
                    <a:pt x="3970" y="1236"/>
                    <a:pt x="3970" y="1170"/>
                    <a:pt x="4036" y="1103"/>
                  </a:cubicBezTo>
                  <a:cubicBezTo>
                    <a:pt x="4070" y="1069"/>
                    <a:pt x="4103" y="1036"/>
                    <a:pt x="4103" y="1003"/>
                  </a:cubicBezTo>
                  <a:cubicBezTo>
                    <a:pt x="4203" y="836"/>
                    <a:pt x="4237" y="636"/>
                    <a:pt x="4203" y="436"/>
                  </a:cubicBezTo>
                  <a:cubicBezTo>
                    <a:pt x="4103" y="436"/>
                    <a:pt x="4036" y="502"/>
                    <a:pt x="3970" y="569"/>
                  </a:cubicBezTo>
                  <a:lnTo>
                    <a:pt x="3903" y="602"/>
                  </a:lnTo>
                  <a:cubicBezTo>
                    <a:pt x="3870" y="669"/>
                    <a:pt x="3803" y="736"/>
                    <a:pt x="3736" y="769"/>
                  </a:cubicBezTo>
                  <a:cubicBezTo>
                    <a:pt x="3611" y="844"/>
                    <a:pt x="3448" y="882"/>
                    <a:pt x="3305" y="882"/>
                  </a:cubicBezTo>
                  <a:cubicBezTo>
                    <a:pt x="3257" y="882"/>
                    <a:pt x="3211" y="878"/>
                    <a:pt x="3169" y="869"/>
                  </a:cubicBezTo>
                  <a:cubicBezTo>
                    <a:pt x="3069" y="869"/>
                    <a:pt x="2969" y="803"/>
                    <a:pt x="2869" y="769"/>
                  </a:cubicBezTo>
                  <a:cubicBezTo>
                    <a:pt x="2902" y="736"/>
                    <a:pt x="2902" y="669"/>
                    <a:pt x="2869" y="636"/>
                  </a:cubicBezTo>
                  <a:cubicBezTo>
                    <a:pt x="2836" y="569"/>
                    <a:pt x="2769" y="536"/>
                    <a:pt x="2702" y="502"/>
                  </a:cubicBezTo>
                  <a:cubicBezTo>
                    <a:pt x="2669" y="469"/>
                    <a:pt x="2535" y="402"/>
                    <a:pt x="2435" y="336"/>
                  </a:cubicBezTo>
                  <a:cubicBezTo>
                    <a:pt x="2268" y="236"/>
                    <a:pt x="2068" y="202"/>
                    <a:pt x="1868" y="102"/>
                  </a:cubicBezTo>
                  <a:cubicBezTo>
                    <a:pt x="1804" y="37"/>
                    <a:pt x="1711" y="1"/>
                    <a:pt x="16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 name="Google Shape;367;p26"/>
            <p:cNvSpPr/>
            <p:nvPr/>
          </p:nvSpPr>
          <p:spPr>
            <a:xfrm flipH="1">
              <a:off x="6311939" y="4772783"/>
              <a:ext cx="165373" cy="103344"/>
            </a:xfrm>
            <a:custGeom>
              <a:avLst/>
              <a:gdLst/>
              <a:ahLst/>
              <a:cxnLst/>
              <a:rect l="l" t="t" r="r" b="b"/>
              <a:pathLst>
                <a:path w="4271" h="2669" extrusionOk="0">
                  <a:moveTo>
                    <a:pt x="1552" y="1"/>
                  </a:moveTo>
                  <a:cubicBezTo>
                    <a:pt x="1477" y="1"/>
                    <a:pt x="1401" y="17"/>
                    <a:pt x="1335" y="51"/>
                  </a:cubicBezTo>
                  <a:cubicBezTo>
                    <a:pt x="1268" y="117"/>
                    <a:pt x="1201" y="184"/>
                    <a:pt x="1168" y="251"/>
                  </a:cubicBezTo>
                  <a:cubicBezTo>
                    <a:pt x="1135" y="318"/>
                    <a:pt x="1101" y="351"/>
                    <a:pt x="1101" y="384"/>
                  </a:cubicBezTo>
                  <a:cubicBezTo>
                    <a:pt x="1001" y="418"/>
                    <a:pt x="934" y="451"/>
                    <a:pt x="868" y="484"/>
                  </a:cubicBezTo>
                  <a:cubicBezTo>
                    <a:pt x="668" y="584"/>
                    <a:pt x="501" y="685"/>
                    <a:pt x="367" y="818"/>
                  </a:cubicBezTo>
                  <a:cubicBezTo>
                    <a:pt x="201" y="951"/>
                    <a:pt x="101" y="1118"/>
                    <a:pt x="0" y="1285"/>
                  </a:cubicBezTo>
                  <a:cubicBezTo>
                    <a:pt x="0" y="1352"/>
                    <a:pt x="0" y="1418"/>
                    <a:pt x="0" y="1485"/>
                  </a:cubicBezTo>
                  <a:cubicBezTo>
                    <a:pt x="34" y="1552"/>
                    <a:pt x="101" y="1619"/>
                    <a:pt x="134" y="1685"/>
                  </a:cubicBezTo>
                  <a:cubicBezTo>
                    <a:pt x="267" y="1852"/>
                    <a:pt x="401" y="1952"/>
                    <a:pt x="568" y="2019"/>
                  </a:cubicBezTo>
                  <a:cubicBezTo>
                    <a:pt x="701" y="2086"/>
                    <a:pt x="868" y="2119"/>
                    <a:pt x="1035" y="2119"/>
                  </a:cubicBezTo>
                  <a:lnTo>
                    <a:pt x="1635" y="2119"/>
                  </a:lnTo>
                  <a:cubicBezTo>
                    <a:pt x="1668" y="2152"/>
                    <a:pt x="1702" y="2186"/>
                    <a:pt x="1735" y="2252"/>
                  </a:cubicBezTo>
                  <a:cubicBezTo>
                    <a:pt x="1768" y="2319"/>
                    <a:pt x="1835" y="2419"/>
                    <a:pt x="1902" y="2486"/>
                  </a:cubicBezTo>
                  <a:cubicBezTo>
                    <a:pt x="1975" y="2559"/>
                    <a:pt x="2103" y="2669"/>
                    <a:pt x="2218" y="2669"/>
                  </a:cubicBezTo>
                  <a:cubicBezTo>
                    <a:pt x="2260" y="2669"/>
                    <a:pt x="2300" y="2655"/>
                    <a:pt x="2335" y="2619"/>
                  </a:cubicBezTo>
                  <a:cubicBezTo>
                    <a:pt x="2369" y="2519"/>
                    <a:pt x="2369" y="2452"/>
                    <a:pt x="2402" y="2386"/>
                  </a:cubicBezTo>
                  <a:cubicBezTo>
                    <a:pt x="2402" y="2319"/>
                    <a:pt x="2436" y="2252"/>
                    <a:pt x="2502" y="2219"/>
                  </a:cubicBezTo>
                  <a:cubicBezTo>
                    <a:pt x="2502" y="2186"/>
                    <a:pt x="2536" y="2152"/>
                    <a:pt x="2569" y="2152"/>
                  </a:cubicBezTo>
                  <a:cubicBezTo>
                    <a:pt x="2569" y="2086"/>
                    <a:pt x="2502" y="2052"/>
                    <a:pt x="2469" y="2052"/>
                  </a:cubicBezTo>
                  <a:cubicBezTo>
                    <a:pt x="2436" y="2019"/>
                    <a:pt x="2369" y="2019"/>
                    <a:pt x="2302" y="1985"/>
                  </a:cubicBezTo>
                  <a:cubicBezTo>
                    <a:pt x="2369" y="1952"/>
                    <a:pt x="2436" y="1952"/>
                    <a:pt x="2502" y="1919"/>
                  </a:cubicBezTo>
                  <a:cubicBezTo>
                    <a:pt x="2602" y="1885"/>
                    <a:pt x="2669" y="1852"/>
                    <a:pt x="2736" y="1785"/>
                  </a:cubicBezTo>
                  <a:cubicBezTo>
                    <a:pt x="2903" y="1652"/>
                    <a:pt x="3103" y="1518"/>
                    <a:pt x="3303" y="1452"/>
                  </a:cubicBezTo>
                  <a:cubicBezTo>
                    <a:pt x="3374" y="1428"/>
                    <a:pt x="3445" y="1417"/>
                    <a:pt x="3514" y="1417"/>
                  </a:cubicBezTo>
                  <a:cubicBezTo>
                    <a:pt x="3641" y="1417"/>
                    <a:pt x="3762" y="1454"/>
                    <a:pt x="3870" y="1518"/>
                  </a:cubicBezTo>
                  <a:cubicBezTo>
                    <a:pt x="3937" y="1552"/>
                    <a:pt x="4037" y="1619"/>
                    <a:pt x="4103" y="1685"/>
                  </a:cubicBezTo>
                  <a:cubicBezTo>
                    <a:pt x="4103" y="1712"/>
                    <a:pt x="4147" y="1761"/>
                    <a:pt x="4199" y="1761"/>
                  </a:cubicBezTo>
                  <a:cubicBezTo>
                    <a:pt x="4211" y="1761"/>
                    <a:pt x="4224" y="1758"/>
                    <a:pt x="4237" y="1752"/>
                  </a:cubicBezTo>
                  <a:cubicBezTo>
                    <a:pt x="4270" y="1719"/>
                    <a:pt x="4270" y="1619"/>
                    <a:pt x="4270" y="1585"/>
                  </a:cubicBezTo>
                  <a:cubicBezTo>
                    <a:pt x="4237" y="1452"/>
                    <a:pt x="4170" y="1352"/>
                    <a:pt x="4103" y="1252"/>
                  </a:cubicBezTo>
                  <a:cubicBezTo>
                    <a:pt x="4070" y="1185"/>
                    <a:pt x="4037" y="1118"/>
                    <a:pt x="3970" y="1051"/>
                  </a:cubicBezTo>
                  <a:cubicBezTo>
                    <a:pt x="3903" y="1018"/>
                    <a:pt x="3903" y="918"/>
                    <a:pt x="3937" y="885"/>
                  </a:cubicBezTo>
                  <a:cubicBezTo>
                    <a:pt x="3970" y="851"/>
                    <a:pt x="4003" y="785"/>
                    <a:pt x="4003" y="751"/>
                  </a:cubicBezTo>
                  <a:cubicBezTo>
                    <a:pt x="4070" y="584"/>
                    <a:pt x="4070" y="384"/>
                    <a:pt x="4037" y="184"/>
                  </a:cubicBezTo>
                  <a:lnTo>
                    <a:pt x="4037" y="184"/>
                  </a:lnTo>
                  <a:cubicBezTo>
                    <a:pt x="3970" y="218"/>
                    <a:pt x="3870" y="251"/>
                    <a:pt x="3837" y="351"/>
                  </a:cubicBezTo>
                  <a:lnTo>
                    <a:pt x="3770" y="384"/>
                  </a:lnTo>
                  <a:cubicBezTo>
                    <a:pt x="3736" y="451"/>
                    <a:pt x="3670" y="518"/>
                    <a:pt x="3603" y="551"/>
                  </a:cubicBezTo>
                  <a:cubicBezTo>
                    <a:pt x="3465" y="662"/>
                    <a:pt x="3304" y="726"/>
                    <a:pt x="3139" y="726"/>
                  </a:cubicBezTo>
                  <a:cubicBezTo>
                    <a:pt x="3105" y="726"/>
                    <a:pt x="3070" y="724"/>
                    <a:pt x="3036" y="718"/>
                  </a:cubicBezTo>
                  <a:cubicBezTo>
                    <a:pt x="2936" y="718"/>
                    <a:pt x="2836" y="685"/>
                    <a:pt x="2769" y="618"/>
                  </a:cubicBezTo>
                  <a:cubicBezTo>
                    <a:pt x="2802" y="618"/>
                    <a:pt x="2802" y="551"/>
                    <a:pt x="2769" y="518"/>
                  </a:cubicBezTo>
                  <a:cubicBezTo>
                    <a:pt x="2736" y="451"/>
                    <a:pt x="2669" y="418"/>
                    <a:pt x="2636" y="418"/>
                  </a:cubicBezTo>
                  <a:cubicBezTo>
                    <a:pt x="2536" y="384"/>
                    <a:pt x="2436" y="318"/>
                    <a:pt x="2335" y="284"/>
                  </a:cubicBezTo>
                  <a:cubicBezTo>
                    <a:pt x="2135" y="184"/>
                    <a:pt x="1935" y="151"/>
                    <a:pt x="1768" y="51"/>
                  </a:cubicBezTo>
                  <a:cubicBezTo>
                    <a:pt x="1702" y="17"/>
                    <a:pt x="1627" y="1"/>
                    <a:pt x="1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26"/>
            <p:cNvSpPr/>
            <p:nvPr/>
          </p:nvSpPr>
          <p:spPr>
            <a:xfrm flipH="1">
              <a:off x="5027942" y="4925201"/>
              <a:ext cx="165373" cy="103382"/>
            </a:xfrm>
            <a:custGeom>
              <a:avLst/>
              <a:gdLst/>
              <a:ahLst/>
              <a:cxnLst/>
              <a:rect l="l" t="t" r="r" b="b"/>
              <a:pathLst>
                <a:path w="4271" h="2670" extrusionOk="0">
                  <a:moveTo>
                    <a:pt x="1585" y="1"/>
                  </a:moveTo>
                  <a:cubicBezTo>
                    <a:pt x="1510" y="1"/>
                    <a:pt x="1435" y="18"/>
                    <a:pt x="1369" y="51"/>
                  </a:cubicBezTo>
                  <a:cubicBezTo>
                    <a:pt x="1302" y="118"/>
                    <a:pt x="1235" y="184"/>
                    <a:pt x="1202" y="285"/>
                  </a:cubicBezTo>
                  <a:cubicBezTo>
                    <a:pt x="1168" y="318"/>
                    <a:pt x="1135" y="351"/>
                    <a:pt x="1135" y="385"/>
                  </a:cubicBezTo>
                  <a:cubicBezTo>
                    <a:pt x="1035" y="418"/>
                    <a:pt x="968" y="451"/>
                    <a:pt x="902" y="485"/>
                  </a:cubicBezTo>
                  <a:cubicBezTo>
                    <a:pt x="701" y="585"/>
                    <a:pt x="535" y="685"/>
                    <a:pt x="401" y="818"/>
                  </a:cubicBezTo>
                  <a:cubicBezTo>
                    <a:pt x="234" y="952"/>
                    <a:pt x="134" y="1118"/>
                    <a:pt x="34" y="1285"/>
                  </a:cubicBezTo>
                  <a:cubicBezTo>
                    <a:pt x="1" y="1352"/>
                    <a:pt x="1" y="1419"/>
                    <a:pt x="34" y="1485"/>
                  </a:cubicBezTo>
                  <a:cubicBezTo>
                    <a:pt x="68" y="1552"/>
                    <a:pt x="101" y="1619"/>
                    <a:pt x="168" y="1686"/>
                  </a:cubicBezTo>
                  <a:cubicBezTo>
                    <a:pt x="268" y="1852"/>
                    <a:pt x="401" y="1952"/>
                    <a:pt x="568" y="2019"/>
                  </a:cubicBezTo>
                  <a:cubicBezTo>
                    <a:pt x="735" y="2086"/>
                    <a:pt x="902" y="2119"/>
                    <a:pt x="1068" y="2119"/>
                  </a:cubicBezTo>
                  <a:lnTo>
                    <a:pt x="1669" y="2119"/>
                  </a:lnTo>
                  <a:cubicBezTo>
                    <a:pt x="1702" y="2153"/>
                    <a:pt x="1702" y="2186"/>
                    <a:pt x="1736" y="2253"/>
                  </a:cubicBezTo>
                  <a:cubicBezTo>
                    <a:pt x="1802" y="2353"/>
                    <a:pt x="1836" y="2419"/>
                    <a:pt x="1936" y="2519"/>
                  </a:cubicBezTo>
                  <a:cubicBezTo>
                    <a:pt x="1984" y="2568"/>
                    <a:pt x="2104" y="2670"/>
                    <a:pt x="2217" y="2670"/>
                  </a:cubicBezTo>
                  <a:cubicBezTo>
                    <a:pt x="2259" y="2670"/>
                    <a:pt x="2300" y="2656"/>
                    <a:pt x="2336" y="2620"/>
                  </a:cubicBezTo>
                  <a:cubicBezTo>
                    <a:pt x="2369" y="2553"/>
                    <a:pt x="2403" y="2453"/>
                    <a:pt x="2403" y="2386"/>
                  </a:cubicBezTo>
                  <a:cubicBezTo>
                    <a:pt x="2436" y="2319"/>
                    <a:pt x="2469" y="2253"/>
                    <a:pt x="2503" y="2219"/>
                  </a:cubicBezTo>
                  <a:cubicBezTo>
                    <a:pt x="2536" y="2186"/>
                    <a:pt x="2569" y="2186"/>
                    <a:pt x="2569" y="2153"/>
                  </a:cubicBezTo>
                  <a:cubicBezTo>
                    <a:pt x="2603" y="2119"/>
                    <a:pt x="2536" y="2052"/>
                    <a:pt x="2503" y="2052"/>
                  </a:cubicBezTo>
                  <a:cubicBezTo>
                    <a:pt x="2436" y="2019"/>
                    <a:pt x="2369" y="2019"/>
                    <a:pt x="2336" y="1986"/>
                  </a:cubicBezTo>
                  <a:cubicBezTo>
                    <a:pt x="2403" y="1986"/>
                    <a:pt x="2469" y="1952"/>
                    <a:pt x="2536" y="1919"/>
                  </a:cubicBezTo>
                  <a:cubicBezTo>
                    <a:pt x="2603" y="1886"/>
                    <a:pt x="2703" y="1852"/>
                    <a:pt x="2770" y="1786"/>
                  </a:cubicBezTo>
                  <a:cubicBezTo>
                    <a:pt x="2936" y="1652"/>
                    <a:pt x="3103" y="1552"/>
                    <a:pt x="3337" y="1452"/>
                  </a:cubicBezTo>
                  <a:cubicBezTo>
                    <a:pt x="3398" y="1440"/>
                    <a:pt x="3463" y="1432"/>
                    <a:pt x="3530" y="1432"/>
                  </a:cubicBezTo>
                  <a:cubicBezTo>
                    <a:pt x="3646" y="1432"/>
                    <a:pt x="3765" y="1455"/>
                    <a:pt x="3870" y="1519"/>
                  </a:cubicBezTo>
                  <a:cubicBezTo>
                    <a:pt x="3970" y="1552"/>
                    <a:pt x="4037" y="1619"/>
                    <a:pt x="4104" y="1686"/>
                  </a:cubicBezTo>
                  <a:cubicBezTo>
                    <a:pt x="4131" y="1712"/>
                    <a:pt x="4180" y="1761"/>
                    <a:pt x="4215" y="1761"/>
                  </a:cubicBezTo>
                  <a:cubicBezTo>
                    <a:pt x="4223" y="1761"/>
                    <a:pt x="4231" y="1759"/>
                    <a:pt x="4237" y="1752"/>
                  </a:cubicBezTo>
                  <a:cubicBezTo>
                    <a:pt x="4271" y="1719"/>
                    <a:pt x="4271" y="1619"/>
                    <a:pt x="4271" y="1585"/>
                  </a:cubicBezTo>
                  <a:cubicBezTo>
                    <a:pt x="4237" y="1485"/>
                    <a:pt x="4204" y="1352"/>
                    <a:pt x="4137" y="1252"/>
                  </a:cubicBezTo>
                  <a:cubicBezTo>
                    <a:pt x="4104" y="1185"/>
                    <a:pt x="4071" y="1118"/>
                    <a:pt x="4004" y="1052"/>
                  </a:cubicBezTo>
                  <a:cubicBezTo>
                    <a:pt x="3970" y="1018"/>
                    <a:pt x="3937" y="952"/>
                    <a:pt x="3970" y="885"/>
                  </a:cubicBezTo>
                  <a:cubicBezTo>
                    <a:pt x="4004" y="852"/>
                    <a:pt x="4037" y="818"/>
                    <a:pt x="4037" y="752"/>
                  </a:cubicBezTo>
                  <a:cubicBezTo>
                    <a:pt x="4104" y="585"/>
                    <a:pt x="4137" y="385"/>
                    <a:pt x="4104" y="218"/>
                  </a:cubicBezTo>
                  <a:cubicBezTo>
                    <a:pt x="4004" y="218"/>
                    <a:pt x="3904" y="251"/>
                    <a:pt x="3870" y="351"/>
                  </a:cubicBezTo>
                  <a:lnTo>
                    <a:pt x="3804" y="385"/>
                  </a:lnTo>
                  <a:cubicBezTo>
                    <a:pt x="3770" y="451"/>
                    <a:pt x="3704" y="518"/>
                    <a:pt x="3637" y="551"/>
                  </a:cubicBezTo>
                  <a:cubicBezTo>
                    <a:pt x="3499" y="662"/>
                    <a:pt x="3338" y="727"/>
                    <a:pt x="3173" y="727"/>
                  </a:cubicBezTo>
                  <a:cubicBezTo>
                    <a:pt x="3139" y="727"/>
                    <a:pt x="3104" y="724"/>
                    <a:pt x="3070" y="718"/>
                  </a:cubicBezTo>
                  <a:cubicBezTo>
                    <a:pt x="2970" y="718"/>
                    <a:pt x="2870" y="685"/>
                    <a:pt x="2803" y="651"/>
                  </a:cubicBezTo>
                  <a:cubicBezTo>
                    <a:pt x="2836" y="618"/>
                    <a:pt x="2836" y="551"/>
                    <a:pt x="2803" y="518"/>
                  </a:cubicBezTo>
                  <a:cubicBezTo>
                    <a:pt x="2770" y="485"/>
                    <a:pt x="2703" y="418"/>
                    <a:pt x="2670" y="418"/>
                  </a:cubicBezTo>
                  <a:cubicBezTo>
                    <a:pt x="2569" y="385"/>
                    <a:pt x="2469" y="318"/>
                    <a:pt x="2369" y="285"/>
                  </a:cubicBezTo>
                  <a:cubicBezTo>
                    <a:pt x="2169" y="184"/>
                    <a:pt x="1936" y="151"/>
                    <a:pt x="1802" y="51"/>
                  </a:cubicBezTo>
                  <a:cubicBezTo>
                    <a:pt x="1736" y="18"/>
                    <a:pt x="1661" y="1"/>
                    <a:pt x="15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 name="Google Shape;369;p26"/>
            <p:cNvSpPr/>
            <p:nvPr/>
          </p:nvSpPr>
          <p:spPr>
            <a:xfrm flipH="1">
              <a:off x="144387" y="4876115"/>
              <a:ext cx="164057" cy="104583"/>
            </a:xfrm>
            <a:custGeom>
              <a:avLst/>
              <a:gdLst/>
              <a:ahLst/>
              <a:cxnLst/>
              <a:rect l="l" t="t" r="r" b="b"/>
              <a:pathLst>
                <a:path w="4237" h="2701" extrusionOk="0">
                  <a:moveTo>
                    <a:pt x="1618" y="0"/>
                  </a:moveTo>
                  <a:cubicBezTo>
                    <a:pt x="1567" y="0"/>
                    <a:pt x="1516" y="11"/>
                    <a:pt x="1468" y="35"/>
                  </a:cubicBezTo>
                  <a:cubicBezTo>
                    <a:pt x="1402" y="102"/>
                    <a:pt x="1335" y="168"/>
                    <a:pt x="1268" y="235"/>
                  </a:cubicBezTo>
                  <a:cubicBezTo>
                    <a:pt x="1235" y="268"/>
                    <a:pt x="1235" y="302"/>
                    <a:pt x="1201" y="335"/>
                  </a:cubicBezTo>
                  <a:cubicBezTo>
                    <a:pt x="1101" y="368"/>
                    <a:pt x="1035" y="402"/>
                    <a:pt x="968" y="402"/>
                  </a:cubicBezTo>
                  <a:cubicBezTo>
                    <a:pt x="768" y="502"/>
                    <a:pt x="601" y="602"/>
                    <a:pt x="434" y="735"/>
                  </a:cubicBezTo>
                  <a:cubicBezTo>
                    <a:pt x="267" y="835"/>
                    <a:pt x="134" y="969"/>
                    <a:pt x="67" y="1136"/>
                  </a:cubicBezTo>
                  <a:cubicBezTo>
                    <a:pt x="1" y="1202"/>
                    <a:pt x="1" y="1269"/>
                    <a:pt x="1" y="1336"/>
                  </a:cubicBezTo>
                  <a:cubicBezTo>
                    <a:pt x="34" y="1402"/>
                    <a:pt x="67" y="1503"/>
                    <a:pt x="134" y="1569"/>
                  </a:cubicBezTo>
                  <a:cubicBezTo>
                    <a:pt x="234" y="1736"/>
                    <a:pt x="367" y="1836"/>
                    <a:pt x="501" y="1936"/>
                  </a:cubicBezTo>
                  <a:cubicBezTo>
                    <a:pt x="668" y="2003"/>
                    <a:pt x="834" y="2036"/>
                    <a:pt x="968" y="2070"/>
                  </a:cubicBezTo>
                  <a:cubicBezTo>
                    <a:pt x="1168" y="2103"/>
                    <a:pt x="1368" y="2103"/>
                    <a:pt x="1602" y="2103"/>
                  </a:cubicBezTo>
                  <a:cubicBezTo>
                    <a:pt x="1602" y="2136"/>
                    <a:pt x="1635" y="2203"/>
                    <a:pt x="1668" y="2236"/>
                  </a:cubicBezTo>
                  <a:cubicBezTo>
                    <a:pt x="1702" y="2336"/>
                    <a:pt x="1735" y="2403"/>
                    <a:pt x="1802" y="2503"/>
                  </a:cubicBezTo>
                  <a:cubicBezTo>
                    <a:pt x="1874" y="2576"/>
                    <a:pt x="1982" y="2701"/>
                    <a:pt x="2086" y="2701"/>
                  </a:cubicBezTo>
                  <a:cubicBezTo>
                    <a:pt x="2126" y="2701"/>
                    <a:pt x="2165" y="2683"/>
                    <a:pt x="2202" y="2637"/>
                  </a:cubicBezTo>
                  <a:cubicBezTo>
                    <a:pt x="2235" y="2570"/>
                    <a:pt x="2269" y="2503"/>
                    <a:pt x="2302" y="2437"/>
                  </a:cubicBezTo>
                  <a:cubicBezTo>
                    <a:pt x="2302" y="2370"/>
                    <a:pt x="2336" y="2303"/>
                    <a:pt x="2402" y="2270"/>
                  </a:cubicBezTo>
                  <a:cubicBezTo>
                    <a:pt x="2436" y="2270"/>
                    <a:pt x="2469" y="2236"/>
                    <a:pt x="2469" y="2203"/>
                  </a:cubicBezTo>
                  <a:cubicBezTo>
                    <a:pt x="2502" y="2170"/>
                    <a:pt x="2436" y="2103"/>
                    <a:pt x="2402" y="2103"/>
                  </a:cubicBezTo>
                  <a:cubicBezTo>
                    <a:pt x="2336" y="2070"/>
                    <a:pt x="2302" y="2070"/>
                    <a:pt x="2235" y="2036"/>
                  </a:cubicBezTo>
                  <a:cubicBezTo>
                    <a:pt x="2302" y="2036"/>
                    <a:pt x="2402" y="2003"/>
                    <a:pt x="2469" y="1970"/>
                  </a:cubicBezTo>
                  <a:cubicBezTo>
                    <a:pt x="2536" y="1970"/>
                    <a:pt x="2636" y="1903"/>
                    <a:pt x="2702" y="1869"/>
                  </a:cubicBezTo>
                  <a:cubicBezTo>
                    <a:pt x="2869" y="1736"/>
                    <a:pt x="3069" y="1636"/>
                    <a:pt x="3270" y="1603"/>
                  </a:cubicBezTo>
                  <a:cubicBezTo>
                    <a:pt x="3340" y="1579"/>
                    <a:pt x="3411" y="1568"/>
                    <a:pt x="3481" y="1568"/>
                  </a:cubicBezTo>
                  <a:cubicBezTo>
                    <a:pt x="3607" y="1568"/>
                    <a:pt x="3729" y="1605"/>
                    <a:pt x="3837" y="1669"/>
                  </a:cubicBezTo>
                  <a:cubicBezTo>
                    <a:pt x="3903" y="1736"/>
                    <a:pt x="3970" y="1803"/>
                    <a:pt x="4037" y="1869"/>
                  </a:cubicBezTo>
                  <a:cubicBezTo>
                    <a:pt x="4070" y="1903"/>
                    <a:pt x="4137" y="1970"/>
                    <a:pt x="4170" y="1970"/>
                  </a:cubicBezTo>
                  <a:cubicBezTo>
                    <a:pt x="4237" y="1936"/>
                    <a:pt x="4204" y="1836"/>
                    <a:pt x="4204" y="1803"/>
                  </a:cubicBezTo>
                  <a:cubicBezTo>
                    <a:pt x="4204" y="1669"/>
                    <a:pt x="4170" y="1569"/>
                    <a:pt x="4137" y="1469"/>
                  </a:cubicBezTo>
                  <a:cubicBezTo>
                    <a:pt x="4103" y="1402"/>
                    <a:pt x="4037" y="1336"/>
                    <a:pt x="4003" y="1269"/>
                  </a:cubicBezTo>
                  <a:cubicBezTo>
                    <a:pt x="3937" y="1202"/>
                    <a:pt x="3937" y="1136"/>
                    <a:pt x="4003" y="1102"/>
                  </a:cubicBezTo>
                  <a:cubicBezTo>
                    <a:pt x="4037" y="1036"/>
                    <a:pt x="4070" y="1002"/>
                    <a:pt x="4070" y="969"/>
                  </a:cubicBezTo>
                  <a:cubicBezTo>
                    <a:pt x="4137" y="802"/>
                    <a:pt x="4170" y="602"/>
                    <a:pt x="4170" y="435"/>
                  </a:cubicBezTo>
                  <a:cubicBezTo>
                    <a:pt x="4070" y="435"/>
                    <a:pt x="4003" y="468"/>
                    <a:pt x="3937" y="535"/>
                  </a:cubicBezTo>
                  <a:lnTo>
                    <a:pt x="3870" y="602"/>
                  </a:lnTo>
                  <a:cubicBezTo>
                    <a:pt x="3803" y="635"/>
                    <a:pt x="3770" y="702"/>
                    <a:pt x="3703" y="735"/>
                  </a:cubicBezTo>
                  <a:cubicBezTo>
                    <a:pt x="3539" y="818"/>
                    <a:pt x="3374" y="877"/>
                    <a:pt x="3209" y="877"/>
                  </a:cubicBezTo>
                  <a:cubicBezTo>
                    <a:pt x="3174" y="877"/>
                    <a:pt x="3138" y="875"/>
                    <a:pt x="3103" y="869"/>
                  </a:cubicBezTo>
                  <a:cubicBezTo>
                    <a:pt x="3003" y="835"/>
                    <a:pt x="2936" y="802"/>
                    <a:pt x="2836" y="735"/>
                  </a:cubicBezTo>
                  <a:cubicBezTo>
                    <a:pt x="2869" y="735"/>
                    <a:pt x="2903" y="669"/>
                    <a:pt x="2869" y="635"/>
                  </a:cubicBezTo>
                  <a:cubicBezTo>
                    <a:pt x="2836" y="569"/>
                    <a:pt x="2769" y="535"/>
                    <a:pt x="2702" y="502"/>
                  </a:cubicBezTo>
                  <a:cubicBezTo>
                    <a:pt x="2636" y="468"/>
                    <a:pt x="2536" y="402"/>
                    <a:pt x="2436" y="335"/>
                  </a:cubicBezTo>
                  <a:cubicBezTo>
                    <a:pt x="2269" y="235"/>
                    <a:pt x="2069" y="202"/>
                    <a:pt x="1869" y="102"/>
                  </a:cubicBezTo>
                  <a:cubicBezTo>
                    <a:pt x="1804" y="37"/>
                    <a:pt x="1712" y="0"/>
                    <a:pt x="16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 name="Google Shape;370;p26"/>
            <p:cNvSpPr/>
            <p:nvPr/>
          </p:nvSpPr>
          <p:spPr>
            <a:xfrm>
              <a:off x="1882891" y="4980689"/>
              <a:ext cx="165334" cy="102337"/>
            </a:xfrm>
            <a:custGeom>
              <a:avLst/>
              <a:gdLst/>
              <a:ahLst/>
              <a:cxnLst/>
              <a:rect l="l" t="t" r="r" b="b"/>
              <a:pathLst>
                <a:path w="4270" h="2643" extrusionOk="0">
                  <a:moveTo>
                    <a:pt x="1563" y="0"/>
                  </a:moveTo>
                  <a:cubicBezTo>
                    <a:pt x="1508" y="0"/>
                    <a:pt x="1452" y="11"/>
                    <a:pt x="1401" y="37"/>
                  </a:cubicBezTo>
                  <a:cubicBezTo>
                    <a:pt x="1334" y="103"/>
                    <a:pt x="1268" y="170"/>
                    <a:pt x="1201" y="237"/>
                  </a:cubicBezTo>
                  <a:cubicBezTo>
                    <a:pt x="1201" y="270"/>
                    <a:pt x="1168" y="337"/>
                    <a:pt x="1134" y="370"/>
                  </a:cubicBezTo>
                  <a:cubicBezTo>
                    <a:pt x="1068" y="370"/>
                    <a:pt x="968" y="404"/>
                    <a:pt x="901" y="470"/>
                  </a:cubicBezTo>
                  <a:cubicBezTo>
                    <a:pt x="734" y="537"/>
                    <a:pt x="534" y="670"/>
                    <a:pt x="400" y="804"/>
                  </a:cubicBezTo>
                  <a:cubicBezTo>
                    <a:pt x="234" y="904"/>
                    <a:pt x="134" y="1037"/>
                    <a:pt x="34" y="1204"/>
                  </a:cubicBezTo>
                  <a:cubicBezTo>
                    <a:pt x="0" y="1271"/>
                    <a:pt x="0" y="1338"/>
                    <a:pt x="34" y="1404"/>
                  </a:cubicBezTo>
                  <a:cubicBezTo>
                    <a:pt x="34" y="1471"/>
                    <a:pt x="100" y="1571"/>
                    <a:pt x="134" y="1638"/>
                  </a:cubicBezTo>
                  <a:cubicBezTo>
                    <a:pt x="234" y="1771"/>
                    <a:pt x="400" y="1905"/>
                    <a:pt x="567" y="1971"/>
                  </a:cubicBezTo>
                  <a:cubicBezTo>
                    <a:pt x="701" y="2038"/>
                    <a:pt x="867" y="2071"/>
                    <a:pt x="1034" y="2071"/>
                  </a:cubicBezTo>
                  <a:lnTo>
                    <a:pt x="1635" y="2071"/>
                  </a:lnTo>
                  <a:cubicBezTo>
                    <a:pt x="1668" y="2105"/>
                    <a:pt x="1701" y="2172"/>
                    <a:pt x="1701" y="2205"/>
                  </a:cubicBezTo>
                  <a:cubicBezTo>
                    <a:pt x="1768" y="2305"/>
                    <a:pt x="1835" y="2372"/>
                    <a:pt x="1902" y="2472"/>
                  </a:cubicBezTo>
                  <a:cubicBezTo>
                    <a:pt x="1948" y="2541"/>
                    <a:pt x="2058" y="2643"/>
                    <a:pt x="2166" y="2643"/>
                  </a:cubicBezTo>
                  <a:cubicBezTo>
                    <a:pt x="2214" y="2643"/>
                    <a:pt x="2261" y="2623"/>
                    <a:pt x="2302" y="2572"/>
                  </a:cubicBezTo>
                  <a:cubicBezTo>
                    <a:pt x="2335" y="2505"/>
                    <a:pt x="2369" y="2438"/>
                    <a:pt x="2369" y="2338"/>
                  </a:cubicBezTo>
                  <a:cubicBezTo>
                    <a:pt x="2369" y="2305"/>
                    <a:pt x="2402" y="2238"/>
                    <a:pt x="2469" y="2205"/>
                  </a:cubicBezTo>
                  <a:cubicBezTo>
                    <a:pt x="2502" y="2172"/>
                    <a:pt x="2535" y="2138"/>
                    <a:pt x="2535" y="2105"/>
                  </a:cubicBezTo>
                  <a:cubicBezTo>
                    <a:pt x="2569" y="2071"/>
                    <a:pt x="2502" y="2038"/>
                    <a:pt x="2469" y="2005"/>
                  </a:cubicBezTo>
                  <a:cubicBezTo>
                    <a:pt x="2402" y="2005"/>
                    <a:pt x="2335" y="2005"/>
                    <a:pt x="2302" y="1971"/>
                  </a:cubicBezTo>
                  <a:cubicBezTo>
                    <a:pt x="2369" y="1938"/>
                    <a:pt x="2435" y="1938"/>
                    <a:pt x="2502" y="1905"/>
                  </a:cubicBezTo>
                  <a:cubicBezTo>
                    <a:pt x="2569" y="1871"/>
                    <a:pt x="2669" y="1838"/>
                    <a:pt x="2735" y="1771"/>
                  </a:cubicBezTo>
                  <a:cubicBezTo>
                    <a:pt x="2902" y="1638"/>
                    <a:pt x="3102" y="1538"/>
                    <a:pt x="3303" y="1471"/>
                  </a:cubicBezTo>
                  <a:cubicBezTo>
                    <a:pt x="3373" y="1447"/>
                    <a:pt x="3444" y="1436"/>
                    <a:pt x="3514" y="1436"/>
                  </a:cubicBezTo>
                  <a:cubicBezTo>
                    <a:pt x="3640" y="1436"/>
                    <a:pt x="3762" y="1473"/>
                    <a:pt x="3870" y="1538"/>
                  </a:cubicBezTo>
                  <a:cubicBezTo>
                    <a:pt x="3936" y="1571"/>
                    <a:pt x="4003" y="1638"/>
                    <a:pt x="4070" y="1705"/>
                  </a:cubicBezTo>
                  <a:cubicBezTo>
                    <a:pt x="4097" y="1732"/>
                    <a:pt x="4146" y="1780"/>
                    <a:pt x="4181" y="1780"/>
                  </a:cubicBezTo>
                  <a:cubicBezTo>
                    <a:pt x="4189" y="1780"/>
                    <a:pt x="4197" y="1778"/>
                    <a:pt x="4203" y="1771"/>
                  </a:cubicBezTo>
                  <a:cubicBezTo>
                    <a:pt x="4270" y="1738"/>
                    <a:pt x="4237" y="1671"/>
                    <a:pt x="4237" y="1604"/>
                  </a:cubicBezTo>
                  <a:cubicBezTo>
                    <a:pt x="4237" y="1504"/>
                    <a:pt x="4170" y="1404"/>
                    <a:pt x="4136" y="1338"/>
                  </a:cubicBezTo>
                  <a:cubicBezTo>
                    <a:pt x="4070" y="1238"/>
                    <a:pt x="4036" y="1171"/>
                    <a:pt x="3970" y="1137"/>
                  </a:cubicBezTo>
                  <a:cubicBezTo>
                    <a:pt x="3936" y="1071"/>
                    <a:pt x="3903" y="1004"/>
                    <a:pt x="3970" y="937"/>
                  </a:cubicBezTo>
                  <a:cubicBezTo>
                    <a:pt x="4003" y="904"/>
                    <a:pt x="4036" y="871"/>
                    <a:pt x="4070" y="837"/>
                  </a:cubicBezTo>
                  <a:cubicBezTo>
                    <a:pt x="4136" y="670"/>
                    <a:pt x="4136" y="470"/>
                    <a:pt x="4103" y="270"/>
                  </a:cubicBezTo>
                  <a:lnTo>
                    <a:pt x="4103" y="270"/>
                  </a:lnTo>
                  <a:cubicBezTo>
                    <a:pt x="4036" y="304"/>
                    <a:pt x="3936" y="337"/>
                    <a:pt x="3903" y="404"/>
                  </a:cubicBezTo>
                  <a:lnTo>
                    <a:pt x="3836" y="470"/>
                  </a:lnTo>
                  <a:cubicBezTo>
                    <a:pt x="3770" y="504"/>
                    <a:pt x="3736" y="570"/>
                    <a:pt x="3669" y="637"/>
                  </a:cubicBezTo>
                  <a:cubicBezTo>
                    <a:pt x="3532" y="719"/>
                    <a:pt x="3372" y="779"/>
                    <a:pt x="3209" y="779"/>
                  </a:cubicBezTo>
                  <a:cubicBezTo>
                    <a:pt x="3173" y="779"/>
                    <a:pt x="3138" y="776"/>
                    <a:pt x="3102" y="771"/>
                  </a:cubicBezTo>
                  <a:cubicBezTo>
                    <a:pt x="3002" y="737"/>
                    <a:pt x="2902" y="704"/>
                    <a:pt x="2802" y="670"/>
                  </a:cubicBezTo>
                  <a:cubicBezTo>
                    <a:pt x="2836" y="637"/>
                    <a:pt x="2869" y="604"/>
                    <a:pt x="2836" y="570"/>
                  </a:cubicBezTo>
                  <a:cubicBezTo>
                    <a:pt x="2802" y="504"/>
                    <a:pt x="2735" y="470"/>
                    <a:pt x="2669" y="437"/>
                  </a:cubicBezTo>
                  <a:cubicBezTo>
                    <a:pt x="2602" y="404"/>
                    <a:pt x="2502" y="337"/>
                    <a:pt x="2402" y="304"/>
                  </a:cubicBezTo>
                  <a:cubicBezTo>
                    <a:pt x="2202" y="203"/>
                    <a:pt x="2002" y="170"/>
                    <a:pt x="1801" y="70"/>
                  </a:cubicBezTo>
                  <a:cubicBezTo>
                    <a:pt x="1740" y="29"/>
                    <a:pt x="1652" y="0"/>
                    <a:pt x="1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 name="Google Shape;371;p26"/>
            <p:cNvSpPr/>
            <p:nvPr/>
          </p:nvSpPr>
          <p:spPr>
            <a:xfrm flipH="1">
              <a:off x="8951836" y="4925855"/>
              <a:ext cx="165373" cy="102066"/>
            </a:xfrm>
            <a:custGeom>
              <a:avLst/>
              <a:gdLst/>
              <a:ahLst/>
              <a:cxnLst/>
              <a:rect l="l" t="t" r="r" b="b"/>
              <a:pathLst>
                <a:path w="4271" h="2636" extrusionOk="0">
                  <a:moveTo>
                    <a:pt x="1598" y="1"/>
                  </a:moveTo>
                  <a:cubicBezTo>
                    <a:pt x="1527" y="1"/>
                    <a:pt x="1452" y="17"/>
                    <a:pt x="1368" y="51"/>
                  </a:cubicBezTo>
                  <a:cubicBezTo>
                    <a:pt x="1302" y="84"/>
                    <a:pt x="1268" y="151"/>
                    <a:pt x="1202" y="251"/>
                  </a:cubicBezTo>
                  <a:cubicBezTo>
                    <a:pt x="1168" y="284"/>
                    <a:pt x="1168" y="318"/>
                    <a:pt x="1135" y="351"/>
                  </a:cubicBezTo>
                  <a:cubicBezTo>
                    <a:pt x="1068" y="384"/>
                    <a:pt x="968" y="418"/>
                    <a:pt x="901" y="451"/>
                  </a:cubicBezTo>
                  <a:cubicBezTo>
                    <a:pt x="701" y="551"/>
                    <a:pt x="535" y="651"/>
                    <a:pt x="368" y="785"/>
                  </a:cubicBezTo>
                  <a:cubicBezTo>
                    <a:pt x="234" y="885"/>
                    <a:pt x="101" y="1052"/>
                    <a:pt x="34" y="1218"/>
                  </a:cubicBezTo>
                  <a:cubicBezTo>
                    <a:pt x="1" y="1252"/>
                    <a:pt x="1" y="1352"/>
                    <a:pt x="34" y="1418"/>
                  </a:cubicBezTo>
                  <a:cubicBezTo>
                    <a:pt x="68" y="1485"/>
                    <a:pt x="101" y="1552"/>
                    <a:pt x="168" y="1619"/>
                  </a:cubicBezTo>
                  <a:cubicBezTo>
                    <a:pt x="268" y="1785"/>
                    <a:pt x="401" y="1885"/>
                    <a:pt x="568" y="1952"/>
                  </a:cubicBezTo>
                  <a:cubicBezTo>
                    <a:pt x="735" y="2019"/>
                    <a:pt x="901" y="2052"/>
                    <a:pt x="1035" y="2052"/>
                  </a:cubicBezTo>
                  <a:cubicBezTo>
                    <a:pt x="1135" y="2069"/>
                    <a:pt x="1235" y="2077"/>
                    <a:pt x="1335" y="2077"/>
                  </a:cubicBezTo>
                  <a:cubicBezTo>
                    <a:pt x="1435" y="2077"/>
                    <a:pt x="1535" y="2069"/>
                    <a:pt x="1635" y="2052"/>
                  </a:cubicBezTo>
                  <a:lnTo>
                    <a:pt x="1735" y="2186"/>
                  </a:lnTo>
                  <a:cubicBezTo>
                    <a:pt x="1769" y="2286"/>
                    <a:pt x="1835" y="2386"/>
                    <a:pt x="1902" y="2453"/>
                  </a:cubicBezTo>
                  <a:cubicBezTo>
                    <a:pt x="1951" y="2526"/>
                    <a:pt x="2090" y="2636"/>
                    <a:pt x="2200" y="2636"/>
                  </a:cubicBezTo>
                  <a:cubicBezTo>
                    <a:pt x="2240" y="2636"/>
                    <a:pt x="2276" y="2621"/>
                    <a:pt x="2302" y="2586"/>
                  </a:cubicBezTo>
                  <a:cubicBezTo>
                    <a:pt x="2336" y="2519"/>
                    <a:pt x="2369" y="2419"/>
                    <a:pt x="2369" y="2352"/>
                  </a:cubicBezTo>
                  <a:cubicBezTo>
                    <a:pt x="2403" y="2286"/>
                    <a:pt x="2436" y="2219"/>
                    <a:pt x="2469" y="2186"/>
                  </a:cubicBezTo>
                  <a:cubicBezTo>
                    <a:pt x="2503" y="2186"/>
                    <a:pt x="2536" y="2152"/>
                    <a:pt x="2569" y="2119"/>
                  </a:cubicBezTo>
                  <a:cubicBezTo>
                    <a:pt x="2569" y="2086"/>
                    <a:pt x="2503" y="2019"/>
                    <a:pt x="2469" y="2019"/>
                  </a:cubicBezTo>
                  <a:cubicBezTo>
                    <a:pt x="2403" y="1986"/>
                    <a:pt x="2369" y="1986"/>
                    <a:pt x="2302" y="1952"/>
                  </a:cubicBezTo>
                  <a:cubicBezTo>
                    <a:pt x="2369" y="1952"/>
                    <a:pt x="2436" y="1919"/>
                    <a:pt x="2503" y="1919"/>
                  </a:cubicBezTo>
                  <a:cubicBezTo>
                    <a:pt x="2603" y="1852"/>
                    <a:pt x="2669" y="1819"/>
                    <a:pt x="2736" y="1752"/>
                  </a:cubicBezTo>
                  <a:cubicBezTo>
                    <a:pt x="2903" y="1619"/>
                    <a:pt x="3103" y="1519"/>
                    <a:pt x="3303" y="1452"/>
                  </a:cubicBezTo>
                  <a:cubicBezTo>
                    <a:pt x="3376" y="1440"/>
                    <a:pt x="3450" y="1432"/>
                    <a:pt x="3521" y="1432"/>
                  </a:cubicBezTo>
                  <a:cubicBezTo>
                    <a:pt x="3645" y="1432"/>
                    <a:pt x="3765" y="1455"/>
                    <a:pt x="3870" y="1519"/>
                  </a:cubicBezTo>
                  <a:cubicBezTo>
                    <a:pt x="3970" y="1585"/>
                    <a:pt x="4037" y="1619"/>
                    <a:pt x="4104" y="1719"/>
                  </a:cubicBezTo>
                  <a:cubicBezTo>
                    <a:pt x="4137" y="1719"/>
                    <a:pt x="4170" y="1785"/>
                    <a:pt x="4237" y="1785"/>
                  </a:cubicBezTo>
                  <a:cubicBezTo>
                    <a:pt x="4271" y="1752"/>
                    <a:pt x="4271" y="1652"/>
                    <a:pt x="4271" y="1619"/>
                  </a:cubicBezTo>
                  <a:cubicBezTo>
                    <a:pt x="4237" y="1519"/>
                    <a:pt x="4170" y="1418"/>
                    <a:pt x="4104" y="1318"/>
                  </a:cubicBezTo>
                  <a:cubicBezTo>
                    <a:pt x="4070" y="1252"/>
                    <a:pt x="4037" y="1185"/>
                    <a:pt x="3970" y="1118"/>
                  </a:cubicBezTo>
                  <a:cubicBezTo>
                    <a:pt x="3904" y="1052"/>
                    <a:pt x="3904" y="1018"/>
                    <a:pt x="3970" y="951"/>
                  </a:cubicBezTo>
                  <a:cubicBezTo>
                    <a:pt x="4004" y="918"/>
                    <a:pt x="4004" y="851"/>
                    <a:pt x="4037" y="818"/>
                  </a:cubicBezTo>
                  <a:cubicBezTo>
                    <a:pt x="4104" y="651"/>
                    <a:pt x="4137" y="451"/>
                    <a:pt x="4104" y="284"/>
                  </a:cubicBezTo>
                  <a:cubicBezTo>
                    <a:pt x="4004" y="284"/>
                    <a:pt x="3937" y="318"/>
                    <a:pt x="3870" y="384"/>
                  </a:cubicBezTo>
                  <a:lnTo>
                    <a:pt x="3837" y="451"/>
                  </a:lnTo>
                  <a:cubicBezTo>
                    <a:pt x="3770" y="518"/>
                    <a:pt x="3703" y="551"/>
                    <a:pt x="3637" y="618"/>
                  </a:cubicBezTo>
                  <a:cubicBezTo>
                    <a:pt x="3500" y="700"/>
                    <a:pt x="3340" y="760"/>
                    <a:pt x="3176" y="760"/>
                  </a:cubicBezTo>
                  <a:cubicBezTo>
                    <a:pt x="3141" y="760"/>
                    <a:pt x="3105" y="757"/>
                    <a:pt x="3070" y="751"/>
                  </a:cubicBezTo>
                  <a:cubicBezTo>
                    <a:pt x="2970" y="751"/>
                    <a:pt x="2870" y="718"/>
                    <a:pt x="2803" y="651"/>
                  </a:cubicBezTo>
                  <a:cubicBezTo>
                    <a:pt x="2836" y="651"/>
                    <a:pt x="2836" y="585"/>
                    <a:pt x="2803" y="551"/>
                  </a:cubicBezTo>
                  <a:cubicBezTo>
                    <a:pt x="2769" y="484"/>
                    <a:pt x="2736" y="451"/>
                    <a:pt x="2669" y="451"/>
                  </a:cubicBezTo>
                  <a:cubicBezTo>
                    <a:pt x="2569" y="384"/>
                    <a:pt x="2469" y="351"/>
                    <a:pt x="2369" y="284"/>
                  </a:cubicBezTo>
                  <a:cubicBezTo>
                    <a:pt x="2202" y="184"/>
                    <a:pt x="2002" y="151"/>
                    <a:pt x="1802" y="51"/>
                  </a:cubicBezTo>
                  <a:cubicBezTo>
                    <a:pt x="1735" y="17"/>
                    <a:pt x="1669"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 name="Google Shape;372;p26"/>
            <p:cNvSpPr/>
            <p:nvPr/>
          </p:nvSpPr>
          <p:spPr>
            <a:xfrm>
              <a:off x="3111435" y="4796193"/>
              <a:ext cx="165373" cy="102105"/>
            </a:xfrm>
            <a:custGeom>
              <a:avLst/>
              <a:gdLst/>
              <a:ahLst/>
              <a:cxnLst/>
              <a:rect l="l" t="t" r="r" b="b"/>
              <a:pathLst>
                <a:path w="4271" h="2637" extrusionOk="0">
                  <a:moveTo>
                    <a:pt x="1565" y="0"/>
                  </a:moveTo>
                  <a:cubicBezTo>
                    <a:pt x="1508" y="0"/>
                    <a:pt x="1452" y="11"/>
                    <a:pt x="1401" y="37"/>
                  </a:cubicBezTo>
                  <a:cubicBezTo>
                    <a:pt x="1335" y="103"/>
                    <a:pt x="1268" y="170"/>
                    <a:pt x="1235" y="237"/>
                  </a:cubicBezTo>
                  <a:cubicBezTo>
                    <a:pt x="1201" y="270"/>
                    <a:pt x="1168" y="304"/>
                    <a:pt x="1168" y="370"/>
                  </a:cubicBezTo>
                  <a:cubicBezTo>
                    <a:pt x="1068" y="370"/>
                    <a:pt x="1001" y="404"/>
                    <a:pt x="901" y="437"/>
                  </a:cubicBezTo>
                  <a:cubicBezTo>
                    <a:pt x="734" y="537"/>
                    <a:pt x="567" y="637"/>
                    <a:pt x="401" y="804"/>
                  </a:cubicBezTo>
                  <a:cubicBezTo>
                    <a:pt x="267" y="904"/>
                    <a:pt x="134" y="1037"/>
                    <a:pt x="67" y="1204"/>
                  </a:cubicBezTo>
                  <a:cubicBezTo>
                    <a:pt x="34" y="1271"/>
                    <a:pt x="0" y="1338"/>
                    <a:pt x="34" y="1404"/>
                  </a:cubicBezTo>
                  <a:cubicBezTo>
                    <a:pt x="67" y="1471"/>
                    <a:pt x="100" y="1571"/>
                    <a:pt x="167" y="1638"/>
                  </a:cubicBezTo>
                  <a:cubicBezTo>
                    <a:pt x="267" y="1771"/>
                    <a:pt x="401" y="1905"/>
                    <a:pt x="567" y="1971"/>
                  </a:cubicBezTo>
                  <a:cubicBezTo>
                    <a:pt x="734" y="2038"/>
                    <a:pt x="901" y="2072"/>
                    <a:pt x="1068" y="2072"/>
                  </a:cubicBezTo>
                  <a:lnTo>
                    <a:pt x="1668" y="2072"/>
                  </a:lnTo>
                  <a:lnTo>
                    <a:pt x="1735" y="2205"/>
                  </a:lnTo>
                  <a:cubicBezTo>
                    <a:pt x="1768" y="2305"/>
                    <a:pt x="1835" y="2372"/>
                    <a:pt x="1902" y="2472"/>
                  </a:cubicBezTo>
                  <a:cubicBezTo>
                    <a:pt x="1974" y="2520"/>
                    <a:pt x="2097" y="2637"/>
                    <a:pt x="2198" y="2637"/>
                  </a:cubicBezTo>
                  <a:cubicBezTo>
                    <a:pt x="2238" y="2637"/>
                    <a:pt x="2274" y="2619"/>
                    <a:pt x="2302" y="2572"/>
                  </a:cubicBezTo>
                  <a:cubicBezTo>
                    <a:pt x="2335" y="2505"/>
                    <a:pt x="2369" y="2438"/>
                    <a:pt x="2369" y="2338"/>
                  </a:cubicBezTo>
                  <a:cubicBezTo>
                    <a:pt x="2402" y="2272"/>
                    <a:pt x="2435" y="2238"/>
                    <a:pt x="2469" y="2205"/>
                  </a:cubicBezTo>
                  <a:cubicBezTo>
                    <a:pt x="2502" y="2205"/>
                    <a:pt x="2536" y="2138"/>
                    <a:pt x="2569" y="2105"/>
                  </a:cubicBezTo>
                  <a:cubicBezTo>
                    <a:pt x="2569" y="2072"/>
                    <a:pt x="2502" y="2038"/>
                    <a:pt x="2469" y="2005"/>
                  </a:cubicBezTo>
                  <a:cubicBezTo>
                    <a:pt x="2402" y="2005"/>
                    <a:pt x="2369" y="1971"/>
                    <a:pt x="2302" y="1971"/>
                  </a:cubicBezTo>
                  <a:cubicBezTo>
                    <a:pt x="2369" y="1938"/>
                    <a:pt x="2435" y="1938"/>
                    <a:pt x="2502" y="1905"/>
                  </a:cubicBezTo>
                  <a:cubicBezTo>
                    <a:pt x="2602" y="1871"/>
                    <a:pt x="2669" y="1805"/>
                    <a:pt x="2769" y="1771"/>
                  </a:cubicBezTo>
                  <a:cubicBezTo>
                    <a:pt x="2902" y="1638"/>
                    <a:pt x="3103" y="1538"/>
                    <a:pt x="3303" y="1471"/>
                  </a:cubicBezTo>
                  <a:cubicBezTo>
                    <a:pt x="3374" y="1447"/>
                    <a:pt x="3445" y="1436"/>
                    <a:pt x="3514" y="1436"/>
                  </a:cubicBezTo>
                  <a:cubicBezTo>
                    <a:pt x="3641" y="1436"/>
                    <a:pt x="3762" y="1473"/>
                    <a:pt x="3870" y="1538"/>
                  </a:cubicBezTo>
                  <a:cubicBezTo>
                    <a:pt x="3970" y="1571"/>
                    <a:pt x="4037" y="1638"/>
                    <a:pt x="4103" y="1705"/>
                  </a:cubicBezTo>
                  <a:cubicBezTo>
                    <a:pt x="4130" y="1732"/>
                    <a:pt x="4157" y="1780"/>
                    <a:pt x="4202" y="1780"/>
                  </a:cubicBezTo>
                  <a:cubicBezTo>
                    <a:pt x="4213" y="1780"/>
                    <a:pt x="4224" y="1778"/>
                    <a:pt x="4237" y="1771"/>
                  </a:cubicBezTo>
                  <a:cubicBezTo>
                    <a:pt x="4270" y="1771"/>
                    <a:pt x="4270" y="1638"/>
                    <a:pt x="4270" y="1605"/>
                  </a:cubicBezTo>
                  <a:cubicBezTo>
                    <a:pt x="4237" y="1504"/>
                    <a:pt x="4170" y="1404"/>
                    <a:pt x="4137" y="1338"/>
                  </a:cubicBezTo>
                  <a:cubicBezTo>
                    <a:pt x="4103" y="1238"/>
                    <a:pt x="4037" y="1171"/>
                    <a:pt x="4003" y="1138"/>
                  </a:cubicBezTo>
                  <a:cubicBezTo>
                    <a:pt x="3937" y="1071"/>
                    <a:pt x="3937" y="1004"/>
                    <a:pt x="4003" y="937"/>
                  </a:cubicBezTo>
                  <a:lnTo>
                    <a:pt x="4070" y="837"/>
                  </a:lnTo>
                  <a:cubicBezTo>
                    <a:pt x="4137" y="637"/>
                    <a:pt x="4137" y="470"/>
                    <a:pt x="4103" y="270"/>
                  </a:cubicBezTo>
                  <a:cubicBezTo>
                    <a:pt x="4037" y="270"/>
                    <a:pt x="3937" y="337"/>
                    <a:pt x="3903" y="404"/>
                  </a:cubicBezTo>
                  <a:lnTo>
                    <a:pt x="3836" y="437"/>
                  </a:lnTo>
                  <a:cubicBezTo>
                    <a:pt x="3770" y="504"/>
                    <a:pt x="3736" y="570"/>
                    <a:pt x="3670" y="604"/>
                  </a:cubicBezTo>
                  <a:cubicBezTo>
                    <a:pt x="3503" y="737"/>
                    <a:pt x="3303" y="771"/>
                    <a:pt x="3103" y="771"/>
                  </a:cubicBezTo>
                  <a:cubicBezTo>
                    <a:pt x="3003" y="737"/>
                    <a:pt x="2902" y="704"/>
                    <a:pt x="2802" y="671"/>
                  </a:cubicBezTo>
                  <a:cubicBezTo>
                    <a:pt x="2836" y="637"/>
                    <a:pt x="2869" y="604"/>
                    <a:pt x="2836" y="570"/>
                  </a:cubicBezTo>
                  <a:cubicBezTo>
                    <a:pt x="2802" y="504"/>
                    <a:pt x="2736" y="470"/>
                    <a:pt x="2669" y="437"/>
                  </a:cubicBezTo>
                  <a:lnTo>
                    <a:pt x="2402" y="304"/>
                  </a:lnTo>
                  <a:cubicBezTo>
                    <a:pt x="2202" y="204"/>
                    <a:pt x="2002" y="170"/>
                    <a:pt x="1835" y="70"/>
                  </a:cubicBezTo>
                  <a:cubicBezTo>
                    <a:pt x="1753" y="29"/>
                    <a:pt x="1657" y="0"/>
                    <a:pt x="15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73" name="Google Shape;373;p26"/>
          <p:cNvSpPr/>
          <p:nvPr/>
        </p:nvSpPr>
        <p:spPr>
          <a:xfrm>
            <a:off x="1100" y="5902302"/>
            <a:ext cx="12192085" cy="1557356"/>
          </a:xfrm>
          <a:custGeom>
            <a:avLst/>
            <a:gdLst/>
            <a:ahLst/>
            <a:cxnLst/>
            <a:rect l="l" t="t" r="r" b="b"/>
            <a:pathLst>
              <a:path w="208483" h="100173" extrusionOk="0">
                <a:moveTo>
                  <a:pt x="0" y="1"/>
                </a:moveTo>
                <a:lnTo>
                  <a:pt x="208482" y="1"/>
                </a:lnTo>
                <a:lnTo>
                  <a:pt x="208482" y="100172"/>
                </a:lnTo>
                <a:lnTo>
                  <a:pt x="0" y="100172"/>
                </a:lnTo>
                <a:close/>
              </a:path>
            </a:pathLst>
          </a:custGeom>
          <a:gradFill>
            <a:gsLst>
              <a:gs pos="0">
                <a:srgbClr val="D0F3FF">
                  <a:alpha val="32549"/>
                </a:srgbClr>
              </a:gs>
              <a:gs pos="50000">
                <a:srgbClr val="FFFFFF">
                  <a:alpha val="0"/>
                </a:srgbClr>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8126548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p:cSld name="1_Title and text">
    <p:spTree>
      <p:nvGrpSpPr>
        <p:cNvPr id="1" name="Shape 374"/>
        <p:cNvGrpSpPr/>
        <p:nvPr/>
      </p:nvGrpSpPr>
      <p:grpSpPr>
        <a:xfrm>
          <a:off x="0" y="0"/>
          <a:ext cx="0" cy="0"/>
          <a:chOff x="0" y="0"/>
          <a:chExt cx="0" cy="0"/>
        </a:xfrm>
      </p:grpSpPr>
      <p:sp>
        <p:nvSpPr>
          <p:cNvPr id="375" name="Google Shape;375;p27"/>
          <p:cNvSpPr txBox="1">
            <a:spLocks noGrp="1"/>
          </p:cNvSpPr>
          <p:nvPr>
            <p:ph type="title"/>
          </p:nvPr>
        </p:nvSpPr>
        <p:spPr>
          <a:xfrm>
            <a:off x="950967" y="2168017"/>
            <a:ext cx="4521600" cy="12120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FFFFFF"/>
              </a:buClr>
              <a:buSzPts val="3000"/>
              <a:buNone/>
              <a:defRPr sz="3733" b="1">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376" name="Google Shape;376;p27"/>
          <p:cNvSpPr txBox="1">
            <a:spLocks noGrp="1"/>
          </p:cNvSpPr>
          <p:nvPr>
            <p:ph type="subTitle" idx="1"/>
          </p:nvPr>
        </p:nvSpPr>
        <p:spPr>
          <a:xfrm>
            <a:off x="951200" y="3636784"/>
            <a:ext cx="4521600" cy="1053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6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77" name="Google Shape;377;p27"/>
          <p:cNvSpPr/>
          <p:nvPr/>
        </p:nvSpPr>
        <p:spPr>
          <a:xfrm>
            <a:off x="4978400" y="238339"/>
            <a:ext cx="962000" cy="962000"/>
          </a:xfrm>
          <a:prstGeom prst="ellipse">
            <a:avLst/>
          </a:pr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8" name="Google Shape;378;p27"/>
          <p:cNvSpPr/>
          <p:nvPr/>
        </p:nvSpPr>
        <p:spPr>
          <a:xfrm>
            <a:off x="5703148" y="876916"/>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9" name="Google Shape;379;p27"/>
          <p:cNvSpPr/>
          <p:nvPr/>
        </p:nvSpPr>
        <p:spPr>
          <a:xfrm flipH="1">
            <a:off x="661031" y="1044925"/>
            <a:ext cx="368195" cy="167977"/>
          </a:xfrm>
          <a:custGeom>
            <a:avLst/>
            <a:gdLst/>
            <a:ahLst/>
            <a:cxnLst/>
            <a:rect l="l" t="t" r="r" b="b"/>
            <a:pathLst>
              <a:path w="8474" h="3866" extrusionOk="0">
                <a:moveTo>
                  <a:pt x="1" y="1"/>
                </a:moveTo>
                <a:lnTo>
                  <a:pt x="1" y="1"/>
                </a:lnTo>
                <a:cubicBezTo>
                  <a:pt x="368" y="868"/>
                  <a:pt x="1568" y="1302"/>
                  <a:pt x="2035" y="1602"/>
                </a:cubicBezTo>
                <a:cubicBezTo>
                  <a:pt x="2336" y="1769"/>
                  <a:pt x="2903" y="2169"/>
                  <a:pt x="2869" y="2636"/>
                </a:cubicBezTo>
                <a:lnTo>
                  <a:pt x="1468" y="3103"/>
                </a:lnTo>
                <a:cubicBezTo>
                  <a:pt x="1669" y="3470"/>
                  <a:pt x="2302" y="3470"/>
                  <a:pt x="2703" y="3470"/>
                </a:cubicBezTo>
                <a:lnTo>
                  <a:pt x="2736" y="3470"/>
                </a:lnTo>
                <a:cubicBezTo>
                  <a:pt x="3036" y="3470"/>
                  <a:pt x="3070" y="3603"/>
                  <a:pt x="3370" y="3737"/>
                </a:cubicBezTo>
                <a:cubicBezTo>
                  <a:pt x="3620" y="3824"/>
                  <a:pt x="3880" y="3866"/>
                  <a:pt x="4137" y="3866"/>
                </a:cubicBezTo>
                <a:cubicBezTo>
                  <a:pt x="4771" y="3866"/>
                  <a:pt x="5397" y="3611"/>
                  <a:pt x="5872" y="3136"/>
                </a:cubicBezTo>
                <a:cubicBezTo>
                  <a:pt x="6072" y="3103"/>
                  <a:pt x="6272" y="3070"/>
                  <a:pt x="6472" y="3070"/>
                </a:cubicBezTo>
                <a:lnTo>
                  <a:pt x="5738" y="2736"/>
                </a:lnTo>
                <a:cubicBezTo>
                  <a:pt x="5947" y="2572"/>
                  <a:pt x="6270" y="2535"/>
                  <a:pt x="6620" y="2535"/>
                </a:cubicBezTo>
                <a:cubicBezTo>
                  <a:pt x="6909" y="2535"/>
                  <a:pt x="7218" y="2560"/>
                  <a:pt x="7495" y="2560"/>
                </a:cubicBezTo>
                <a:cubicBezTo>
                  <a:pt x="7630" y="2560"/>
                  <a:pt x="7758" y="2554"/>
                  <a:pt x="7873" y="2536"/>
                </a:cubicBezTo>
                <a:lnTo>
                  <a:pt x="8240" y="2436"/>
                </a:lnTo>
                <a:lnTo>
                  <a:pt x="8340" y="2303"/>
                </a:lnTo>
                <a:lnTo>
                  <a:pt x="8373" y="2269"/>
                </a:lnTo>
                <a:cubicBezTo>
                  <a:pt x="8473" y="2136"/>
                  <a:pt x="8407" y="2269"/>
                  <a:pt x="8473" y="2069"/>
                </a:cubicBezTo>
                <a:lnTo>
                  <a:pt x="8473" y="2069"/>
                </a:lnTo>
                <a:cubicBezTo>
                  <a:pt x="8106" y="2169"/>
                  <a:pt x="7731" y="2219"/>
                  <a:pt x="7356" y="2219"/>
                </a:cubicBezTo>
                <a:cubicBezTo>
                  <a:pt x="6981" y="2219"/>
                  <a:pt x="6605" y="2169"/>
                  <a:pt x="6238" y="2069"/>
                </a:cubicBezTo>
                <a:cubicBezTo>
                  <a:pt x="6122" y="2057"/>
                  <a:pt x="6021" y="2051"/>
                  <a:pt x="5933" y="2051"/>
                </a:cubicBezTo>
                <a:cubicBezTo>
                  <a:pt x="5149" y="2051"/>
                  <a:pt x="5376" y="2487"/>
                  <a:pt x="4726" y="2487"/>
                </a:cubicBezTo>
                <a:cubicBezTo>
                  <a:pt x="4653" y="2487"/>
                  <a:pt x="4568" y="2482"/>
                  <a:pt x="4471" y="2469"/>
                </a:cubicBezTo>
                <a:lnTo>
                  <a:pt x="4170" y="2069"/>
                </a:lnTo>
                <a:cubicBezTo>
                  <a:pt x="4159" y="2069"/>
                  <a:pt x="4156" y="2073"/>
                  <a:pt x="4152" y="2073"/>
                </a:cubicBezTo>
                <a:cubicBezTo>
                  <a:pt x="4144" y="2073"/>
                  <a:pt x="4137" y="2058"/>
                  <a:pt x="4070" y="1969"/>
                </a:cubicBezTo>
                <a:cubicBezTo>
                  <a:pt x="4020" y="1919"/>
                  <a:pt x="4012" y="1919"/>
                  <a:pt x="4012" y="1919"/>
                </a:cubicBezTo>
                <a:cubicBezTo>
                  <a:pt x="4012" y="1919"/>
                  <a:pt x="4020" y="1919"/>
                  <a:pt x="4004" y="1869"/>
                </a:cubicBezTo>
                <a:cubicBezTo>
                  <a:pt x="3803" y="1769"/>
                  <a:pt x="3670" y="1635"/>
                  <a:pt x="3436" y="1502"/>
                </a:cubicBezTo>
                <a:cubicBezTo>
                  <a:pt x="2603" y="1035"/>
                  <a:pt x="1202"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0" name="Google Shape;380;p27"/>
          <p:cNvSpPr/>
          <p:nvPr/>
        </p:nvSpPr>
        <p:spPr>
          <a:xfrm>
            <a:off x="11509597" y="1200325"/>
            <a:ext cx="368195" cy="167977"/>
          </a:xfrm>
          <a:custGeom>
            <a:avLst/>
            <a:gdLst/>
            <a:ahLst/>
            <a:cxnLst/>
            <a:rect l="l" t="t" r="r" b="b"/>
            <a:pathLst>
              <a:path w="8474" h="3866" extrusionOk="0">
                <a:moveTo>
                  <a:pt x="1" y="1"/>
                </a:moveTo>
                <a:lnTo>
                  <a:pt x="1" y="1"/>
                </a:lnTo>
                <a:cubicBezTo>
                  <a:pt x="368" y="868"/>
                  <a:pt x="1568" y="1302"/>
                  <a:pt x="2035" y="1602"/>
                </a:cubicBezTo>
                <a:cubicBezTo>
                  <a:pt x="2336" y="1769"/>
                  <a:pt x="2903" y="2169"/>
                  <a:pt x="2869" y="2636"/>
                </a:cubicBezTo>
                <a:lnTo>
                  <a:pt x="1468" y="3103"/>
                </a:lnTo>
                <a:cubicBezTo>
                  <a:pt x="1669" y="3470"/>
                  <a:pt x="2302" y="3470"/>
                  <a:pt x="2703" y="3470"/>
                </a:cubicBezTo>
                <a:lnTo>
                  <a:pt x="2736" y="3470"/>
                </a:lnTo>
                <a:cubicBezTo>
                  <a:pt x="3036" y="3470"/>
                  <a:pt x="3070" y="3603"/>
                  <a:pt x="3370" y="3737"/>
                </a:cubicBezTo>
                <a:cubicBezTo>
                  <a:pt x="3620" y="3824"/>
                  <a:pt x="3880" y="3866"/>
                  <a:pt x="4137" y="3866"/>
                </a:cubicBezTo>
                <a:cubicBezTo>
                  <a:pt x="4771" y="3866"/>
                  <a:pt x="5397" y="3611"/>
                  <a:pt x="5872" y="3136"/>
                </a:cubicBezTo>
                <a:cubicBezTo>
                  <a:pt x="6072" y="3103"/>
                  <a:pt x="6272" y="3070"/>
                  <a:pt x="6472" y="3070"/>
                </a:cubicBezTo>
                <a:lnTo>
                  <a:pt x="5738" y="2736"/>
                </a:lnTo>
                <a:cubicBezTo>
                  <a:pt x="5947" y="2572"/>
                  <a:pt x="6270" y="2535"/>
                  <a:pt x="6620" y="2535"/>
                </a:cubicBezTo>
                <a:cubicBezTo>
                  <a:pt x="6909" y="2535"/>
                  <a:pt x="7218" y="2560"/>
                  <a:pt x="7495" y="2560"/>
                </a:cubicBezTo>
                <a:cubicBezTo>
                  <a:pt x="7630" y="2560"/>
                  <a:pt x="7758" y="2554"/>
                  <a:pt x="7873" y="2536"/>
                </a:cubicBezTo>
                <a:lnTo>
                  <a:pt x="8240" y="2436"/>
                </a:lnTo>
                <a:lnTo>
                  <a:pt x="8340" y="2303"/>
                </a:lnTo>
                <a:lnTo>
                  <a:pt x="8373" y="2269"/>
                </a:lnTo>
                <a:cubicBezTo>
                  <a:pt x="8473" y="2136"/>
                  <a:pt x="8407" y="2269"/>
                  <a:pt x="8473" y="2069"/>
                </a:cubicBezTo>
                <a:lnTo>
                  <a:pt x="8473" y="2069"/>
                </a:lnTo>
                <a:cubicBezTo>
                  <a:pt x="8106" y="2169"/>
                  <a:pt x="7731" y="2219"/>
                  <a:pt x="7356" y="2219"/>
                </a:cubicBezTo>
                <a:cubicBezTo>
                  <a:pt x="6981" y="2219"/>
                  <a:pt x="6605" y="2169"/>
                  <a:pt x="6238" y="2069"/>
                </a:cubicBezTo>
                <a:cubicBezTo>
                  <a:pt x="6122" y="2057"/>
                  <a:pt x="6021" y="2051"/>
                  <a:pt x="5933" y="2051"/>
                </a:cubicBezTo>
                <a:cubicBezTo>
                  <a:pt x="5149" y="2051"/>
                  <a:pt x="5376" y="2487"/>
                  <a:pt x="4726" y="2487"/>
                </a:cubicBezTo>
                <a:cubicBezTo>
                  <a:pt x="4653" y="2487"/>
                  <a:pt x="4568" y="2482"/>
                  <a:pt x="4471" y="2469"/>
                </a:cubicBezTo>
                <a:lnTo>
                  <a:pt x="4170" y="2069"/>
                </a:lnTo>
                <a:cubicBezTo>
                  <a:pt x="4159" y="2069"/>
                  <a:pt x="4156" y="2073"/>
                  <a:pt x="4152" y="2073"/>
                </a:cubicBezTo>
                <a:cubicBezTo>
                  <a:pt x="4144" y="2073"/>
                  <a:pt x="4137" y="2058"/>
                  <a:pt x="4070" y="1969"/>
                </a:cubicBezTo>
                <a:cubicBezTo>
                  <a:pt x="4020" y="1919"/>
                  <a:pt x="4012" y="1919"/>
                  <a:pt x="4012" y="1919"/>
                </a:cubicBezTo>
                <a:cubicBezTo>
                  <a:pt x="4012" y="1919"/>
                  <a:pt x="4020" y="1919"/>
                  <a:pt x="4004" y="1869"/>
                </a:cubicBezTo>
                <a:cubicBezTo>
                  <a:pt x="3803" y="1769"/>
                  <a:pt x="3670" y="1635"/>
                  <a:pt x="3436" y="1502"/>
                </a:cubicBezTo>
                <a:cubicBezTo>
                  <a:pt x="2603" y="1035"/>
                  <a:pt x="1202"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7201074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381"/>
        <p:cNvGrpSpPr/>
        <p:nvPr/>
      </p:nvGrpSpPr>
      <p:grpSpPr>
        <a:xfrm>
          <a:off x="0" y="0"/>
          <a:ext cx="0" cy="0"/>
          <a:chOff x="0" y="0"/>
          <a:chExt cx="0" cy="0"/>
        </a:xfrm>
      </p:grpSpPr>
      <p:sp>
        <p:nvSpPr>
          <p:cNvPr id="382" name="Google Shape;382;p28"/>
          <p:cNvSpPr txBox="1">
            <a:spLocks noGrp="1"/>
          </p:cNvSpPr>
          <p:nvPr>
            <p:ph type="subTitle" idx="1"/>
          </p:nvPr>
        </p:nvSpPr>
        <p:spPr>
          <a:xfrm>
            <a:off x="3496200" y="5247467"/>
            <a:ext cx="5199600" cy="89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83" name="Google Shape;383;p28"/>
          <p:cNvSpPr txBox="1">
            <a:spLocks noGrp="1"/>
          </p:cNvSpPr>
          <p:nvPr>
            <p:ph type="title"/>
          </p:nvPr>
        </p:nvSpPr>
        <p:spPr>
          <a:xfrm>
            <a:off x="950967" y="716800"/>
            <a:ext cx="73620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384" name="Google Shape;384;p28"/>
          <p:cNvSpPr/>
          <p:nvPr/>
        </p:nvSpPr>
        <p:spPr>
          <a:xfrm flipH="1">
            <a:off x="9060687" y="6371336"/>
            <a:ext cx="3131312" cy="283161"/>
          </a:xfrm>
          <a:custGeom>
            <a:avLst/>
            <a:gdLst/>
            <a:ahLst/>
            <a:cxnLst/>
            <a:rect l="l" t="t" r="r" b="b"/>
            <a:pathLst>
              <a:path w="72731" h="6577" extrusionOk="0">
                <a:moveTo>
                  <a:pt x="6033" y="0"/>
                </a:moveTo>
                <a:cubicBezTo>
                  <a:pt x="4022" y="0"/>
                  <a:pt x="2008" y="129"/>
                  <a:pt x="0" y="387"/>
                </a:cubicBezTo>
                <a:lnTo>
                  <a:pt x="0" y="5924"/>
                </a:lnTo>
                <a:cubicBezTo>
                  <a:pt x="2212" y="5131"/>
                  <a:pt x="4316" y="4071"/>
                  <a:pt x="6558" y="4071"/>
                </a:cubicBezTo>
                <a:cubicBezTo>
                  <a:pt x="6937" y="4071"/>
                  <a:pt x="7320" y="4101"/>
                  <a:pt x="7707" y="4168"/>
                </a:cubicBezTo>
                <a:cubicBezTo>
                  <a:pt x="9049" y="4387"/>
                  <a:pt x="10171" y="5046"/>
                  <a:pt x="11439" y="5436"/>
                </a:cubicBezTo>
                <a:cubicBezTo>
                  <a:pt x="12854" y="5851"/>
                  <a:pt x="14390" y="5973"/>
                  <a:pt x="15902" y="6070"/>
                </a:cubicBezTo>
                <a:cubicBezTo>
                  <a:pt x="21369" y="6417"/>
                  <a:pt x="26835" y="6576"/>
                  <a:pt x="32316" y="6576"/>
                </a:cubicBezTo>
                <a:cubicBezTo>
                  <a:pt x="33389" y="6576"/>
                  <a:pt x="34462" y="6570"/>
                  <a:pt x="35536" y="6558"/>
                </a:cubicBezTo>
                <a:cubicBezTo>
                  <a:pt x="31390" y="6412"/>
                  <a:pt x="27292" y="5851"/>
                  <a:pt x="23268" y="4826"/>
                </a:cubicBezTo>
                <a:cubicBezTo>
                  <a:pt x="25338" y="4383"/>
                  <a:pt x="27448" y="4225"/>
                  <a:pt x="29580" y="4225"/>
                </a:cubicBezTo>
                <a:cubicBezTo>
                  <a:pt x="34128" y="4225"/>
                  <a:pt x="38774" y="4944"/>
                  <a:pt x="43341" y="5143"/>
                </a:cubicBezTo>
                <a:cubicBezTo>
                  <a:pt x="44191" y="5178"/>
                  <a:pt x="45042" y="5194"/>
                  <a:pt x="45893" y="5194"/>
                </a:cubicBezTo>
                <a:cubicBezTo>
                  <a:pt x="50407" y="5194"/>
                  <a:pt x="54919" y="4749"/>
                  <a:pt x="59414" y="4339"/>
                </a:cubicBezTo>
                <a:cubicBezTo>
                  <a:pt x="63901" y="3900"/>
                  <a:pt x="68462" y="3461"/>
                  <a:pt x="72730" y="2265"/>
                </a:cubicBezTo>
                <a:cubicBezTo>
                  <a:pt x="70452" y="1811"/>
                  <a:pt x="68142" y="1652"/>
                  <a:pt x="65813" y="1652"/>
                </a:cubicBezTo>
                <a:cubicBezTo>
                  <a:pt x="60350" y="1652"/>
                  <a:pt x="54781" y="2528"/>
                  <a:pt x="49275" y="2528"/>
                </a:cubicBezTo>
                <a:cubicBezTo>
                  <a:pt x="48434" y="2528"/>
                  <a:pt x="47593" y="2508"/>
                  <a:pt x="46755" y="2461"/>
                </a:cubicBezTo>
                <a:cubicBezTo>
                  <a:pt x="40531" y="2132"/>
                  <a:pt x="34410" y="350"/>
                  <a:pt x="28276" y="350"/>
                </a:cubicBezTo>
                <a:cubicBezTo>
                  <a:pt x="27128" y="350"/>
                  <a:pt x="25979" y="412"/>
                  <a:pt x="24829" y="558"/>
                </a:cubicBezTo>
                <a:cubicBezTo>
                  <a:pt x="23024" y="802"/>
                  <a:pt x="21268" y="1217"/>
                  <a:pt x="19463" y="1266"/>
                </a:cubicBezTo>
                <a:cubicBezTo>
                  <a:pt x="19310" y="1271"/>
                  <a:pt x="19157" y="1273"/>
                  <a:pt x="19005" y="1273"/>
                </a:cubicBezTo>
                <a:cubicBezTo>
                  <a:pt x="17014" y="1273"/>
                  <a:pt x="15045" y="851"/>
                  <a:pt x="13098" y="534"/>
                </a:cubicBezTo>
                <a:cubicBezTo>
                  <a:pt x="10753" y="178"/>
                  <a:pt x="8395" y="0"/>
                  <a:pt x="6033"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5" name="Google Shape;385;p28"/>
          <p:cNvSpPr/>
          <p:nvPr/>
        </p:nvSpPr>
        <p:spPr>
          <a:xfrm>
            <a:off x="280679" y="2419528"/>
            <a:ext cx="4191957" cy="168032"/>
          </a:xfrm>
          <a:custGeom>
            <a:avLst/>
            <a:gdLst/>
            <a:ahLst/>
            <a:cxnLst/>
            <a:rect l="l" t="t" r="r" b="b"/>
            <a:pathLst>
              <a:path w="37074" h="673" extrusionOk="0">
                <a:moveTo>
                  <a:pt x="9314" y="320"/>
                </a:moveTo>
                <a:cubicBezTo>
                  <a:pt x="6368" y="320"/>
                  <a:pt x="1" y="666"/>
                  <a:pt x="1" y="666"/>
                </a:cubicBezTo>
                <a:lnTo>
                  <a:pt x="13976" y="666"/>
                </a:lnTo>
                <a:cubicBezTo>
                  <a:pt x="12819" y="628"/>
                  <a:pt x="11444" y="443"/>
                  <a:pt x="10415" y="349"/>
                </a:cubicBezTo>
                <a:cubicBezTo>
                  <a:pt x="10159" y="329"/>
                  <a:pt x="9779" y="320"/>
                  <a:pt x="9314" y="320"/>
                </a:cubicBezTo>
                <a:close/>
                <a:moveTo>
                  <a:pt x="18194" y="0"/>
                </a:moveTo>
                <a:cubicBezTo>
                  <a:pt x="17226" y="0"/>
                  <a:pt x="16376" y="93"/>
                  <a:pt x="16049" y="349"/>
                </a:cubicBezTo>
                <a:cubicBezTo>
                  <a:pt x="15792" y="551"/>
                  <a:pt x="15313" y="642"/>
                  <a:pt x="14720" y="666"/>
                </a:cubicBezTo>
                <a:lnTo>
                  <a:pt x="37073" y="666"/>
                </a:lnTo>
                <a:cubicBezTo>
                  <a:pt x="36293" y="519"/>
                  <a:pt x="35463" y="397"/>
                  <a:pt x="34659" y="349"/>
                </a:cubicBezTo>
                <a:cubicBezTo>
                  <a:pt x="34138" y="349"/>
                  <a:pt x="31808" y="489"/>
                  <a:pt x="29943" y="489"/>
                </a:cubicBezTo>
                <a:cubicBezTo>
                  <a:pt x="29011" y="489"/>
                  <a:pt x="28195" y="454"/>
                  <a:pt x="27781" y="349"/>
                </a:cubicBezTo>
                <a:cubicBezTo>
                  <a:pt x="27521" y="289"/>
                  <a:pt x="27172" y="267"/>
                  <a:pt x="26770" y="267"/>
                </a:cubicBezTo>
                <a:cubicBezTo>
                  <a:pt x="25634" y="267"/>
                  <a:pt x="24075" y="443"/>
                  <a:pt x="22920" y="443"/>
                </a:cubicBezTo>
                <a:cubicBezTo>
                  <a:pt x="22484" y="443"/>
                  <a:pt x="22106" y="418"/>
                  <a:pt x="21830" y="349"/>
                </a:cubicBezTo>
                <a:cubicBezTo>
                  <a:pt x="21107" y="179"/>
                  <a:pt x="19537" y="0"/>
                  <a:pt x="18194" y="0"/>
                </a:cubicBezTo>
                <a:close/>
                <a:moveTo>
                  <a:pt x="13976" y="666"/>
                </a:moveTo>
                <a:lnTo>
                  <a:pt x="13976" y="666"/>
                </a:lnTo>
                <a:cubicBezTo>
                  <a:pt x="14110" y="670"/>
                  <a:pt x="14241" y="672"/>
                  <a:pt x="14368" y="672"/>
                </a:cubicBezTo>
                <a:cubicBezTo>
                  <a:pt x="14489" y="672"/>
                  <a:pt x="14607" y="670"/>
                  <a:pt x="14720" y="666"/>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6" name="Google Shape;386;p28"/>
          <p:cNvSpPr/>
          <p:nvPr/>
        </p:nvSpPr>
        <p:spPr>
          <a:xfrm flipH="1">
            <a:off x="2968815" y="2372383"/>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7" name="Google Shape;387;p28"/>
          <p:cNvSpPr/>
          <p:nvPr/>
        </p:nvSpPr>
        <p:spPr>
          <a:xfrm>
            <a:off x="713797" y="1996725"/>
            <a:ext cx="368195" cy="167977"/>
          </a:xfrm>
          <a:custGeom>
            <a:avLst/>
            <a:gdLst/>
            <a:ahLst/>
            <a:cxnLst/>
            <a:rect l="l" t="t" r="r" b="b"/>
            <a:pathLst>
              <a:path w="8474" h="3866" extrusionOk="0">
                <a:moveTo>
                  <a:pt x="1" y="1"/>
                </a:moveTo>
                <a:lnTo>
                  <a:pt x="1" y="1"/>
                </a:lnTo>
                <a:cubicBezTo>
                  <a:pt x="368" y="868"/>
                  <a:pt x="1568" y="1302"/>
                  <a:pt x="2035" y="1602"/>
                </a:cubicBezTo>
                <a:cubicBezTo>
                  <a:pt x="2336" y="1769"/>
                  <a:pt x="2903" y="2169"/>
                  <a:pt x="2869" y="2636"/>
                </a:cubicBezTo>
                <a:lnTo>
                  <a:pt x="1468" y="3103"/>
                </a:lnTo>
                <a:cubicBezTo>
                  <a:pt x="1669" y="3470"/>
                  <a:pt x="2302" y="3470"/>
                  <a:pt x="2703" y="3470"/>
                </a:cubicBezTo>
                <a:lnTo>
                  <a:pt x="2736" y="3470"/>
                </a:lnTo>
                <a:cubicBezTo>
                  <a:pt x="3036" y="3470"/>
                  <a:pt x="3070" y="3603"/>
                  <a:pt x="3370" y="3737"/>
                </a:cubicBezTo>
                <a:cubicBezTo>
                  <a:pt x="3620" y="3824"/>
                  <a:pt x="3880" y="3866"/>
                  <a:pt x="4137" y="3866"/>
                </a:cubicBezTo>
                <a:cubicBezTo>
                  <a:pt x="4771" y="3866"/>
                  <a:pt x="5397" y="3611"/>
                  <a:pt x="5872" y="3136"/>
                </a:cubicBezTo>
                <a:cubicBezTo>
                  <a:pt x="6072" y="3103"/>
                  <a:pt x="6272" y="3070"/>
                  <a:pt x="6472" y="3070"/>
                </a:cubicBezTo>
                <a:lnTo>
                  <a:pt x="5738" y="2736"/>
                </a:lnTo>
                <a:cubicBezTo>
                  <a:pt x="5947" y="2572"/>
                  <a:pt x="6270" y="2535"/>
                  <a:pt x="6620" y="2535"/>
                </a:cubicBezTo>
                <a:cubicBezTo>
                  <a:pt x="6909" y="2535"/>
                  <a:pt x="7218" y="2560"/>
                  <a:pt x="7495" y="2560"/>
                </a:cubicBezTo>
                <a:cubicBezTo>
                  <a:pt x="7630" y="2560"/>
                  <a:pt x="7758" y="2554"/>
                  <a:pt x="7873" y="2536"/>
                </a:cubicBezTo>
                <a:lnTo>
                  <a:pt x="8240" y="2436"/>
                </a:lnTo>
                <a:lnTo>
                  <a:pt x="8340" y="2303"/>
                </a:lnTo>
                <a:lnTo>
                  <a:pt x="8373" y="2269"/>
                </a:lnTo>
                <a:cubicBezTo>
                  <a:pt x="8473" y="2136"/>
                  <a:pt x="8407" y="2269"/>
                  <a:pt x="8473" y="2069"/>
                </a:cubicBezTo>
                <a:lnTo>
                  <a:pt x="8473" y="2069"/>
                </a:lnTo>
                <a:cubicBezTo>
                  <a:pt x="8106" y="2169"/>
                  <a:pt x="7731" y="2219"/>
                  <a:pt x="7356" y="2219"/>
                </a:cubicBezTo>
                <a:cubicBezTo>
                  <a:pt x="6981" y="2219"/>
                  <a:pt x="6605" y="2169"/>
                  <a:pt x="6238" y="2069"/>
                </a:cubicBezTo>
                <a:cubicBezTo>
                  <a:pt x="6122" y="2057"/>
                  <a:pt x="6021" y="2051"/>
                  <a:pt x="5933" y="2051"/>
                </a:cubicBezTo>
                <a:cubicBezTo>
                  <a:pt x="5149" y="2051"/>
                  <a:pt x="5376" y="2487"/>
                  <a:pt x="4726" y="2487"/>
                </a:cubicBezTo>
                <a:cubicBezTo>
                  <a:pt x="4653" y="2487"/>
                  <a:pt x="4568" y="2482"/>
                  <a:pt x="4471" y="2469"/>
                </a:cubicBezTo>
                <a:lnTo>
                  <a:pt x="4170" y="2069"/>
                </a:lnTo>
                <a:cubicBezTo>
                  <a:pt x="4159" y="2069"/>
                  <a:pt x="4156" y="2073"/>
                  <a:pt x="4152" y="2073"/>
                </a:cubicBezTo>
                <a:cubicBezTo>
                  <a:pt x="4144" y="2073"/>
                  <a:pt x="4137" y="2058"/>
                  <a:pt x="4070" y="1969"/>
                </a:cubicBezTo>
                <a:cubicBezTo>
                  <a:pt x="4020" y="1919"/>
                  <a:pt x="4012" y="1919"/>
                  <a:pt x="4012" y="1919"/>
                </a:cubicBezTo>
                <a:cubicBezTo>
                  <a:pt x="4012" y="1919"/>
                  <a:pt x="4020" y="1919"/>
                  <a:pt x="4004" y="1869"/>
                </a:cubicBezTo>
                <a:cubicBezTo>
                  <a:pt x="3803" y="1769"/>
                  <a:pt x="3670" y="1635"/>
                  <a:pt x="3436" y="1502"/>
                </a:cubicBezTo>
                <a:cubicBezTo>
                  <a:pt x="2603" y="1035"/>
                  <a:pt x="1202"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8" name="Google Shape;388;p28"/>
          <p:cNvSpPr/>
          <p:nvPr/>
        </p:nvSpPr>
        <p:spPr>
          <a:xfrm flipH="1">
            <a:off x="9746882" y="3100083"/>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9" name="Google Shape;389;p28"/>
          <p:cNvSpPr/>
          <p:nvPr/>
        </p:nvSpPr>
        <p:spPr>
          <a:xfrm>
            <a:off x="10941182" y="4772116"/>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8663627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390"/>
        <p:cNvGrpSpPr/>
        <p:nvPr/>
      </p:nvGrpSpPr>
      <p:grpSpPr>
        <a:xfrm>
          <a:off x="0" y="0"/>
          <a:ext cx="0" cy="0"/>
          <a:chOff x="0" y="0"/>
          <a:chExt cx="0" cy="0"/>
        </a:xfrm>
      </p:grpSpPr>
      <p:sp>
        <p:nvSpPr>
          <p:cNvPr id="391" name="Google Shape;391;p29"/>
          <p:cNvSpPr txBox="1">
            <a:spLocks noGrp="1"/>
          </p:cNvSpPr>
          <p:nvPr>
            <p:ph type="subTitle" idx="1"/>
          </p:nvPr>
        </p:nvSpPr>
        <p:spPr>
          <a:xfrm>
            <a:off x="3496200" y="5247467"/>
            <a:ext cx="5199600" cy="89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92" name="Google Shape;392;p29"/>
          <p:cNvSpPr txBox="1">
            <a:spLocks noGrp="1"/>
          </p:cNvSpPr>
          <p:nvPr>
            <p:ph type="title"/>
          </p:nvPr>
        </p:nvSpPr>
        <p:spPr>
          <a:xfrm>
            <a:off x="950967" y="716800"/>
            <a:ext cx="73620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393" name="Google Shape;393;p29"/>
          <p:cNvSpPr/>
          <p:nvPr/>
        </p:nvSpPr>
        <p:spPr>
          <a:xfrm flipH="1">
            <a:off x="-11739266" y="2823768"/>
            <a:ext cx="35670532" cy="4064693"/>
          </a:xfrm>
          <a:custGeom>
            <a:avLst/>
            <a:gdLst/>
            <a:ahLst/>
            <a:cxnLst/>
            <a:rect l="l" t="t" r="r" b="b"/>
            <a:pathLst>
              <a:path w="152436" h="17369" extrusionOk="0">
                <a:moveTo>
                  <a:pt x="50508" y="1"/>
                </a:moveTo>
                <a:cubicBezTo>
                  <a:pt x="47549" y="1"/>
                  <a:pt x="44430" y="1151"/>
                  <a:pt x="41585" y="2247"/>
                </a:cubicBezTo>
                <a:cubicBezTo>
                  <a:pt x="28122" y="7515"/>
                  <a:pt x="14195" y="11490"/>
                  <a:pt x="0" y="14100"/>
                </a:cubicBezTo>
                <a:lnTo>
                  <a:pt x="0" y="17368"/>
                </a:lnTo>
                <a:lnTo>
                  <a:pt x="152436" y="17368"/>
                </a:lnTo>
                <a:lnTo>
                  <a:pt x="152436" y="9027"/>
                </a:lnTo>
                <a:cubicBezTo>
                  <a:pt x="151776" y="9188"/>
                  <a:pt x="151222" y="9272"/>
                  <a:pt x="150669" y="9272"/>
                </a:cubicBezTo>
                <a:cubicBezTo>
                  <a:pt x="149629" y="9272"/>
                  <a:pt x="148596" y="8973"/>
                  <a:pt x="146875" y="8320"/>
                </a:cubicBezTo>
                <a:cubicBezTo>
                  <a:pt x="144880" y="7555"/>
                  <a:pt x="142781" y="7169"/>
                  <a:pt x="140682" y="7169"/>
                </a:cubicBezTo>
                <a:cubicBezTo>
                  <a:pt x="138829" y="7169"/>
                  <a:pt x="136976" y="7470"/>
                  <a:pt x="135192" y="8076"/>
                </a:cubicBezTo>
                <a:cubicBezTo>
                  <a:pt x="134111" y="8429"/>
                  <a:pt x="133029" y="8922"/>
                  <a:pt x="131911" y="8922"/>
                </a:cubicBezTo>
                <a:cubicBezTo>
                  <a:pt x="131794" y="8922"/>
                  <a:pt x="131676" y="8916"/>
                  <a:pt x="131558" y="8905"/>
                </a:cubicBezTo>
                <a:cubicBezTo>
                  <a:pt x="129729" y="8759"/>
                  <a:pt x="128339" y="7246"/>
                  <a:pt x="126851" y="6124"/>
                </a:cubicBezTo>
                <a:cubicBezTo>
                  <a:pt x="124679" y="4538"/>
                  <a:pt x="122078" y="3720"/>
                  <a:pt x="119455" y="3720"/>
                </a:cubicBezTo>
                <a:cubicBezTo>
                  <a:pt x="117926" y="3720"/>
                  <a:pt x="116389" y="3998"/>
                  <a:pt x="114925" y="4564"/>
                </a:cubicBezTo>
                <a:cubicBezTo>
                  <a:pt x="112013" y="5723"/>
                  <a:pt x="109377" y="8009"/>
                  <a:pt x="106281" y="8009"/>
                </a:cubicBezTo>
                <a:cubicBezTo>
                  <a:pt x="106187" y="8009"/>
                  <a:pt x="106093" y="8007"/>
                  <a:pt x="105998" y="8002"/>
                </a:cubicBezTo>
                <a:cubicBezTo>
                  <a:pt x="104364" y="7929"/>
                  <a:pt x="102852" y="7198"/>
                  <a:pt x="101266" y="6807"/>
                </a:cubicBezTo>
                <a:cubicBezTo>
                  <a:pt x="100266" y="6570"/>
                  <a:pt x="99258" y="6476"/>
                  <a:pt x="98245" y="6476"/>
                </a:cubicBezTo>
                <a:cubicBezTo>
                  <a:pt x="94450" y="6476"/>
                  <a:pt x="90583" y="7793"/>
                  <a:pt x="86738" y="7793"/>
                </a:cubicBezTo>
                <a:cubicBezTo>
                  <a:pt x="86133" y="7793"/>
                  <a:pt x="85529" y="7761"/>
                  <a:pt x="84925" y="7685"/>
                </a:cubicBezTo>
                <a:cubicBezTo>
                  <a:pt x="80087" y="7078"/>
                  <a:pt x="75719" y="3715"/>
                  <a:pt x="70877" y="3715"/>
                </a:cubicBezTo>
                <a:cubicBezTo>
                  <a:pt x="70666" y="3715"/>
                  <a:pt x="70455" y="3721"/>
                  <a:pt x="70243" y="3734"/>
                </a:cubicBezTo>
                <a:cubicBezTo>
                  <a:pt x="67616" y="3887"/>
                  <a:pt x="65005" y="5063"/>
                  <a:pt x="62478" y="5063"/>
                </a:cubicBezTo>
                <a:cubicBezTo>
                  <a:pt x="61766" y="5063"/>
                  <a:pt x="61061" y="4970"/>
                  <a:pt x="60365" y="4734"/>
                </a:cubicBezTo>
                <a:cubicBezTo>
                  <a:pt x="58194" y="4003"/>
                  <a:pt x="56706" y="2051"/>
                  <a:pt x="54706" y="978"/>
                </a:cubicBezTo>
                <a:cubicBezTo>
                  <a:pt x="53380" y="279"/>
                  <a:pt x="51963" y="1"/>
                  <a:pt x="50508" y="1"/>
                </a:cubicBezTo>
                <a:close/>
              </a:path>
            </a:pathLst>
          </a:custGeom>
          <a:gradFill>
            <a:gsLst>
              <a:gs pos="0">
                <a:srgbClr val="D0F3FF">
                  <a:alpha val="71764"/>
                </a:srgbClr>
              </a:gs>
              <a:gs pos="100000">
                <a:srgbClr val="FFFFFF">
                  <a:alpha val="0"/>
                </a:srgbClr>
              </a:gs>
            </a:gsLst>
            <a:lin ang="540070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4" name="Google Shape;394;p29"/>
          <p:cNvSpPr/>
          <p:nvPr/>
        </p:nvSpPr>
        <p:spPr>
          <a:xfrm flipH="1">
            <a:off x="10454815" y="1120383"/>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5" name="Google Shape;395;p29"/>
          <p:cNvSpPr/>
          <p:nvPr/>
        </p:nvSpPr>
        <p:spPr>
          <a:xfrm>
            <a:off x="314148" y="1595750"/>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6" name="Google Shape;396;p29"/>
          <p:cNvSpPr/>
          <p:nvPr/>
        </p:nvSpPr>
        <p:spPr>
          <a:xfrm flipH="1">
            <a:off x="683752" y="5623525"/>
            <a:ext cx="215283" cy="139083"/>
          </a:xfrm>
          <a:custGeom>
            <a:avLst/>
            <a:gdLst/>
            <a:ahLst/>
            <a:cxnLst/>
            <a:rect l="l" t="t" r="r" b="b"/>
            <a:pathLst>
              <a:path w="4170" h="2694" extrusionOk="0">
                <a:moveTo>
                  <a:pt x="1642" y="1"/>
                </a:moveTo>
                <a:cubicBezTo>
                  <a:pt x="1578" y="1"/>
                  <a:pt x="1509" y="17"/>
                  <a:pt x="1434" y="47"/>
                </a:cubicBezTo>
                <a:cubicBezTo>
                  <a:pt x="1368" y="81"/>
                  <a:pt x="1301" y="148"/>
                  <a:pt x="1268" y="214"/>
                </a:cubicBezTo>
                <a:cubicBezTo>
                  <a:pt x="1234" y="248"/>
                  <a:pt x="1201" y="281"/>
                  <a:pt x="1168" y="348"/>
                </a:cubicBezTo>
                <a:cubicBezTo>
                  <a:pt x="1101" y="348"/>
                  <a:pt x="1034" y="381"/>
                  <a:pt x="934" y="414"/>
                </a:cubicBezTo>
                <a:cubicBezTo>
                  <a:pt x="734" y="481"/>
                  <a:pt x="567" y="581"/>
                  <a:pt x="400" y="715"/>
                </a:cubicBezTo>
                <a:cubicBezTo>
                  <a:pt x="234" y="815"/>
                  <a:pt x="133" y="948"/>
                  <a:pt x="33" y="1115"/>
                </a:cubicBezTo>
                <a:cubicBezTo>
                  <a:pt x="0" y="1182"/>
                  <a:pt x="0" y="1248"/>
                  <a:pt x="0" y="1315"/>
                </a:cubicBezTo>
                <a:cubicBezTo>
                  <a:pt x="33" y="1415"/>
                  <a:pt x="67" y="1482"/>
                  <a:pt x="100" y="1549"/>
                </a:cubicBezTo>
                <a:cubicBezTo>
                  <a:pt x="200" y="1715"/>
                  <a:pt x="334" y="1849"/>
                  <a:pt x="500" y="1915"/>
                </a:cubicBezTo>
                <a:cubicBezTo>
                  <a:pt x="634" y="1982"/>
                  <a:pt x="801" y="2049"/>
                  <a:pt x="967" y="2049"/>
                </a:cubicBezTo>
                <a:cubicBezTo>
                  <a:pt x="1168" y="2082"/>
                  <a:pt x="1368" y="2082"/>
                  <a:pt x="1568" y="2082"/>
                </a:cubicBezTo>
                <a:cubicBezTo>
                  <a:pt x="1601" y="2149"/>
                  <a:pt x="1601" y="2182"/>
                  <a:pt x="1635" y="2216"/>
                </a:cubicBezTo>
                <a:cubicBezTo>
                  <a:pt x="1668" y="2316"/>
                  <a:pt x="1735" y="2416"/>
                  <a:pt x="1801" y="2483"/>
                </a:cubicBezTo>
                <a:cubicBezTo>
                  <a:pt x="1852" y="2559"/>
                  <a:pt x="1981" y="2694"/>
                  <a:pt x="2099" y="2694"/>
                </a:cubicBezTo>
                <a:cubicBezTo>
                  <a:pt x="2135" y="2694"/>
                  <a:pt x="2170" y="2681"/>
                  <a:pt x="2202" y="2649"/>
                </a:cubicBezTo>
                <a:cubicBezTo>
                  <a:pt x="2202" y="2549"/>
                  <a:pt x="2235" y="2449"/>
                  <a:pt x="2235" y="2382"/>
                </a:cubicBezTo>
                <a:cubicBezTo>
                  <a:pt x="2235" y="2316"/>
                  <a:pt x="2268" y="2249"/>
                  <a:pt x="2335" y="2216"/>
                </a:cubicBezTo>
                <a:cubicBezTo>
                  <a:pt x="2335" y="2216"/>
                  <a:pt x="2402" y="2182"/>
                  <a:pt x="2402" y="2149"/>
                </a:cubicBezTo>
                <a:cubicBezTo>
                  <a:pt x="2402" y="2116"/>
                  <a:pt x="2368" y="2049"/>
                  <a:pt x="2335" y="2049"/>
                </a:cubicBezTo>
                <a:cubicBezTo>
                  <a:pt x="2268" y="2016"/>
                  <a:pt x="2202" y="1982"/>
                  <a:pt x="2168" y="1982"/>
                </a:cubicBezTo>
                <a:cubicBezTo>
                  <a:pt x="2235" y="1949"/>
                  <a:pt x="2302" y="1949"/>
                  <a:pt x="2368" y="1915"/>
                </a:cubicBezTo>
                <a:cubicBezTo>
                  <a:pt x="2468" y="1882"/>
                  <a:pt x="2535" y="1849"/>
                  <a:pt x="2635" y="1815"/>
                </a:cubicBezTo>
                <a:cubicBezTo>
                  <a:pt x="2802" y="1682"/>
                  <a:pt x="3002" y="1582"/>
                  <a:pt x="3202" y="1515"/>
                </a:cubicBezTo>
                <a:cubicBezTo>
                  <a:pt x="3252" y="1507"/>
                  <a:pt x="3302" y="1503"/>
                  <a:pt x="3352" y="1503"/>
                </a:cubicBezTo>
                <a:cubicBezTo>
                  <a:pt x="3500" y="1503"/>
                  <a:pt x="3644" y="1540"/>
                  <a:pt x="3769" y="1615"/>
                </a:cubicBezTo>
                <a:cubicBezTo>
                  <a:pt x="3836" y="1682"/>
                  <a:pt x="3903" y="1749"/>
                  <a:pt x="3970" y="1815"/>
                </a:cubicBezTo>
                <a:cubicBezTo>
                  <a:pt x="3997" y="1842"/>
                  <a:pt x="4024" y="1891"/>
                  <a:pt x="4068" y="1891"/>
                </a:cubicBezTo>
                <a:cubicBezTo>
                  <a:pt x="4079" y="1891"/>
                  <a:pt x="4090" y="1888"/>
                  <a:pt x="4103" y="1882"/>
                </a:cubicBezTo>
                <a:cubicBezTo>
                  <a:pt x="4136" y="1882"/>
                  <a:pt x="4136" y="1782"/>
                  <a:pt x="4136" y="1749"/>
                </a:cubicBezTo>
                <a:cubicBezTo>
                  <a:pt x="4136" y="1649"/>
                  <a:pt x="4136" y="1549"/>
                  <a:pt x="4103" y="1448"/>
                </a:cubicBezTo>
                <a:cubicBezTo>
                  <a:pt x="4070" y="1382"/>
                  <a:pt x="4036" y="1315"/>
                  <a:pt x="3970" y="1248"/>
                </a:cubicBezTo>
                <a:cubicBezTo>
                  <a:pt x="3936" y="1215"/>
                  <a:pt x="3936" y="1115"/>
                  <a:pt x="3970" y="1082"/>
                </a:cubicBezTo>
                <a:cubicBezTo>
                  <a:pt x="4003" y="1048"/>
                  <a:pt x="4036" y="1015"/>
                  <a:pt x="4070" y="981"/>
                </a:cubicBezTo>
                <a:cubicBezTo>
                  <a:pt x="4136" y="781"/>
                  <a:pt x="4170" y="615"/>
                  <a:pt x="4136" y="414"/>
                </a:cubicBezTo>
                <a:cubicBezTo>
                  <a:pt x="4070" y="414"/>
                  <a:pt x="3970" y="448"/>
                  <a:pt x="3903" y="548"/>
                </a:cubicBezTo>
                <a:lnTo>
                  <a:pt x="3869" y="581"/>
                </a:lnTo>
                <a:cubicBezTo>
                  <a:pt x="3803" y="615"/>
                  <a:pt x="3736" y="681"/>
                  <a:pt x="3669" y="748"/>
                </a:cubicBezTo>
                <a:cubicBezTo>
                  <a:pt x="3544" y="823"/>
                  <a:pt x="3400" y="861"/>
                  <a:pt x="3252" y="861"/>
                </a:cubicBezTo>
                <a:cubicBezTo>
                  <a:pt x="3202" y="861"/>
                  <a:pt x="3152" y="856"/>
                  <a:pt x="3102" y="848"/>
                </a:cubicBezTo>
                <a:cubicBezTo>
                  <a:pt x="3002" y="815"/>
                  <a:pt x="2902" y="781"/>
                  <a:pt x="2835" y="748"/>
                </a:cubicBezTo>
                <a:cubicBezTo>
                  <a:pt x="2869" y="715"/>
                  <a:pt x="2869" y="648"/>
                  <a:pt x="2869" y="615"/>
                </a:cubicBezTo>
                <a:cubicBezTo>
                  <a:pt x="2835" y="581"/>
                  <a:pt x="2769" y="548"/>
                  <a:pt x="2702" y="514"/>
                </a:cubicBezTo>
                <a:cubicBezTo>
                  <a:pt x="2635" y="481"/>
                  <a:pt x="2535" y="381"/>
                  <a:pt x="2435" y="348"/>
                </a:cubicBezTo>
                <a:cubicBezTo>
                  <a:pt x="2235" y="248"/>
                  <a:pt x="2035" y="181"/>
                  <a:pt x="1868" y="81"/>
                </a:cubicBezTo>
                <a:cubicBezTo>
                  <a:pt x="1795" y="26"/>
                  <a:pt x="1721" y="1"/>
                  <a:pt x="1642"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7" name="Google Shape;397;p29"/>
          <p:cNvSpPr/>
          <p:nvPr/>
        </p:nvSpPr>
        <p:spPr>
          <a:xfrm>
            <a:off x="11344831" y="5108383"/>
            <a:ext cx="217039" cy="139083"/>
          </a:xfrm>
          <a:custGeom>
            <a:avLst/>
            <a:gdLst/>
            <a:ahLst/>
            <a:cxnLst/>
            <a:rect l="l" t="t" r="r" b="b"/>
            <a:pathLst>
              <a:path w="4204" h="2694" extrusionOk="0">
                <a:moveTo>
                  <a:pt x="1642" y="1"/>
                </a:moveTo>
                <a:cubicBezTo>
                  <a:pt x="1578" y="1"/>
                  <a:pt x="1509" y="17"/>
                  <a:pt x="1434" y="47"/>
                </a:cubicBezTo>
                <a:cubicBezTo>
                  <a:pt x="1368" y="81"/>
                  <a:pt x="1301" y="147"/>
                  <a:pt x="1268" y="214"/>
                </a:cubicBezTo>
                <a:cubicBezTo>
                  <a:pt x="1234" y="247"/>
                  <a:pt x="1201" y="281"/>
                  <a:pt x="1168" y="347"/>
                </a:cubicBezTo>
                <a:cubicBezTo>
                  <a:pt x="1101" y="347"/>
                  <a:pt x="1001" y="381"/>
                  <a:pt x="934" y="414"/>
                </a:cubicBezTo>
                <a:cubicBezTo>
                  <a:pt x="734" y="481"/>
                  <a:pt x="567" y="581"/>
                  <a:pt x="400" y="714"/>
                </a:cubicBezTo>
                <a:cubicBezTo>
                  <a:pt x="234" y="814"/>
                  <a:pt x="133" y="981"/>
                  <a:pt x="33" y="1148"/>
                </a:cubicBezTo>
                <a:cubicBezTo>
                  <a:pt x="0" y="1181"/>
                  <a:pt x="0" y="1248"/>
                  <a:pt x="0" y="1315"/>
                </a:cubicBezTo>
                <a:cubicBezTo>
                  <a:pt x="33" y="1415"/>
                  <a:pt x="67" y="1482"/>
                  <a:pt x="100" y="1548"/>
                </a:cubicBezTo>
                <a:cubicBezTo>
                  <a:pt x="200" y="1715"/>
                  <a:pt x="334" y="1849"/>
                  <a:pt x="500" y="1915"/>
                </a:cubicBezTo>
                <a:cubicBezTo>
                  <a:pt x="634" y="1982"/>
                  <a:pt x="801" y="2049"/>
                  <a:pt x="967" y="2049"/>
                </a:cubicBezTo>
                <a:cubicBezTo>
                  <a:pt x="1168" y="2082"/>
                  <a:pt x="1368" y="2082"/>
                  <a:pt x="1568" y="2082"/>
                </a:cubicBezTo>
                <a:cubicBezTo>
                  <a:pt x="1601" y="2149"/>
                  <a:pt x="1601" y="2182"/>
                  <a:pt x="1635" y="2215"/>
                </a:cubicBezTo>
                <a:cubicBezTo>
                  <a:pt x="1668" y="2316"/>
                  <a:pt x="1735" y="2416"/>
                  <a:pt x="1801" y="2482"/>
                </a:cubicBezTo>
                <a:cubicBezTo>
                  <a:pt x="1852" y="2559"/>
                  <a:pt x="1981" y="2694"/>
                  <a:pt x="2099" y="2694"/>
                </a:cubicBezTo>
                <a:cubicBezTo>
                  <a:pt x="2135" y="2694"/>
                  <a:pt x="2170" y="2681"/>
                  <a:pt x="2202" y="2649"/>
                </a:cubicBezTo>
                <a:cubicBezTo>
                  <a:pt x="2235" y="2582"/>
                  <a:pt x="2268" y="2482"/>
                  <a:pt x="2268" y="2416"/>
                </a:cubicBezTo>
                <a:cubicBezTo>
                  <a:pt x="2302" y="2349"/>
                  <a:pt x="2335" y="2282"/>
                  <a:pt x="2402" y="2249"/>
                </a:cubicBezTo>
                <a:cubicBezTo>
                  <a:pt x="2402" y="2249"/>
                  <a:pt x="2468" y="2215"/>
                  <a:pt x="2468" y="2182"/>
                </a:cubicBezTo>
                <a:cubicBezTo>
                  <a:pt x="2468" y="2149"/>
                  <a:pt x="2435" y="2115"/>
                  <a:pt x="2402" y="2082"/>
                </a:cubicBezTo>
                <a:cubicBezTo>
                  <a:pt x="2335" y="2082"/>
                  <a:pt x="2268" y="2049"/>
                  <a:pt x="2235" y="2015"/>
                </a:cubicBezTo>
                <a:cubicBezTo>
                  <a:pt x="2302" y="2015"/>
                  <a:pt x="2368" y="1982"/>
                  <a:pt x="2435" y="1982"/>
                </a:cubicBezTo>
                <a:cubicBezTo>
                  <a:pt x="2535" y="1949"/>
                  <a:pt x="2602" y="1915"/>
                  <a:pt x="2669" y="1849"/>
                </a:cubicBezTo>
                <a:cubicBezTo>
                  <a:pt x="2869" y="1715"/>
                  <a:pt x="3069" y="1648"/>
                  <a:pt x="3269" y="1582"/>
                </a:cubicBezTo>
                <a:cubicBezTo>
                  <a:pt x="3319" y="1573"/>
                  <a:pt x="3369" y="1569"/>
                  <a:pt x="3419" y="1569"/>
                </a:cubicBezTo>
                <a:cubicBezTo>
                  <a:pt x="3567" y="1569"/>
                  <a:pt x="3711" y="1607"/>
                  <a:pt x="3836" y="1682"/>
                </a:cubicBezTo>
                <a:cubicBezTo>
                  <a:pt x="3903" y="1715"/>
                  <a:pt x="3970" y="1782"/>
                  <a:pt x="4036" y="1882"/>
                </a:cubicBezTo>
                <a:cubicBezTo>
                  <a:pt x="4063" y="1909"/>
                  <a:pt x="4090" y="1958"/>
                  <a:pt x="4135" y="1958"/>
                </a:cubicBezTo>
                <a:cubicBezTo>
                  <a:pt x="4145" y="1958"/>
                  <a:pt x="4157" y="1955"/>
                  <a:pt x="4170" y="1949"/>
                </a:cubicBezTo>
                <a:cubicBezTo>
                  <a:pt x="4203" y="1915"/>
                  <a:pt x="4203" y="1815"/>
                  <a:pt x="4203" y="1782"/>
                </a:cubicBezTo>
                <a:cubicBezTo>
                  <a:pt x="4203" y="1682"/>
                  <a:pt x="4170" y="1548"/>
                  <a:pt x="4103" y="1482"/>
                </a:cubicBezTo>
                <a:cubicBezTo>
                  <a:pt x="4070" y="1382"/>
                  <a:pt x="4036" y="1315"/>
                  <a:pt x="3970" y="1248"/>
                </a:cubicBezTo>
                <a:cubicBezTo>
                  <a:pt x="3936" y="1215"/>
                  <a:pt x="3936" y="1115"/>
                  <a:pt x="3970" y="1081"/>
                </a:cubicBezTo>
                <a:cubicBezTo>
                  <a:pt x="4003" y="1048"/>
                  <a:pt x="4036" y="1015"/>
                  <a:pt x="4070" y="981"/>
                </a:cubicBezTo>
                <a:cubicBezTo>
                  <a:pt x="4136" y="781"/>
                  <a:pt x="4170" y="614"/>
                  <a:pt x="4136" y="414"/>
                </a:cubicBezTo>
                <a:cubicBezTo>
                  <a:pt x="4070" y="414"/>
                  <a:pt x="3970" y="448"/>
                  <a:pt x="3903" y="548"/>
                </a:cubicBezTo>
                <a:lnTo>
                  <a:pt x="3869" y="581"/>
                </a:lnTo>
                <a:cubicBezTo>
                  <a:pt x="3803" y="648"/>
                  <a:pt x="3736" y="681"/>
                  <a:pt x="3669" y="748"/>
                </a:cubicBezTo>
                <a:cubicBezTo>
                  <a:pt x="3544" y="823"/>
                  <a:pt x="3400" y="860"/>
                  <a:pt x="3252" y="860"/>
                </a:cubicBezTo>
                <a:cubicBezTo>
                  <a:pt x="3202" y="860"/>
                  <a:pt x="3152" y="856"/>
                  <a:pt x="3102" y="848"/>
                </a:cubicBezTo>
                <a:cubicBezTo>
                  <a:pt x="3002" y="814"/>
                  <a:pt x="2902" y="781"/>
                  <a:pt x="2835" y="748"/>
                </a:cubicBezTo>
                <a:cubicBezTo>
                  <a:pt x="2869" y="714"/>
                  <a:pt x="2869" y="681"/>
                  <a:pt x="2869" y="614"/>
                </a:cubicBezTo>
                <a:cubicBezTo>
                  <a:pt x="2835" y="581"/>
                  <a:pt x="2769" y="548"/>
                  <a:pt x="2702" y="514"/>
                </a:cubicBezTo>
                <a:cubicBezTo>
                  <a:pt x="2635" y="481"/>
                  <a:pt x="2535" y="381"/>
                  <a:pt x="2435" y="347"/>
                </a:cubicBezTo>
                <a:cubicBezTo>
                  <a:pt x="2235" y="247"/>
                  <a:pt x="2035" y="181"/>
                  <a:pt x="1868" y="81"/>
                </a:cubicBezTo>
                <a:cubicBezTo>
                  <a:pt x="1795" y="26"/>
                  <a:pt x="1721" y="1"/>
                  <a:pt x="1642"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8" name="Google Shape;398;p29"/>
          <p:cNvSpPr/>
          <p:nvPr/>
        </p:nvSpPr>
        <p:spPr>
          <a:xfrm>
            <a:off x="1867198" y="4969283"/>
            <a:ext cx="217039" cy="139083"/>
          </a:xfrm>
          <a:custGeom>
            <a:avLst/>
            <a:gdLst/>
            <a:ahLst/>
            <a:cxnLst/>
            <a:rect l="l" t="t" r="r" b="b"/>
            <a:pathLst>
              <a:path w="4204" h="2694" extrusionOk="0">
                <a:moveTo>
                  <a:pt x="1642" y="1"/>
                </a:moveTo>
                <a:cubicBezTo>
                  <a:pt x="1578" y="1"/>
                  <a:pt x="1509" y="17"/>
                  <a:pt x="1434" y="47"/>
                </a:cubicBezTo>
                <a:cubicBezTo>
                  <a:pt x="1368" y="81"/>
                  <a:pt x="1301" y="147"/>
                  <a:pt x="1268" y="214"/>
                </a:cubicBezTo>
                <a:cubicBezTo>
                  <a:pt x="1234" y="247"/>
                  <a:pt x="1201" y="281"/>
                  <a:pt x="1168" y="347"/>
                </a:cubicBezTo>
                <a:cubicBezTo>
                  <a:pt x="1101" y="347"/>
                  <a:pt x="1001" y="381"/>
                  <a:pt x="934" y="414"/>
                </a:cubicBezTo>
                <a:cubicBezTo>
                  <a:pt x="734" y="481"/>
                  <a:pt x="567" y="581"/>
                  <a:pt x="400" y="714"/>
                </a:cubicBezTo>
                <a:cubicBezTo>
                  <a:pt x="234" y="814"/>
                  <a:pt x="133" y="981"/>
                  <a:pt x="33" y="1148"/>
                </a:cubicBezTo>
                <a:cubicBezTo>
                  <a:pt x="0" y="1181"/>
                  <a:pt x="0" y="1248"/>
                  <a:pt x="0" y="1315"/>
                </a:cubicBezTo>
                <a:cubicBezTo>
                  <a:pt x="33" y="1415"/>
                  <a:pt x="67" y="1482"/>
                  <a:pt x="100" y="1548"/>
                </a:cubicBezTo>
                <a:cubicBezTo>
                  <a:pt x="200" y="1715"/>
                  <a:pt x="334" y="1849"/>
                  <a:pt x="500" y="1915"/>
                </a:cubicBezTo>
                <a:cubicBezTo>
                  <a:pt x="634" y="1982"/>
                  <a:pt x="801" y="2049"/>
                  <a:pt x="967" y="2049"/>
                </a:cubicBezTo>
                <a:cubicBezTo>
                  <a:pt x="1168" y="2082"/>
                  <a:pt x="1368" y="2082"/>
                  <a:pt x="1568" y="2082"/>
                </a:cubicBezTo>
                <a:cubicBezTo>
                  <a:pt x="1601" y="2149"/>
                  <a:pt x="1601" y="2182"/>
                  <a:pt x="1635" y="2215"/>
                </a:cubicBezTo>
                <a:cubicBezTo>
                  <a:pt x="1668" y="2316"/>
                  <a:pt x="1735" y="2416"/>
                  <a:pt x="1801" y="2482"/>
                </a:cubicBezTo>
                <a:cubicBezTo>
                  <a:pt x="1852" y="2559"/>
                  <a:pt x="1981" y="2694"/>
                  <a:pt x="2099" y="2694"/>
                </a:cubicBezTo>
                <a:cubicBezTo>
                  <a:pt x="2135" y="2694"/>
                  <a:pt x="2170" y="2681"/>
                  <a:pt x="2202" y="2649"/>
                </a:cubicBezTo>
                <a:cubicBezTo>
                  <a:pt x="2235" y="2582"/>
                  <a:pt x="2268" y="2482"/>
                  <a:pt x="2268" y="2416"/>
                </a:cubicBezTo>
                <a:cubicBezTo>
                  <a:pt x="2302" y="2349"/>
                  <a:pt x="2335" y="2282"/>
                  <a:pt x="2402" y="2249"/>
                </a:cubicBezTo>
                <a:cubicBezTo>
                  <a:pt x="2402" y="2249"/>
                  <a:pt x="2468" y="2215"/>
                  <a:pt x="2468" y="2182"/>
                </a:cubicBezTo>
                <a:cubicBezTo>
                  <a:pt x="2468" y="2149"/>
                  <a:pt x="2435" y="2115"/>
                  <a:pt x="2402" y="2082"/>
                </a:cubicBezTo>
                <a:cubicBezTo>
                  <a:pt x="2335" y="2082"/>
                  <a:pt x="2268" y="2049"/>
                  <a:pt x="2235" y="2015"/>
                </a:cubicBezTo>
                <a:cubicBezTo>
                  <a:pt x="2302" y="2015"/>
                  <a:pt x="2368" y="1982"/>
                  <a:pt x="2435" y="1982"/>
                </a:cubicBezTo>
                <a:cubicBezTo>
                  <a:pt x="2535" y="1949"/>
                  <a:pt x="2602" y="1915"/>
                  <a:pt x="2669" y="1849"/>
                </a:cubicBezTo>
                <a:cubicBezTo>
                  <a:pt x="2869" y="1715"/>
                  <a:pt x="3069" y="1648"/>
                  <a:pt x="3269" y="1582"/>
                </a:cubicBezTo>
                <a:cubicBezTo>
                  <a:pt x="3319" y="1573"/>
                  <a:pt x="3369" y="1569"/>
                  <a:pt x="3419" y="1569"/>
                </a:cubicBezTo>
                <a:cubicBezTo>
                  <a:pt x="3567" y="1569"/>
                  <a:pt x="3711" y="1607"/>
                  <a:pt x="3836" y="1682"/>
                </a:cubicBezTo>
                <a:cubicBezTo>
                  <a:pt x="3903" y="1715"/>
                  <a:pt x="3970" y="1782"/>
                  <a:pt x="4036" y="1882"/>
                </a:cubicBezTo>
                <a:cubicBezTo>
                  <a:pt x="4063" y="1909"/>
                  <a:pt x="4090" y="1958"/>
                  <a:pt x="4135" y="1958"/>
                </a:cubicBezTo>
                <a:cubicBezTo>
                  <a:pt x="4145" y="1958"/>
                  <a:pt x="4157" y="1955"/>
                  <a:pt x="4170" y="1949"/>
                </a:cubicBezTo>
                <a:cubicBezTo>
                  <a:pt x="4203" y="1915"/>
                  <a:pt x="4203" y="1815"/>
                  <a:pt x="4203" y="1782"/>
                </a:cubicBezTo>
                <a:cubicBezTo>
                  <a:pt x="4203" y="1682"/>
                  <a:pt x="4170" y="1548"/>
                  <a:pt x="4103" y="1482"/>
                </a:cubicBezTo>
                <a:cubicBezTo>
                  <a:pt x="4070" y="1382"/>
                  <a:pt x="4036" y="1315"/>
                  <a:pt x="3970" y="1248"/>
                </a:cubicBezTo>
                <a:cubicBezTo>
                  <a:pt x="3936" y="1215"/>
                  <a:pt x="3936" y="1115"/>
                  <a:pt x="3970" y="1081"/>
                </a:cubicBezTo>
                <a:cubicBezTo>
                  <a:pt x="4003" y="1048"/>
                  <a:pt x="4036" y="1015"/>
                  <a:pt x="4070" y="981"/>
                </a:cubicBezTo>
                <a:cubicBezTo>
                  <a:pt x="4136" y="781"/>
                  <a:pt x="4170" y="614"/>
                  <a:pt x="4136" y="414"/>
                </a:cubicBezTo>
                <a:cubicBezTo>
                  <a:pt x="4070" y="414"/>
                  <a:pt x="3970" y="448"/>
                  <a:pt x="3903" y="548"/>
                </a:cubicBezTo>
                <a:lnTo>
                  <a:pt x="3869" y="581"/>
                </a:lnTo>
                <a:cubicBezTo>
                  <a:pt x="3803" y="648"/>
                  <a:pt x="3736" y="681"/>
                  <a:pt x="3669" y="748"/>
                </a:cubicBezTo>
                <a:cubicBezTo>
                  <a:pt x="3544" y="823"/>
                  <a:pt x="3400" y="860"/>
                  <a:pt x="3252" y="860"/>
                </a:cubicBezTo>
                <a:cubicBezTo>
                  <a:pt x="3202" y="860"/>
                  <a:pt x="3152" y="856"/>
                  <a:pt x="3102" y="848"/>
                </a:cubicBezTo>
                <a:cubicBezTo>
                  <a:pt x="3002" y="814"/>
                  <a:pt x="2902" y="781"/>
                  <a:pt x="2835" y="748"/>
                </a:cubicBezTo>
                <a:cubicBezTo>
                  <a:pt x="2869" y="714"/>
                  <a:pt x="2869" y="681"/>
                  <a:pt x="2869" y="614"/>
                </a:cubicBezTo>
                <a:cubicBezTo>
                  <a:pt x="2835" y="581"/>
                  <a:pt x="2769" y="548"/>
                  <a:pt x="2702" y="514"/>
                </a:cubicBezTo>
                <a:cubicBezTo>
                  <a:pt x="2635" y="481"/>
                  <a:pt x="2535" y="381"/>
                  <a:pt x="2435" y="347"/>
                </a:cubicBezTo>
                <a:cubicBezTo>
                  <a:pt x="2235" y="247"/>
                  <a:pt x="2035" y="181"/>
                  <a:pt x="1868" y="81"/>
                </a:cubicBezTo>
                <a:cubicBezTo>
                  <a:pt x="1795" y="26"/>
                  <a:pt x="1721" y="1"/>
                  <a:pt x="1642"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9" name="Google Shape;399;p29"/>
          <p:cNvSpPr/>
          <p:nvPr/>
        </p:nvSpPr>
        <p:spPr>
          <a:xfrm flipH="1">
            <a:off x="10078819" y="6138659"/>
            <a:ext cx="215283" cy="139083"/>
          </a:xfrm>
          <a:custGeom>
            <a:avLst/>
            <a:gdLst/>
            <a:ahLst/>
            <a:cxnLst/>
            <a:rect l="l" t="t" r="r" b="b"/>
            <a:pathLst>
              <a:path w="4170" h="2694" extrusionOk="0">
                <a:moveTo>
                  <a:pt x="1642" y="1"/>
                </a:moveTo>
                <a:cubicBezTo>
                  <a:pt x="1578" y="1"/>
                  <a:pt x="1509" y="17"/>
                  <a:pt x="1434" y="47"/>
                </a:cubicBezTo>
                <a:cubicBezTo>
                  <a:pt x="1368" y="81"/>
                  <a:pt x="1301" y="148"/>
                  <a:pt x="1268" y="214"/>
                </a:cubicBezTo>
                <a:cubicBezTo>
                  <a:pt x="1234" y="248"/>
                  <a:pt x="1201" y="281"/>
                  <a:pt x="1168" y="348"/>
                </a:cubicBezTo>
                <a:cubicBezTo>
                  <a:pt x="1101" y="348"/>
                  <a:pt x="1034" y="381"/>
                  <a:pt x="934" y="414"/>
                </a:cubicBezTo>
                <a:cubicBezTo>
                  <a:pt x="734" y="481"/>
                  <a:pt x="567" y="581"/>
                  <a:pt x="400" y="715"/>
                </a:cubicBezTo>
                <a:cubicBezTo>
                  <a:pt x="234" y="815"/>
                  <a:pt x="133" y="948"/>
                  <a:pt x="33" y="1115"/>
                </a:cubicBezTo>
                <a:cubicBezTo>
                  <a:pt x="0" y="1182"/>
                  <a:pt x="0" y="1248"/>
                  <a:pt x="0" y="1315"/>
                </a:cubicBezTo>
                <a:cubicBezTo>
                  <a:pt x="33" y="1415"/>
                  <a:pt x="67" y="1482"/>
                  <a:pt x="100" y="1549"/>
                </a:cubicBezTo>
                <a:cubicBezTo>
                  <a:pt x="200" y="1715"/>
                  <a:pt x="334" y="1849"/>
                  <a:pt x="500" y="1915"/>
                </a:cubicBezTo>
                <a:cubicBezTo>
                  <a:pt x="634" y="1982"/>
                  <a:pt x="801" y="2049"/>
                  <a:pt x="967" y="2049"/>
                </a:cubicBezTo>
                <a:cubicBezTo>
                  <a:pt x="1168" y="2082"/>
                  <a:pt x="1368" y="2082"/>
                  <a:pt x="1568" y="2082"/>
                </a:cubicBezTo>
                <a:cubicBezTo>
                  <a:pt x="1601" y="2149"/>
                  <a:pt x="1601" y="2182"/>
                  <a:pt x="1635" y="2216"/>
                </a:cubicBezTo>
                <a:cubicBezTo>
                  <a:pt x="1668" y="2316"/>
                  <a:pt x="1735" y="2416"/>
                  <a:pt x="1801" y="2483"/>
                </a:cubicBezTo>
                <a:cubicBezTo>
                  <a:pt x="1852" y="2559"/>
                  <a:pt x="1981" y="2694"/>
                  <a:pt x="2099" y="2694"/>
                </a:cubicBezTo>
                <a:cubicBezTo>
                  <a:pt x="2135" y="2694"/>
                  <a:pt x="2170" y="2681"/>
                  <a:pt x="2202" y="2649"/>
                </a:cubicBezTo>
                <a:cubicBezTo>
                  <a:pt x="2202" y="2549"/>
                  <a:pt x="2235" y="2449"/>
                  <a:pt x="2235" y="2382"/>
                </a:cubicBezTo>
                <a:cubicBezTo>
                  <a:pt x="2235" y="2316"/>
                  <a:pt x="2268" y="2249"/>
                  <a:pt x="2335" y="2216"/>
                </a:cubicBezTo>
                <a:cubicBezTo>
                  <a:pt x="2335" y="2216"/>
                  <a:pt x="2402" y="2182"/>
                  <a:pt x="2402" y="2149"/>
                </a:cubicBezTo>
                <a:cubicBezTo>
                  <a:pt x="2402" y="2116"/>
                  <a:pt x="2368" y="2049"/>
                  <a:pt x="2335" y="2049"/>
                </a:cubicBezTo>
                <a:cubicBezTo>
                  <a:pt x="2268" y="2016"/>
                  <a:pt x="2202" y="1982"/>
                  <a:pt x="2168" y="1982"/>
                </a:cubicBezTo>
                <a:cubicBezTo>
                  <a:pt x="2235" y="1949"/>
                  <a:pt x="2302" y="1949"/>
                  <a:pt x="2368" y="1915"/>
                </a:cubicBezTo>
                <a:cubicBezTo>
                  <a:pt x="2468" y="1882"/>
                  <a:pt x="2535" y="1849"/>
                  <a:pt x="2635" y="1815"/>
                </a:cubicBezTo>
                <a:cubicBezTo>
                  <a:pt x="2802" y="1682"/>
                  <a:pt x="3002" y="1582"/>
                  <a:pt x="3202" y="1515"/>
                </a:cubicBezTo>
                <a:cubicBezTo>
                  <a:pt x="3252" y="1507"/>
                  <a:pt x="3302" y="1503"/>
                  <a:pt x="3352" y="1503"/>
                </a:cubicBezTo>
                <a:cubicBezTo>
                  <a:pt x="3500" y="1503"/>
                  <a:pt x="3644" y="1540"/>
                  <a:pt x="3769" y="1615"/>
                </a:cubicBezTo>
                <a:cubicBezTo>
                  <a:pt x="3836" y="1682"/>
                  <a:pt x="3903" y="1749"/>
                  <a:pt x="3970" y="1815"/>
                </a:cubicBezTo>
                <a:cubicBezTo>
                  <a:pt x="3997" y="1842"/>
                  <a:pt x="4024" y="1891"/>
                  <a:pt x="4068" y="1891"/>
                </a:cubicBezTo>
                <a:cubicBezTo>
                  <a:pt x="4079" y="1891"/>
                  <a:pt x="4090" y="1888"/>
                  <a:pt x="4103" y="1882"/>
                </a:cubicBezTo>
                <a:cubicBezTo>
                  <a:pt x="4136" y="1882"/>
                  <a:pt x="4136" y="1782"/>
                  <a:pt x="4136" y="1749"/>
                </a:cubicBezTo>
                <a:cubicBezTo>
                  <a:pt x="4136" y="1649"/>
                  <a:pt x="4136" y="1549"/>
                  <a:pt x="4103" y="1448"/>
                </a:cubicBezTo>
                <a:cubicBezTo>
                  <a:pt x="4070" y="1382"/>
                  <a:pt x="4036" y="1315"/>
                  <a:pt x="3970" y="1248"/>
                </a:cubicBezTo>
                <a:cubicBezTo>
                  <a:pt x="3936" y="1215"/>
                  <a:pt x="3936" y="1115"/>
                  <a:pt x="3970" y="1082"/>
                </a:cubicBezTo>
                <a:cubicBezTo>
                  <a:pt x="4003" y="1048"/>
                  <a:pt x="4036" y="1015"/>
                  <a:pt x="4070" y="981"/>
                </a:cubicBezTo>
                <a:cubicBezTo>
                  <a:pt x="4136" y="781"/>
                  <a:pt x="4170" y="615"/>
                  <a:pt x="4136" y="414"/>
                </a:cubicBezTo>
                <a:cubicBezTo>
                  <a:pt x="4070" y="414"/>
                  <a:pt x="3970" y="448"/>
                  <a:pt x="3903" y="548"/>
                </a:cubicBezTo>
                <a:lnTo>
                  <a:pt x="3869" y="581"/>
                </a:lnTo>
                <a:cubicBezTo>
                  <a:pt x="3803" y="615"/>
                  <a:pt x="3736" y="681"/>
                  <a:pt x="3669" y="748"/>
                </a:cubicBezTo>
                <a:cubicBezTo>
                  <a:pt x="3544" y="823"/>
                  <a:pt x="3400" y="861"/>
                  <a:pt x="3252" y="861"/>
                </a:cubicBezTo>
                <a:cubicBezTo>
                  <a:pt x="3202" y="861"/>
                  <a:pt x="3152" y="856"/>
                  <a:pt x="3102" y="848"/>
                </a:cubicBezTo>
                <a:cubicBezTo>
                  <a:pt x="3002" y="815"/>
                  <a:pt x="2902" y="781"/>
                  <a:pt x="2835" y="748"/>
                </a:cubicBezTo>
                <a:cubicBezTo>
                  <a:pt x="2869" y="715"/>
                  <a:pt x="2869" y="648"/>
                  <a:pt x="2869" y="615"/>
                </a:cubicBezTo>
                <a:cubicBezTo>
                  <a:pt x="2835" y="581"/>
                  <a:pt x="2769" y="548"/>
                  <a:pt x="2702" y="514"/>
                </a:cubicBezTo>
                <a:cubicBezTo>
                  <a:pt x="2635" y="481"/>
                  <a:pt x="2535" y="381"/>
                  <a:pt x="2435" y="348"/>
                </a:cubicBezTo>
                <a:cubicBezTo>
                  <a:pt x="2235" y="248"/>
                  <a:pt x="2035" y="181"/>
                  <a:pt x="1868" y="81"/>
                </a:cubicBezTo>
                <a:cubicBezTo>
                  <a:pt x="1795" y="26"/>
                  <a:pt x="1721" y="1"/>
                  <a:pt x="1642"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0" name="Google Shape;400;p29"/>
          <p:cNvSpPr/>
          <p:nvPr/>
        </p:nvSpPr>
        <p:spPr>
          <a:xfrm>
            <a:off x="11686661" y="6331633"/>
            <a:ext cx="3187891" cy="44256"/>
          </a:xfrm>
          <a:custGeom>
            <a:avLst/>
            <a:gdLst/>
            <a:ahLst/>
            <a:cxnLst/>
            <a:rect l="l" t="t" r="r" b="b"/>
            <a:pathLst>
              <a:path w="35728" h="496" extrusionOk="0">
                <a:moveTo>
                  <a:pt x="17871" y="0"/>
                </a:moveTo>
                <a:cubicBezTo>
                  <a:pt x="8001" y="0"/>
                  <a:pt x="0" y="248"/>
                  <a:pt x="0" y="248"/>
                </a:cubicBezTo>
                <a:cubicBezTo>
                  <a:pt x="0" y="248"/>
                  <a:pt x="8001" y="495"/>
                  <a:pt x="17871" y="495"/>
                </a:cubicBezTo>
                <a:cubicBezTo>
                  <a:pt x="27727" y="495"/>
                  <a:pt x="35727" y="248"/>
                  <a:pt x="35727" y="248"/>
                </a:cubicBezTo>
                <a:cubicBezTo>
                  <a:pt x="35727" y="248"/>
                  <a:pt x="27741" y="0"/>
                  <a:pt x="17871" y="0"/>
                </a:cubicBezTo>
                <a:close/>
              </a:path>
            </a:pathLst>
          </a:custGeom>
          <a:solidFill>
            <a:srgbClr val="E0F7FA"/>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1" name="Google Shape;401;p29"/>
          <p:cNvSpPr/>
          <p:nvPr/>
        </p:nvSpPr>
        <p:spPr>
          <a:xfrm>
            <a:off x="10629311" y="4388002"/>
            <a:ext cx="6389253" cy="43007"/>
          </a:xfrm>
          <a:custGeom>
            <a:avLst/>
            <a:gdLst/>
            <a:ahLst/>
            <a:cxnLst/>
            <a:rect l="l" t="t" r="r" b="b"/>
            <a:pathLst>
              <a:path w="71607" h="482" extrusionOk="0">
                <a:moveTo>
                  <a:pt x="35796" y="1"/>
                </a:moveTo>
                <a:cubicBezTo>
                  <a:pt x="16029" y="1"/>
                  <a:pt x="0" y="248"/>
                  <a:pt x="0" y="248"/>
                </a:cubicBezTo>
                <a:cubicBezTo>
                  <a:pt x="0" y="248"/>
                  <a:pt x="16029" y="482"/>
                  <a:pt x="35796" y="482"/>
                </a:cubicBezTo>
                <a:cubicBezTo>
                  <a:pt x="55578" y="482"/>
                  <a:pt x="71606" y="248"/>
                  <a:pt x="71606" y="248"/>
                </a:cubicBezTo>
                <a:cubicBezTo>
                  <a:pt x="71606" y="248"/>
                  <a:pt x="55578" y="1"/>
                  <a:pt x="35796" y="1"/>
                </a:cubicBezTo>
                <a:close/>
              </a:path>
            </a:pathLst>
          </a:custGeom>
          <a:solidFill>
            <a:srgbClr val="E0F7FA"/>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2" name="Google Shape;402;p29"/>
          <p:cNvSpPr/>
          <p:nvPr/>
        </p:nvSpPr>
        <p:spPr>
          <a:xfrm>
            <a:off x="-3809952" y="6291182"/>
            <a:ext cx="9521824" cy="125185"/>
          </a:xfrm>
          <a:custGeom>
            <a:avLst/>
            <a:gdLst/>
            <a:ahLst/>
            <a:cxnLst/>
            <a:rect l="l" t="t" r="r" b="b"/>
            <a:pathLst>
              <a:path w="106715" h="1403" extrusionOk="0">
                <a:moveTo>
                  <a:pt x="53365" y="1"/>
                </a:moveTo>
                <a:cubicBezTo>
                  <a:pt x="23892" y="1"/>
                  <a:pt x="0" y="702"/>
                  <a:pt x="0" y="702"/>
                </a:cubicBezTo>
                <a:cubicBezTo>
                  <a:pt x="0" y="702"/>
                  <a:pt x="23892" y="1403"/>
                  <a:pt x="53365" y="1403"/>
                </a:cubicBezTo>
                <a:cubicBezTo>
                  <a:pt x="82837" y="1403"/>
                  <a:pt x="106715" y="702"/>
                  <a:pt x="106715" y="702"/>
                </a:cubicBezTo>
                <a:cubicBezTo>
                  <a:pt x="106715" y="702"/>
                  <a:pt x="82837" y="1"/>
                  <a:pt x="5336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431658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403"/>
        <p:cNvGrpSpPr/>
        <p:nvPr/>
      </p:nvGrpSpPr>
      <p:grpSpPr>
        <a:xfrm>
          <a:off x="0" y="0"/>
          <a:ext cx="0" cy="0"/>
          <a:chOff x="0" y="0"/>
          <a:chExt cx="0" cy="0"/>
        </a:xfrm>
      </p:grpSpPr>
      <p:sp>
        <p:nvSpPr>
          <p:cNvPr id="404" name="Google Shape;404;p30"/>
          <p:cNvSpPr txBox="1">
            <a:spLocks noGrp="1"/>
          </p:cNvSpPr>
          <p:nvPr>
            <p:ph type="subTitle" idx="1"/>
          </p:nvPr>
        </p:nvSpPr>
        <p:spPr>
          <a:xfrm>
            <a:off x="3496200" y="5247467"/>
            <a:ext cx="5199600" cy="89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405" name="Google Shape;405;p30"/>
          <p:cNvSpPr txBox="1">
            <a:spLocks noGrp="1"/>
          </p:cNvSpPr>
          <p:nvPr>
            <p:ph type="title"/>
          </p:nvPr>
        </p:nvSpPr>
        <p:spPr>
          <a:xfrm>
            <a:off x="950967" y="716800"/>
            <a:ext cx="73620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406" name="Google Shape;406;p30"/>
          <p:cNvSpPr/>
          <p:nvPr/>
        </p:nvSpPr>
        <p:spPr>
          <a:xfrm>
            <a:off x="1100" y="3663500"/>
            <a:ext cx="12192085" cy="3194517"/>
          </a:xfrm>
          <a:custGeom>
            <a:avLst/>
            <a:gdLst/>
            <a:ahLst/>
            <a:cxnLst/>
            <a:rect l="l" t="t" r="r" b="b"/>
            <a:pathLst>
              <a:path w="208483" h="100173" extrusionOk="0">
                <a:moveTo>
                  <a:pt x="0" y="1"/>
                </a:moveTo>
                <a:lnTo>
                  <a:pt x="208482" y="1"/>
                </a:lnTo>
                <a:lnTo>
                  <a:pt x="208482" y="100172"/>
                </a:lnTo>
                <a:lnTo>
                  <a:pt x="0" y="100172"/>
                </a:lnTo>
                <a:close/>
              </a:path>
            </a:pathLst>
          </a:custGeom>
          <a:gradFill>
            <a:gsLst>
              <a:gs pos="0">
                <a:srgbClr val="D0F3FF">
                  <a:alpha val="32549"/>
                </a:srgbClr>
              </a:gs>
              <a:gs pos="50000">
                <a:srgbClr val="FFFFFF">
                  <a:alpha val="0"/>
                </a:srgbClr>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07" name="Google Shape;407;p30"/>
          <p:cNvGrpSpPr/>
          <p:nvPr/>
        </p:nvGrpSpPr>
        <p:grpSpPr>
          <a:xfrm>
            <a:off x="569282" y="2053551"/>
            <a:ext cx="2062372" cy="3219488"/>
            <a:chOff x="259775" y="1853100"/>
            <a:chExt cx="1145932" cy="1789002"/>
          </a:xfrm>
        </p:grpSpPr>
        <p:sp>
          <p:nvSpPr>
            <p:cNvPr id="408" name="Google Shape;408;p30"/>
            <p:cNvSpPr/>
            <p:nvPr/>
          </p:nvSpPr>
          <p:spPr>
            <a:xfrm>
              <a:off x="259775" y="1853100"/>
              <a:ext cx="1145932" cy="894495"/>
            </a:xfrm>
            <a:custGeom>
              <a:avLst/>
              <a:gdLst/>
              <a:ahLst/>
              <a:cxnLst/>
              <a:rect l="l" t="t" r="r" b="b"/>
              <a:pathLst>
                <a:path w="59444" h="46401" extrusionOk="0">
                  <a:moveTo>
                    <a:pt x="26486" y="0"/>
                  </a:moveTo>
                  <a:lnTo>
                    <a:pt x="16046" y="10441"/>
                  </a:lnTo>
                  <a:lnTo>
                    <a:pt x="10008" y="23917"/>
                  </a:lnTo>
                  <a:lnTo>
                    <a:pt x="7173" y="40663"/>
                  </a:lnTo>
                  <a:lnTo>
                    <a:pt x="1" y="46400"/>
                  </a:lnTo>
                  <a:lnTo>
                    <a:pt x="59443" y="46400"/>
                  </a:lnTo>
                  <a:lnTo>
                    <a:pt x="52338" y="40663"/>
                  </a:lnTo>
                  <a:lnTo>
                    <a:pt x="49169" y="30389"/>
                  </a:lnTo>
                  <a:lnTo>
                    <a:pt x="41897" y="28187"/>
                  </a:lnTo>
                  <a:lnTo>
                    <a:pt x="35359" y="26586"/>
                  </a:lnTo>
                  <a:lnTo>
                    <a:pt x="32858" y="6538"/>
                  </a:lnTo>
                  <a:lnTo>
                    <a:pt x="264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9" name="Google Shape;409;p30"/>
            <p:cNvSpPr/>
            <p:nvPr/>
          </p:nvSpPr>
          <p:spPr>
            <a:xfrm>
              <a:off x="259775" y="1853100"/>
              <a:ext cx="810908" cy="894495"/>
            </a:xfrm>
            <a:custGeom>
              <a:avLst/>
              <a:gdLst/>
              <a:ahLst/>
              <a:cxnLst/>
              <a:rect l="l" t="t" r="r" b="b"/>
              <a:pathLst>
                <a:path w="42065" h="46401" extrusionOk="0">
                  <a:moveTo>
                    <a:pt x="26486" y="0"/>
                  </a:moveTo>
                  <a:lnTo>
                    <a:pt x="16046" y="10441"/>
                  </a:lnTo>
                  <a:lnTo>
                    <a:pt x="10008" y="23917"/>
                  </a:lnTo>
                  <a:lnTo>
                    <a:pt x="7173" y="40663"/>
                  </a:lnTo>
                  <a:lnTo>
                    <a:pt x="1" y="46400"/>
                  </a:lnTo>
                  <a:lnTo>
                    <a:pt x="34759" y="46400"/>
                  </a:lnTo>
                  <a:lnTo>
                    <a:pt x="32758" y="35326"/>
                  </a:lnTo>
                  <a:lnTo>
                    <a:pt x="42064" y="33591"/>
                  </a:lnTo>
                  <a:lnTo>
                    <a:pt x="29722" y="32257"/>
                  </a:lnTo>
                  <a:lnTo>
                    <a:pt x="26486" y="26286"/>
                  </a:lnTo>
                  <a:lnTo>
                    <a:pt x="24885" y="12609"/>
                  </a:lnTo>
                  <a:lnTo>
                    <a:pt x="21049" y="10741"/>
                  </a:lnTo>
                  <a:lnTo>
                    <a:pt x="24885" y="10741"/>
                  </a:lnTo>
                  <a:lnTo>
                    <a:pt x="264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0" name="Google Shape;410;p30"/>
            <p:cNvSpPr/>
            <p:nvPr/>
          </p:nvSpPr>
          <p:spPr>
            <a:xfrm>
              <a:off x="665560" y="2060167"/>
              <a:ext cx="198076" cy="53379"/>
            </a:xfrm>
            <a:custGeom>
              <a:avLst/>
              <a:gdLst/>
              <a:ahLst/>
              <a:cxnLst/>
              <a:rect l="l" t="t" r="r" b="b"/>
              <a:pathLst>
                <a:path w="10275" h="2769" extrusionOk="0">
                  <a:moveTo>
                    <a:pt x="0" y="0"/>
                  </a:moveTo>
                  <a:lnTo>
                    <a:pt x="3836" y="1868"/>
                  </a:lnTo>
                  <a:lnTo>
                    <a:pt x="10274" y="2769"/>
                  </a:lnTo>
                  <a:lnTo>
                    <a:pt x="10274" y="2769"/>
                  </a:lnTo>
                  <a:lnTo>
                    <a:pt x="38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1" name="Google Shape;411;p30"/>
            <p:cNvSpPr/>
            <p:nvPr/>
          </p:nvSpPr>
          <p:spPr>
            <a:xfrm>
              <a:off x="383251" y="2636988"/>
              <a:ext cx="144061" cy="110634"/>
            </a:xfrm>
            <a:custGeom>
              <a:avLst/>
              <a:gdLst/>
              <a:ahLst/>
              <a:cxnLst/>
              <a:rect l="l" t="t" r="r" b="b"/>
              <a:pathLst>
                <a:path w="7473" h="5739" extrusionOk="0">
                  <a:moveTo>
                    <a:pt x="768" y="1"/>
                  </a:moveTo>
                  <a:lnTo>
                    <a:pt x="0" y="5738"/>
                  </a:lnTo>
                  <a:lnTo>
                    <a:pt x="7472" y="5738"/>
                  </a:lnTo>
                  <a:lnTo>
                    <a:pt x="7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2" name="Google Shape;412;p30"/>
            <p:cNvSpPr/>
            <p:nvPr/>
          </p:nvSpPr>
          <p:spPr>
            <a:xfrm>
              <a:off x="1176140" y="2636988"/>
              <a:ext cx="129275" cy="110634"/>
            </a:xfrm>
            <a:custGeom>
              <a:avLst/>
              <a:gdLst/>
              <a:ahLst/>
              <a:cxnLst/>
              <a:rect l="l" t="t" r="r" b="b"/>
              <a:pathLst>
                <a:path w="6706" h="5739" extrusionOk="0">
                  <a:moveTo>
                    <a:pt x="4804" y="1"/>
                  </a:moveTo>
                  <a:lnTo>
                    <a:pt x="1" y="3503"/>
                  </a:lnTo>
                  <a:lnTo>
                    <a:pt x="3503" y="5738"/>
                  </a:lnTo>
                  <a:lnTo>
                    <a:pt x="2403" y="3370"/>
                  </a:lnTo>
                  <a:lnTo>
                    <a:pt x="3503" y="2869"/>
                  </a:lnTo>
                  <a:lnTo>
                    <a:pt x="6706" y="5738"/>
                  </a:lnTo>
                  <a:lnTo>
                    <a:pt x="48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3" name="Google Shape;413;p30"/>
            <p:cNvSpPr/>
            <p:nvPr/>
          </p:nvSpPr>
          <p:spPr>
            <a:xfrm>
              <a:off x="398038" y="2060167"/>
              <a:ext cx="237306" cy="687436"/>
            </a:xfrm>
            <a:custGeom>
              <a:avLst/>
              <a:gdLst/>
              <a:ahLst/>
              <a:cxnLst/>
              <a:rect l="l" t="t" r="r" b="b"/>
              <a:pathLst>
                <a:path w="12310" h="35660" extrusionOk="0">
                  <a:moveTo>
                    <a:pt x="11242" y="0"/>
                  </a:moveTo>
                  <a:lnTo>
                    <a:pt x="4137" y="14144"/>
                  </a:lnTo>
                  <a:lnTo>
                    <a:pt x="2836" y="13176"/>
                  </a:lnTo>
                  <a:lnTo>
                    <a:pt x="1" y="29922"/>
                  </a:lnTo>
                  <a:lnTo>
                    <a:pt x="6705" y="35659"/>
                  </a:lnTo>
                  <a:lnTo>
                    <a:pt x="6172" y="15278"/>
                  </a:lnTo>
                  <a:lnTo>
                    <a:pt x="1230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4" name="Google Shape;414;p30"/>
            <p:cNvSpPr/>
            <p:nvPr/>
          </p:nvSpPr>
          <p:spPr>
            <a:xfrm>
              <a:off x="832759" y="2365609"/>
              <a:ext cx="237942" cy="135058"/>
            </a:xfrm>
            <a:custGeom>
              <a:avLst/>
              <a:gdLst/>
              <a:ahLst/>
              <a:cxnLst/>
              <a:rect l="l" t="t" r="r" b="b"/>
              <a:pathLst>
                <a:path w="12343" h="7006" extrusionOk="0">
                  <a:moveTo>
                    <a:pt x="5637" y="1"/>
                  </a:moveTo>
                  <a:lnTo>
                    <a:pt x="0" y="5672"/>
                  </a:lnTo>
                  <a:lnTo>
                    <a:pt x="12342" y="7006"/>
                  </a:lnTo>
                  <a:lnTo>
                    <a:pt x="56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5" name="Google Shape;415;p30"/>
            <p:cNvSpPr/>
            <p:nvPr/>
          </p:nvSpPr>
          <p:spPr>
            <a:xfrm>
              <a:off x="756861" y="2359826"/>
              <a:ext cx="75915" cy="165921"/>
            </a:xfrm>
            <a:custGeom>
              <a:avLst/>
              <a:gdLst/>
              <a:ahLst/>
              <a:cxnLst/>
              <a:rect l="l" t="t" r="r" b="b"/>
              <a:pathLst>
                <a:path w="3938" h="8607" extrusionOk="0">
                  <a:moveTo>
                    <a:pt x="701" y="1"/>
                  </a:moveTo>
                  <a:lnTo>
                    <a:pt x="1" y="8607"/>
                  </a:lnTo>
                  <a:lnTo>
                    <a:pt x="3937" y="5972"/>
                  </a:lnTo>
                  <a:lnTo>
                    <a:pt x="7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6" name="Google Shape;416;p30"/>
            <p:cNvSpPr/>
            <p:nvPr/>
          </p:nvSpPr>
          <p:spPr>
            <a:xfrm>
              <a:off x="891268" y="2534100"/>
              <a:ext cx="167849" cy="213518"/>
            </a:xfrm>
            <a:custGeom>
              <a:avLst/>
              <a:gdLst/>
              <a:ahLst/>
              <a:cxnLst/>
              <a:rect l="l" t="t" r="r" b="b"/>
              <a:pathLst>
                <a:path w="8707" h="11076" extrusionOk="0">
                  <a:moveTo>
                    <a:pt x="1" y="1"/>
                  </a:moveTo>
                  <a:lnTo>
                    <a:pt x="2002" y="11075"/>
                  </a:lnTo>
                  <a:lnTo>
                    <a:pt x="8707" y="11075"/>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7" name="Google Shape;417;p30"/>
            <p:cNvSpPr/>
            <p:nvPr/>
          </p:nvSpPr>
          <p:spPr>
            <a:xfrm>
              <a:off x="1059103" y="2680074"/>
              <a:ext cx="184582" cy="67548"/>
            </a:xfrm>
            <a:custGeom>
              <a:avLst/>
              <a:gdLst/>
              <a:ahLst/>
              <a:cxnLst/>
              <a:rect l="l" t="t" r="r" b="b"/>
              <a:pathLst>
                <a:path w="9575" h="3504" extrusionOk="0">
                  <a:moveTo>
                    <a:pt x="168" y="1"/>
                  </a:moveTo>
                  <a:lnTo>
                    <a:pt x="1" y="3503"/>
                  </a:lnTo>
                  <a:lnTo>
                    <a:pt x="9574" y="3503"/>
                  </a:lnTo>
                  <a:lnTo>
                    <a:pt x="6072" y="1268"/>
                  </a:lnTo>
                  <a:lnTo>
                    <a:pt x="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8" name="Google Shape;418;p30"/>
            <p:cNvSpPr/>
            <p:nvPr/>
          </p:nvSpPr>
          <p:spPr>
            <a:xfrm>
              <a:off x="891268" y="2500653"/>
              <a:ext cx="179435" cy="246964"/>
            </a:xfrm>
            <a:custGeom>
              <a:avLst/>
              <a:gdLst/>
              <a:ahLst/>
              <a:cxnLst/>
              <a:rect l="l" t="t" r="r" b="b"/>
              <a:pathLst>
                <a:path w="9308" h="12811" extrusionOk="0">
                  <a:moveTo>
                    <a:pt x="9307" y="1"/>
                  </a:moveTo>
                  <a:lnTo>
                    <a:pt x="1" y="1736"/>
                  </a:lnTo>
                  <a:lnTo>
                    <a:pt x="8707" y="12810"/>
                  </a:lnTo>
                  <a:lnTo>
                    <a:pt x="93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9" name="Google Shape;419;p30"/>
            <p:cNvSpPr/>
            <p:nvPr/>
          </p:nvSpPr>
          <p:spPr>
            <a:xfrm>
              <a:off x="603812" y="2525734"/>
              <a:ext cx="153063" cy="221884"/>
            </a:xfrm>
            <a:custGeom>
              <a:avLst/>
              <a:gdLst/>
              <a:ahLst/>
              <a:cxnLst/>
              <a:rect l="l" t="t" r="r" b="b"/>
              <a:pathLst>
                <a:path w="7940" h="11510" extrusionOk="0">
                  <a:moveTo>
                    <a:pt x="1" y="1"/>
                  </a:moveTo>
                  <a:lnTo>
                    <a:pt x="3970" y="4204"/>
                  </a:lnTo>
                  <a:lnTo>
                    <a:pt x="3970" y="11509"/>
                  </a:lnTo>
                  <a:lnTo>
                    <a:pt x="7940" y="11509"/>
                  </a:lnTo>
                  <a:lnTo>
                    <a:pt x="6339" y="4204"/>
                  </a:lnTo>
                  <a:lnTo>
                    <a:pt x="1" y="1"/>
                  </a:lnTo>
                  <a:close/>
                </a:path>
              </a:pathLst>
            </a:custGeom>
            <a:solidFill>
              <a:srgbClr val="BBE4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0" name="Google Shape;420;p30"/>
            <p:cNvSpPr/>
            <p:nvPr/>
          </p:nvSpPr>
          <p:spPr>
            <a:xfrm rot="10800000" flipH="1">
              <a:off x="259775" y="2747607"/>
              <a:ext cx="1145932" cy="894495"/>
            </a:xfrm>
            <a:custGeom>
              <a:avLst/>
              <a:gdLst/>
              <a:ahLst/>
              <a:cxnLst/>
              <a:rect l="l" t="t" r="r" b="b"/>
              <a:pathLst>
                <a:path w="59444" h="46401" extrusionOk="0">
                  <a:moveTo>
                    <a:pt x="26486" y="0"/>
                  </a:moveTo>
                  <a:lnTo>
                    <a:pt x="16046" y="10441"/>
                  </a:lnTo>
                  <a:lnTo>
                    <a:pt x="10008" y="23917"/>
                  </a:lnTo>
                  <a:lnTo>
                    <a:pt x="7173" y="40663"/>
                  </a:lnTo>
                  <a:lnTo>
                    <a:pt x="1" y="46400"/>
                  </a:lnTo>
                  <a:lnTo>
                    <a:pt x="59443" y="46400"/>
                  </a:lnTo>
                  <a:lnTo>
                    <a:pt x="52338" y="40663"/>
                  </a:lnTo>
                  <a:lnTo>
                    <a:pt x="49169" y="30389"/>
                  </a:lnTo>
                  <a:lnTo>
                    <a:pt x="41897" y="28187"/>
                  </a:lnTo>
                  <a:lnTo>
                    <a:pt x="35359" y="26586"/>
                  </a:lnTo>
                  <a:lnTo>
                    <a:pt x="32858" y="6538"/>
                  </a:lnTo>
                  <a:lnTo>
                    <a:pt x="26486" y="0"/>
                  </a:lnTo>
                  <a:close/>
                </a:path>
              </a:pathLst>
            </a:custGeom>
            <a:solidFill>
              <a:srgbClr val="6B919E">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21" name="Google Shape;421;p30"/>
          <p:cNvGrpSpPr/>
          <p:nvPr/>
        </p:nvGrpSpPr>
        <p:grpSpPr>
          <a:xfrm flipH="1">
            <a:off x="9560911" y="2721160"/>
            <a:ext cx="1503876" cy="1884609"/>
            <a:chOff x="1542058" y="2040869"/>
            <a:chExt cx="1127907" cy="1413457"/>
          </a:xfrm>
        </p:grpSpPr>
        <p:sp>
          <p:nvSpPr>
            <p:cNvPr id="422" name="Google Shape;422;p30"/>
            <p:cNvSpPr/>
            <p:nvPr/>
          </p:nvSpPr>
          <p:spPr>
            <a:xfrm>
              <a:off x="1542058" y="2040869"/>
              <a:ext cx="1127907" cy="706732"/>
            </a:xfrm>
            <a:custGeom>
              <a:avLst/>
              <a:gdLst/>
              <a:ahLst/>
              <a:cxnLst/>
              <a:rect l="l" t="t" r="r" b="b"/>
              <a:pathLst>
                <a:path w="58509" h="36661" extrusionOk="0">
                  <a:moveTo>
                    <a:pt x="19647" y="1"/>
                  </a:moveTo>
                  <a:lnTo>
                    <a:pt x="12209" y="15211"/>
                  </a:lnTo>
                  <a:lnTo>
                    <a:pt x="3703" y="20382"/>
                  </a:lnTo>
                  <a:lnTo>
                    <a:pt x="0" y="36660"/>
                  </a:lnTo>
                  <a:lnTo>
                    <a:pt x="58509" y="36660"/>
                  </a:lnTo>
                  <a:lnTo>
                    <a:pt x="48501" y="30756"/>
                  </a:lnTo>
                  <a:lnTo>
                    <a:pt x="39261" y="15578"/>
                  </a:lnTo>
                  <a:lnTo>
                    <a:pt x="32090" y="9407"/>
                  </a:lnTo>
                  <a:lnTo>
                    <a:pt x="2925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3" name="Google Shape;423;p30"/>
            <p:cNvSpPr/>
            <p:nvPr/>
          </p:nvSpPr>
          <p:spPr>
            <a:xfrm>
              <a:off x="2133664" y="2590682"/>
              <a:ext cx="180707" cy="156938"/>
            </a:xfrm>
            <a:custGeom>
              <a:avLst/>
              <a:gdLst/>
              <a:ahLst/>
              <a:cxnLst/>
              <a:rect l="l" t="t" r="r" b="b"/>
              <a:pathLst>
                <a:path w="9374" h="8141" extrusionOk="0">
                  <a:moveTo>
                    <a:pt x="3937" y="1"/>
                  </a:moveTo>
                  <a:lnTo>
                    <a:pt x="1" y="8140"/>
                  </a:lnTo>
                  <a:lnTo>
                    <a:pt x="9374" y="8140"/>
                  </a:lnTo>
                  <a:lnTo>
                    <a:pt x="39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4" name="Google Shape;424;p30"/>
            <p:cNvSpPr/>
            <p:nvPr/>
          </p:nvSpPr>
          <p:spPr>
            <a:xfrm>
              <a:off x="2181898" y="2341184"/>
              <a:ext cx="256584" cy="228940"/>
            </a:xfrm>
            <a:custGeom>
              <a:avLst/>
              <a:gdLst/>
              <a:ahLst/>
              <a:cxnLst/>
              <a:rect l="l" t="t" r="r" b="b"/>
              <a:pathLst>
                <a:path w="13310" h="11876" extrusionOk="0">
                  <a:moveTo>
                    <a:pt x="6071" y="0"/>
                  </a:moveTo>
                  <a:lnTo>
                    <a:pt x="0" y="868"/>
                  </a:lnTo>
                  <a:lnTo>
                    <a:pt x="2202" y="4804"/>
                  </a:lnTo>
                  <a:lnTo>
                    <a:pt x="3436" y="2269"/>
                  </a:lnTo>
                  <a:lnTo>
                    <a:pt x="5271" y="2269"/>
                  </a:lnTo>
                  <a:lnTo>
                    <a:pt x="13310" y="11876"/>
                  </a:lnTo>
                  <a:lnTo>
                    <a:pt x="607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5" name="Google Shape;425;p30"/>
            <p:cNvSpPr/>
            <p:nvPr/>
          </p:nvSpPr>
          <p:spPr>
            <a:xfrm>
              <a:off x="1773549" y="2040869"/>
              <a:ext cx="332479" cy="706732"/>
            </a:xfrm>
            <a:custGeom>
              <a:avLst/>
              <a:gdLst/>
              <a:ahLst/>
              <a:cxnLst/>
              <a:rect l="l" t="t" r="r" b="b"/>
              <a:pathLst>
                <a:path w="17247" h="36661" extrusionOk="0">
                  <a:moveTo>
                    <a:pt x="7639" y="1"/>
                  </a:moveTo>
                  <a:lnTo>
                    <a:pt x="201" y="15211"/>
                  </a:lnTo>
                  <a:lnTo>
                    <a:pt x="1" y="20015"/>
                  </a:lnTo>
                  <a:lnTo>
                    <a:pt x="1" y="29221"/>
                  </a:lnTo>
                  <a:lnTo>
                    <a:pt x="1668" y="36660"/>
                  </a:lnTo>
                  <a:lnTo>
                    <a:pt x="9941" y="36660"/>
                  </a:lnTo>
                  <a:lnTo>
                    <a:pt x="13243" y="30422"/>
                  </a:lnTo>
                  <a:lnTo>
                    <a:pt x="13243" y="22850"/>
                  </a:lnTo>
                  <a:lnTo>
                    <a:pt x="13243" y="13410"/>
                  </a:lnTo>
                  <a:lnTo>
                    <a:pt x="172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6" name="Google Shape;426;p30"/>
            <p:cNvSpPr/>
            <p:nvPr/>
          </p:nvSpPr>
          <p:spPr>
            <a:xfrm>
              <a:off x="1805705" y="2066586"/>
              <a:ext cx="236651" cy="681016"/>
            </a:xfrm>
            <a:custGeom>
              <a:avLst/>
              <a:gdLst/>
              <a:ahLst/>
              <a:cxnLst/>
              <a:rect l="l" t="t" r="r" b="b"/>
              <a:pathLst>
                <a:path w="12276" h="35327" extrusionOk="0">
                  <a:moveTo>
                    <a:pt x="12276" y="1"/>
                  </a:moveTo>
                  <a:lnTo>
                    <a:pt x="6138" y="16079"/>
                  </a:lnTo>
                  <a:lnTo>
                    <a:pt x="6138" y="27187"/>
                  </a:lnTo>
                  <a:lnTo>
                    <a:pt x="0" y="35326"/>
                  </a:lnTo>
                  <a:lnTo>
                    <a:pt x="8273" y="35326"/>
                  </a:lnTo>
                  <a:lnTo>
                    <a:pt x="8740" y="28121"/>
                  </a:lnTo>
                  <a:lnTo>
                    <a:pt x="8740" y="14444"/>
                  </a:lnTo>
                  <a:lnTo>
                    <a:pt x="122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7" name="Google Shape;427;p30"/>
            <p:cNvSpPr/>
            <p:nvPr/>
          </p:nvSpPr>
          <p:spPr>
            <a:xfrm>
              <a:off x="1542058" y="2334109"/>
              <a:ext cx="263658" cy="413502"/>
            </a:xfrm>
            <a:custGeom>
              <a:avLst/>
              <a:gdLst/>
              <a:ahLst/>
              <a:cxnLst/>
              <a:rect l="l" t="t" r="r" b="b"/>
              <a:pathLst>
                <a:path w="13677" h="21450" extrusionOk="0">
                  <a:moveTo>
                    <a:pt x="12209" y="0"/>
                  </a:moveTo>
                  <a:lnTo>
                    <a:pt x="8006" y="11008"/>
                  </a:lnTo>
                  <a:lnTo>
                    <a:pt x="8006" y="18747"/>
                  </a:lnTo>
                  <a:lnTo>
                    <a:pt x="0" y="21449"/>
                  </a:lnTo>
                  <a:lnTo>
                    <a:pt x="13676" y="21449"/>
                  </a:lnTo>
                  <a:lnTo>
                    <a:pt x="12009" y="14010"/>
                  </a:lnTo>
                  <a:lnTo>
                    <a:pt x="1220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8" name="Google Shape;428;p30"/>
            <p:cNvSpPr/>
            <p:nvPr/>
          </p:nvSpPr>
          <p:spPr>
            <a:xfrm>
              <a:off x="1965193" y="2299389"/>
              <a:ext cx="113834" cy="448221"/>
            </a:xfrm>
            <a:custGeom>
              <a:avLst/>
              <a:gdLst/>
              <a:ahLst/>
              <a:cxnLst/>
              <a:rect l="l" t="t" r="r" b="b"/>
              <a:pathLst>
                <a:path w="5905" h="23251" extrusionOk="0">
                  <a:moveTo>
                    <a:pt x="3302" y="0"/>
                  </a:moveTo>
                  <a:lnTo>
                    <a:pt x="3302" y="17012"/>
                  </a:lnTo>
                  <a:lnTo>
                    <a:pt x="0" y="23250"/>
                  </a:lnTo>
                  <a:lnTo>
                    <a:pt x="4003" y="23250"/>
                  </a:lnTo>
                  <a:lnTo>
                    <a:pt x="5904" y="17346"/>
                  </a:lnTo>
                  <a:lnTo>
                    <a:pt x="33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9" name="Google Shape;429;p30"/>
            <p:cNvSpPr/>
            <p:nvPr/>
          </p:nvSpPr>
          <p:spPr>
            <a:xfrm>
              <a:off x="2181898" y="2433777"/>
              <a:ext cx="132475" cy="313838"/>
            </a:xfrm>
            <a:custGeom>
              <a:avLst/>
              <a:gdLst/>
              <a:ahLst/>
              <a:cxnLst/>
              <a:rect l="l" t="t" r="r" b="b"/>
              <a:pathLst>
                <a:path w="6872" h="16280" extrusionOk="0">
                  <a:moveTo>
                    <a:pt x="0" y="1"/>
                  </a:moveTo>
                  <a:lnTo>
                    <a:pt x="1435" y="8140"/>
                  </a:lnTo>
                  <a:lnTo>
                    <a:pt x="6872" y="16279"/>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0" name="Google Shape;430;p30"/>
            <p:cNvSpPr/>
            <p:nvPr/>
          </p:nvSpPr>
          <p:spPr>
            <a:xfrm rot="10800000" flipH="1">
              <a:off x="1542058" y="2747594"/>
              <a:ext cx="1127907" cy="706732"/>
            </a:xfrm>
            <a:custGeom>
              <a:avLst/>
              <a:gdLst/>
              <a:ahLst/>
              <a:cxnLst/>
              <a:rect l="l" t="t" r="r" b="b"/>
              <a:pathLst>
                <a:path w="58509" h="36661" extrusionOk="0">
                  <a:moveTo>
                    <a:pt x="19647" y="1"/>
                  </a:moveTo>
                  <a:lnTo>
                    <a:pt x="12209" y="15211"/>
                  </a:lnTo>
                  <a:lnTo>
                    <a:pt x="3703" y="20382"/>
                  </a:lnTo>
                  <a:lnTo>
                    <a:pt x="0" y="36660"/>
                  </a:lnTo>
                  <a:lnTo>
                    <a:pt x="58509" y="36660"/>
                  </a:lnTo>
                  <a:lnTo>
                    <a:pt x="48501" y="30756"/>
                  </a:lnTo>
                  <a:lnTo>
                    <a:pt x="39261" y="15578"/>
                  </a:lnTo>
                  <a:lnTo>
                    <a:pt x="32090" y="9407"/>
                  </a:lnTo>
                  <a:lnTo>
                    <a:pt x="29254" y="1"/>
                  </a:lnTo>
                  <a:close/>
                </a:path>
              </a:pathLst>
            </a:custGeom>
            <a:solidFill>
              <a:srgbClr val="6B919E">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31" name="Google Shape;431;p30"/>
          <p:cNvSpPr/>
          <p:nvPr/>
        </p:nvSpPr>
        <p:spPr>
          <a:xfrm>
            <a:off x="8918534" y="6500492"/>
            <a:ext cx="3273476" cy="279585"/>
          </a:xfrm>
          <a:custGeom>
            <a:avLst/>
            <a:gdLst/>
            <a:ahLst/>
            <a:cxnLst/>
            <a:rect l="l" t="t" r="r" b="b"/>
            <a:pathLst>
              <a:path w="74828" h="6391" extrusionOk="0">
                <a:moveTo>
                  <a:pt x="74828" y="0"/>
                </a:moveTo>
                <a:cubicBezTo>
                  <a:pt x="54536" y="1366"/>
                  <a:pt x="34146" y="1586"/>
                  <a:pt x="13756" y="1781"/>
                </a:cubicBezTo>
                <a:lnTo>
                  <a:pt x="27122" y="3098"/>
                </a:lnTo>
                <a:cubicBezTo>
                  <a:pt x="20189" y="3829"/>
                  <a:pt x="13243" y="4199"/>
                  <a:pt x="6292" y="4199"/>
                </a:cubicBezTo>
                <a:cubicBezTo>
                  <a:pt x="4195" y="4199"/>
                  <a:pt x="2098" y="4166"/>
                  <a:pt x="0" y="4098"/>
                </a:cubicBezTo>
                <a:lnTo>
                  <a:pt x="0" y="4098"/>
                </a:lnTo>
                <a:cubicBezTo>
                  <a:pt x="7559" y="5276"/>
                  <a:pt x="15184" y="5861"/>
                  <a:pt x="22816" y="5861"/>
                </a:cubicBezTo>
                <a:cubicBezTo>
                  <a:pt x="26561" y="5861"/>
                  <a:pt x="30307" y="5720"/>
                  <a:pt x="34048" y="5439"/>
                </a:cubicBezTo>
                <a:cubicBezTo>
                  <a:pt x="37487" y="5171"/>
                  <a:pt x="40926" y="4805"/>
                  <a:pt x="44390" y="4659"/>
                </a:cubicBezTo>
                <a:cubicBezTo>
                  <a:pt x="45675" y="4602"/>
                  <a:pt x="46963" y="4578"/>
                  <a:pt x="48252" y="4578"/>
                </a:cubicBezTo>
                <a:cubicBezTo>
                  <a:pt x="51364" y="4578"/>
                  <a:pt x="54480" y="4716"/>
                  <a:pt x="57584" y="4854"/>
                </a:cubicBezTo>
                <a:cubicBezTo>
                  <a:pt x="63340" y="5098"/>
                  <a:pt x="69243" y="5366"/>
                  <a:pt x="74828" y="6390"/>
                </a:cubicBezTo>
                <a:lnTo>
                  <a:pt x="74828" y="0"/>
                </a:ln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2" name="Google Shape;432;p30"/>
          <p:cNvSpPr/>
          <p:nvPr/>
        </p:nvSpPr>
        <p:spPr>
          <a:xfrm>
            <a:off x="1103" y="5719802"/>
            <a:ext cx="2906693" cy="891204"/>
          </a:xfrm>
          <a:custGeom>
            <a:avLst/>
            <a:gdLst/>
            <a:ahLst/>
            <a:cxnLst/>
            <a:rect l="l" t="t" r="r" b="b"/>
            <a:pathLst>
              <a:path w="52439" h="16078" extrusionOk="0">
                <a:moveTo>
                  <a:pt x="9459" y="1"/>
                </a:moveTo>
                <a:cubicBezTo>
                  <a:pt x="6308" y="1"/>
                  <a:pt x="3158" y="68"/>
                  <a:pt x="0" y="200"/>
                </a:cubicBezTo>
                <a:lnTo>
                  <a:pt x="0" y="16078"/>
                </a:lnTo>
                <a:lnTo>
                  <a:pt x="2342" y="15736"/>
                </a:lnTo>
                <a:cubicBezTo>
                  <a:pt x="2951" y="15639"/>
                  <a:pt x="3634" y="15517"/>
                  <a:pt x="4000" y="15127"/>
                </a:cubicBezTo>
                <a:cubicBezTo>
                  <a:pt x="4439" y="14639"/>
                  <a:pt x="4244" y="13956"/>
                  <a:pt x="4537" y="13419"/>
                </a:cubicBezTo>
                <a:cubicBezTo>
                  <a:pt x="4961" y="12624"/>
                  <a:pt x="6114" y="12431"/>
                  <a:pt x="7292" y="12431"/>
                </a:cubicBezTo>
                <a:cubicBezTo>
                  <a:pt x="7741" y="12431"/>
                  <a:pt x="8193" y="12459"/>
                  <a:pt x="8610" y="12492"/>
                </a:cubicBezTo>
                <a:cubicBezTo>
                  <a:pt x="9150" y="12528"/>
                  <a:pt x="9691" y="12546"/>
                  <a:pt x="10231" y="12546"/>
                </a:cubicBezTo>
                <a:cubicBezTo>
                  <a:pt x="13350" y="12546"/>
                  <a:pt x="16452" y="11949"/>
                  <a:pt x="19341" y="10785"/>
                </a:cubicBezTo>
                <a:cubicBezTo>
                  <a:pt x="14219" y="10566"/>
                  <a:pt x="9146" y="9956"/>
                  <a:pt x="4122" y="8956"/>
                </a:cubicBezTo>
                <a:lnTo>
                  <a:pt x="6024" y="8249"/>
                </a:lnTo>
                <a:cubicBezTo>
                  <a:pt x="6024" y="7005"/>
                  <a:pt x="7293" y="5932"/>
                  <a:pt x="8781" y="5493"/>
                </a:cubicBezTo>
                <a:cubicBezTo>
                  <a:pt x="10127" y="5073"/>
                  <a:pt x="11612" y="5053"/>
                  <a:pt x="13057" y="5053"/>
                </a:cubicBezTo>
                <a:cubicBezTo>
                  <a:pt x="13210" y="5053"/>
                  <a:pt x="13361" y="5054"/>
                  <a:pt x="13512" y="5054"/>
                </a:cubicBezTo>
                <a:cubicBezTo>
                  <a:pt x="13989" y="5056"/>
                  <a:pt x="14465" y="5058"/>
                  <a:pt x="14942" y="5058"/>
                </a:cubicBezTo>
                <a:cubicBezTo>
                  <a:pt x="27489" y="5058"/>
                  <a:pt x="40032" y="4129"/>
                  <a:pt x="52438" y="2273"/>
                </a:cubicBezTo>
                <a:lnTo>
                  <a:pt x="52438" y="2273"/>
                </a:lnTo>
                <a:lnTo>
                  <a:pt x="33878" y="2395"/>
                </a:lnTo>
                <a:lnTo>
                  <a:pt x="27122" y="2444"/>
                </a:lnTo>
                <a:cubicBezTo>
                  <a:pt x="24756" y="2468"/>
                  <a:pt x="22366" y="2468"/>
                  <a:pt x="19975" y="2468"/>
                </a:cubicBezTo>
                <a:cubicBezTo>
                  <a:pt x="14171" y="2468"/>
                  <a:pt x="8342" y="2371"/>
                  <a:pt x="2537" y="2200"/>
                </a:cubicBezTo>
                <a:cubicBezTo>
                  <a:pt x="7333" y="857"/>
                  <a:pt x="12295" y="151"/>
                  <a:pt x="17283" y="151"/>
                </a:cubicBezTo>
                <a:cubicBezTo>
                  <a:pt x="17367" y="151"/>
                  <a:pt x="17452" y="151"/>
                  <a:pt x="17536" y="151"/>
                </a:cubicBezTo>
                <a:cubicBezTo>
                  <a:pt x="14840" y="50"/>
                  <a:pt x="12149" y="1"/>
                  <a:pt x="9459"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40224236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433"/>
        <p:cNvGrpSpPr/>
        <p:nvPr/>
      </p:nvGrpSpPr>
      <p:grpSpPr>
        <a:xfrm>
          <a:off x="0" y="0"/>
          <a:ext cx="0" cy="0"/>
          <a:chOff x="0" y="0"/>
          <a:chExt cx="0" cy="0"/>
        </a:xfrm>
      </p:grpSpPr>
      <p:sp>
        <p:nvSpPr>
          <p:cNvPr id="434" name="Google Shape;434;p31"/>
          <p:cNvSpPr txBox="1">
            <a:spLocks noGrp="1"/>
          </p:cNvSpPr>
          <p:nvPr>
            <p:ph type="title"/>
          </p:nvPr>
        </p:nvSpPr>
        <p:spPr>
          <a:xfrm>
            <a:off x="950967" y="716800"/>
            <a:ext cx="73620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435" name="Google Shape;435;p31"/>
          <p:cNvSpPr txBox="1">
            <a:spLocks noGrp="1"/>
          </p:cNvSpPr>
          <p:nvPr>
            <p:ph type="title" idx="2"/>
          </p:nvPr>
        </p:nvSpPr>
        <p:spPr>
          <a:xfrm>
            <a:off x="2423200" y="4295900"/>
            <a:ext cx="2233600" cy="41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2200"/>
              <a:buNone/>
              <a:defRPr sz="3200" b="1">
                <a:solidFill>
                  <a:schemeClr val="accent3"/>
                </a:solidFill>
              </a:defRPr>
            </a:lvl1pPr>
            <a:lvl2pPr lvl="1" algn="ctr" rtl="0">
              <a:spcBef>
                <a:spcPts val="0"/>
              </a:spcBef>
              <a:spcAft>
                <a:spcPts val="0"/>
              </a:spcAft>
              <a:buSzPts val="3000"/>
              <a:buNone/>
              <a:defRPr>
                <a:latin typeface="Poppins"/>
                <a:ea typeface="Poppins"/>
                <a:cs typeface="Poppins"/>
                <a:sym typeface="Poppins"/>
              </a:defRPr>
            </a:lvl2pPr>
            <a:lvl3pPr lvl="2" algn="ctr" rtl="0">
              <a:spcBef>
                <a:spcPts val="0"/>
              </a:spcBef>
              <a:spcAft>
                <a:spcPts val="0"/>
              </a:spcAft>
              <a:buSzPts val="3000"/>
              <a:buNone/>
              <a:defRPr>
                <a:latin typeface="Poppins"/>
                <a:ea typeface="Poppins"/>
                <a:cs typeface="Poppins"/>
                <a:sym typeface="Poppins"/>
              </a:defRPr>
            </a:lvl3pPr>
            <a:lvl4pPr lvl="3" algn="ctr" rtl="0">
              <a:spcBef>
                <a:spcPts val="0"/>
              </a:spcBef>
              <a:spcAft>
                <a:spcPts val="0"/>
              </a:spcAft>
              <a:buSzPts val="3000"/>
              <a:buNone/>
              <a:defRPr>
                <a:latin typeface="Poppins"/>
                <a:ea typeface="Poppins"/>
                <a:cs typeface="Poppins"/>
                <a:sym typeface="Poppins"/>
              </a:defRPr>
            </a:lvl4pPr>
            <a:lvl5pPr lvl="4" algn="ctr" rtl="0">
              <a:spcBef>
                <a:spcPts val="0"/>
              </a:spcBef>
              <a:spcAft>
                <a:spcPts val="0"/>
              </a:spcAft>
              <a:buSzPts val="3000"/>
              <a:buNone/>
              <a:defRPr>
                <a:latin typeface="Poppins"/>
                <a:ea typeface="Poppins"/>
                <a:cs typeface="Poppins"/>
                <a:sym typeface="Poppins"/>
              </a:defRPr>
            </a:lvl5pPr>
            <a:lvl6pPr lvl="5" algn="ctr" rtl="0">
              <a:spcBef>
                <a:spcPts val="0"/>
              </a:spcBef>
              <a:spcAft>
                <a:spcPts val="0"/>
              </a:spcAft>
              <a:buSzPts val="3000"/>
              <a:buNone/>
              <a:defRPr>
                <a:latin typeface="Poppins"/>
                <a:ea typeface="Poppins"/>
                <a:cs typeface="Poppins"/>
                <a:sym typeface="Poppins"/>
              </a:defRPr>
            </a:lvl6pPr>
            <a:lvl7pPr lvl="6" algn="ctr" rtl="0">
              <a:spcBef>
                <a:spcPts val="0"/>
              </a:spcBef>
              <a:spcAft>
                <a:spcPts val="0"/>
              </a:spcAft>
              <a:buSzPts val="3000"/>
              <a:buNone/>
              <a:defRPr>
                <a:latin typeface="Poppins"/>
                <a:ea typeface="Poppins"/>
                <a:cs typeface="Poppins"/>
                <a:sym typeface="Poppins"/>
              </a:defRPr>
            </a:lvl7pPr>
            <a:lvl8pPr lvl="7" algn="ctr" rtl="0">
              <a:spcBef>
                <a:spcPts val="0"/>
              </a:spcBef>
              <a:spcAft>
                <a:spcPts val="0"/>
              </a:spcAft>
              <a:buSzPts val="3000"/>
              <a:buNone/>
              <a:defRPr>
                <a:latin typeface="Poppins"/>
                <a:ea typeface="Poppins"/>
                <a:cs typeface="Poppins"/>
                <a:sym typeface="Poppins"/>
              </a:defRPr>
            </a:lvl8pPr>
            <a:lvl9pPr lvl="8" algn="ctr"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436" name="Google Shape;436;p31"/>
          <p:cNvSpPr txBox="1">
            <a:spLocks noGrp="1"/>
          </p:cNvSpPr>
          <p:nvPr>
            <p:ph type="subTitle" idx="1"/>
          </p:nvPr>
        </p:nvSpPr>
        <p:spPr>
          <a:xfrm>
            <a:off x="1980200" y="4861032"/>
            <a:ext cx="3119600" cy="89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437" name="Google Shape;437;p31"/>
          <p:cNvSpPr txBox="1">
            <a:spLocks noGrp="1"/>
          </p:cNvSpPr>
          <p:nvPr>
            <p:ph type="title" idx="3"/>
          </p:nvPr>
        </p:nvSpPr>
        <p:spPr>
          <a:xfrm>
            <a:off x="7535200" y="4295900"/>
            <a:ext cx="2233600" cy="41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2200"/>
              <a:buNone/>
              <a:defRPr sz="3200" b="1">
                <a:solidFill>
                  <a:schemeClr val="accent3"/>
                </a:solidFill>
              </a:defRPr>
            </a:lvl1pPr>
            <a:lvl2pPr lvl="1" algn="ctr" rtl="0">
              <a:spcBef>
                <a:spcPts val="0"/>
              </a:spcBef>
              <a:spcAft>
                <a:spcPts val="0"/>
              </a:spcAft>
              <a:buSzPts val="3000"/>
              <a:buNone/>
              <a:defRPr>
                <a:latin typeface="Poppins"/>
                <a:ea typeface="Poppins"/>
                <a:cs typeface="Poppins"/>
                <a:sym typeface="Poppins"/>
              </a:defRPr>
            </a:lvl2pPr>
            <a:lvl3pPr lvl="2" algn="ctr" rtl="0">
              <a:spcBef>
                <a:spcPts val="0"/>
              </a:spcBef>
              <a:spcAft>
                <a:spcPts val="0"/>
              </a:spcAft>
              <a:buSzPts val="3000"/>
              <a:buNone/>
              <a:defRPr>
                <a:latin typeface="Poppins"/>
                <a:ea typeface="Poppins"/>
                <a:cs typeface="Poppins"/>
                <a:sym typeface="Poppins"/>
              </a:defRPr>
            </a:lvl3pPr>
            <a:lvl4pPr lvl="3" algn="ctr" rtl="0">
              <a:spcBef>
                <a:spcPts val="0"/>
              </a:spcBef>
              <a:spcAft>
                <a:spcPts val="0"/>
              </a:spcAft>
              <a:buSzPts val="3000"/>
              <a:buNone/>
              <a:defRPr>
                <a:latin typeface="Poppins"/>
                <a:ea typeface="Poppins"/>
                <a:cs typeface="Poppins"/>
                <a:sym typeface="Poppins"/>
              </a:defRPr>
            </a:lvl4pPr>
            <a:lvl5pPr lvl="4" algn="ctr" rtl="0">
              <a:spcBef>
                <a:spcPts val="0"/>
              </a:spcBef>
              <a:spcAft>
                <a:spcPts val="0"/>
              </a:spcAft>
              <a:buSzPts val="3000"/>
              <a:buNone/>
              <a:defRPr>
                <a:latin typeface="Poppins"/>
                <a:ea typeface="Poppins"/>
                <a:cs typeface="Poppins"/>
                <a:sym typeface="Poppins"/>
              </a:defRPr>
            </a:lvl5pPr>
            <a:lvl6pPr lvl="5" algn="ctr" rtl="0">
              <a:spcBef>
                <a:spcPts val="0"/>
              </a:spcBef>
              <a:spcAft>
                <a:spcPts val="0"/>
              </a:spcAft>
              <a:buSzPts val="3000"/>
              <a:buNone/>
              <a:defRPr>
                <a:latin typeface="Poppins"/>
                <a:ea typeface="Poppins"/>
                <a:cs typeface="Poppins"/>
                <a:sym typeface="Poppins"/>
              </a:defRPr>
            </a:lvl6pPr>
            <a:lvl7pPr lvl="6" algn="ctr" rtl="0">
              <a:spcBef>
                <a:spcPts val="0"/>
              </a:spcBef>
              <a:spcAft>
                <a:spcPts val="0"/>
              </a:spcAft>
              <a:buSzPts val="3000"/>
              <a:buNone/>
              <a:defRPr>
                <a:latin typeface="Poppins"/>
                <a:ea typeface="Poppins"/>
                <a:cs typeface="Poppins"/>
                <a:sym typeface="Poppins"/>
              </a:defRPr>
            </a:lvl7pPr>
            <a:lvl8pPr lvl="7" algn="ctr" rtl="0">
              <a:spcBef>
                <a:spcPts val="0"/>
              </a:spcBef>
              <a:spcAft>
                <a:spcPts val="0"/>
              </a:spcAft>
              <a:buSzPts val="3000"/>
              <a:buNone/>
              <a:defRPr>
                <a:latin typeface="Poppins"/>
                <a:ea typeface="Poppins"/>
                <a:cs typeface="Poppins"/>
                <a:sym typeface="Poppins"/>
              </a:defRPr>
            </a:lvl8pPr>
            <a:lvl9pPr lvl="8" algn="ctr" rtl="0">
              <a:spcBef>
                <a:spcPts val="0"/>
              </a:spcBef>
              <a:spcAft>
                <a:spcPts val="0"/>
              </a:spcAft>
              <a:buSzPts val="3000"/>
              <a:buNone/>
              <a:defRPr>
                <a:latin typeface="Poppins"/>
                <a:ea typeface="Poppins"/>
                <a:cs typeface="Poppins"/>
                <a:sym typeface="Poppins"/>
              </a:defRPr>
            </a:lvl9pPr>
          </a:lstStyle>
          <a:p>
            <a:r>
              <a:rPr lang="en-US"/>
              <a:t>Click to edit Master title style</a:t>
            </a:r>
            <a:endParaRPr/>
          </a:p>
        </p:txBody>
      </p:sp>
      <p:sp>
        <p:nvSpPr>
          <p:cNvPr id="438" name="Google Shape;438;p31"/>
          <p:cNvSpPr txBox="1">
            <a:spLocks noGrp="1"/>
          </p:cNvSpPr>
          <p:nvPr>
            <p:ph type="subTitle" idx="4"/>
          </p:nvPr>
        </p:nvSpPr>
        <p:spPr>
          <a:xfrm>
            <a:off x="7092200" y="4861032"/>
            <a:ext cx="3119600" cy="89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35096742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39"/>
        <p:cNvGrpSpPr/>
        <p:nvPr/>
      </p:nvGrpSpPr>
      <p:grpSpPr>
        <a:xfrm>
          <a:off x="0" y="0"/>
          <a:ext cx="0" cy="0"/>
          <a:chOff x="0" y="0"/>
          <a:chExt cx="0" cy="0"/>
        </a:xfrm>
      </p:grpSpPr>
      <p:sp>
        <p:nvSpPr>
          <p:cNvPr id="440" name="Google Shape;440;p32"/>
          <p:cNvSpPr txBox="1">
            <a:spLocks noGrp="1"/>
          </p:cNvSpPr>
          <p:nvPr>
            <p:ph type="title"/>
          </p:nvPr>
        </p:nvSpPr>
        <p:spPr>
          <a:xfrm>
            <a:off x="2797800" y="2726084"/>
            <a:ext cx="6596400" cy="571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3000"/>
              <a:buNone/>
              <a:defRPr sz="3733">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441" name="Google Shape;441;p32"/>
          <p:cNvSpPr txBox="1">
            <a:spLocks noGrp="1"/>
          </p:cNvSpPr>
          <p:nvPr>
            <p:ph type="subTitle" idx="1"/>
          </p:nvPr>
        </p:nvSpPr>
        <p:spPr>
          <a:xfrm>
            <a:off x="2797800" y="1117984"/>
            <a:ext cx="6596400" cy="1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26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442" name="Google Shape;442;p32"/>
          <p:cNvSpPr/>
          <p:nvPr/>
        </p:nvSpPr>
        <p:spPr>
          <a:xfrm>
            <a:off x="9683567" y="3427400"/>
            <a:ext cx="2035200" cy="2035200"/>
          </a:xfrm>
          <a:prstGeom prst="ellipse">
            <a:avLst/>
          </a:pr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43" name="Google Shape;443;p32"/>
          <p:cNvGrpSpPr/>
          <p:nvPr/>
        </p:nvGrpSpPr>
        <p:grpSpPr>
          <a:xfrm>
            <a:off x="-742533" y="3091756"/>
            <a:ext cx="3386996" cy="3175256"/>
            <a:chOff x="0" y="2372765"/>
            <a:chExt cx="2893550" cy="2712657"/>
          </a:xfrm>
        </p:grpSpPr>
        <p:sp>
          <p:nvSpPr>
            <p:cNvPr id="444" name="Google Shape;444;p32"/>
            <p:cNvSpPr/>
            <p:nvPr/>
          </p:nvSpPr>
          <p:spPr>
            <a:xfrm>
              <a:off x="0" y="2372765"/>
              <a:ext cx="2893550" cy="1361820"/>
            </a:xfrm>
            <a:custGeom>
              <a:avLst/>
              <a:gdLst/>
              <a:ahLst/>
              <a:cxnLst/>
              <a:rect l="l" t="t" r="r" b="b"/>
              <a:pathLst>
                <a:path w="59043" h="27788" extrusionOk="0">
                  <a:moveTo>
                    <a:pt x="31223" y="1"/>
                  </a:moveTo>
                  <a:lnTo>
                    <a:pt x="18814" y="18380"/>
                  </a:lnTo>
                  <a:lnTo>
                    <a:pt x="2569" y="22683"/>
                  </a:lnTo>
                  <a:lnTo>
                    <a:pt x="1" y="27787"/>
                  </a:lnTo>
                  <a:lnTo>
                    <a:pt x="59043" y="27787"/>
                  </a:lnTo>
                  <a:lnTo>
                    <a:pt x="49203" y="24818"/>
                  </a:lnTo>
                  <a:lnTo>
                    <a:pt x="45767" y="18380"/>
                  </a:lnTo>
                  <a:lnTo>
                    <a:pt x="45767" y="11542"/>
                  </a:lnTo>
                  <a:lnTo>
                    <a:pt x="312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5" name="Google Shape;445;p32"/>
            <p:cNvSpPr/>
            <p:nvPr/>
          </p:nvSpPr>
          <p:spPr>
            <a:xfrm>
              <a:off x="922020" y="2372765"/>
              <a:ext cx="608183" cy="1361820"/>
            </a:xfrm>
            <a:custGeom>
              <a:avLst/>
              <a:gdLst/>
              <a:ahLst/>
              <a:cxnLst/>
              <a:rect l="l" t="t" r="r" b="b"/>
              <a:pathLst>
                <a:path w="12410" h="27788" extrusionOk="0">
                  <a:moveTo>
                    <a:pt x="12409" y="1"/>
                  </a:moveTo>
                  <a:lnTo>
                    <a:pt x="0" y="18380"/>
                  </a:lnTo>
                  <a:lnTo>
                    <a:pt x="2235" y="27787"/>
                  </a:lnTo>
                  <a:lnTo>
                    <a:pt x="7572" y="19448"/>
                  </a:lnTo>
                  <a:lnTo>
                    <a:pt x="1240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6" name="Google Shape;446;p32"/>
            <p:cNvSpPr/>
            <p:nvPr/>
          </p:nvSpPr>
          <p:spPr>
            <a:xfrm>
              <a:off x="0" y="3484394"/>
              <a:ext cx="580396" cy="250183"/>
            </a:xfrm>
            <a:custGeom>
              <a:avLst/>
              <a:gdLst/>
              <a:ahLst/>
              <a:cxnLst/>
              <a:rect l="l" t="t" r="r" b="b"/>
              <a:pathLst>
                <a:path w="11843" h="5105" extrusionOk="0">
                  <a:moveTo>
                    <a:pt x="2569" y="0"/>
                  </a:moveTo>
                  <a:lnTo>
                    <a:pt x="1" y="5104"/>
                  </a:lnTo>
                  <a:lnTo>
                    <a:pt x="11843" y="5104"/>
                  </a:lnTo>
                  <a:lnTo>
                    <a:pt x="256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7" name="Google Shape;447;p32"/>
            <p:cNvSpPr/>
            <p:nvPr/>
          </p:nvSpPr>
          <p:spPr>
            <a:xfrm>
              <a:off x="1031551" y="3325807"/>
              <a:ext cx="498651" cy="408772"/>
            </a:xfrm>
            <a:custGeom>
              <a:avLst/>
              <a:gdLst/>
              <a:ahLst/>
              <a:cxnLst/>
              <a:rect l="l" t="t" r="r" b="b"/>
              <a:pathLst>
                <a:path w="10175" h="8341" extrusionOk="0">
                  <a:moveTo>
                    <a:pt x="5337" y="1"/>
                  </a:moveTo>
                  <a:lnTo>
                    <a:pt x="0" y="8340"/>
                  </a:lnTo>
                  <a:lnTo>
                    <a:pt x="10174" y="8340"/>
                  </a:lnTo>
                  <a:lnTo>
                    <a:pt x="53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8" name="Google Shape;448;p32"/>
            <p:cNvSpPr/>
            <p:nvPr/>
          </p:nvSpPr>
          <p:spPr>
            <a:xfrm>
              <a:off x="1968223" y="3273516"/>
              <a:ext cx="443077" cy="461063"/>
            </a:xfrm>
            <a:custGeom>
              <a:avLst/>
              <a:gdLst/>
              <a:ahLst/>
              <a:cxnLst/>
              <a:rect l="l" t="t" r="r" b="b"/>
              <a:pathLst>
                <a:path w="9041" h="9408" extrusionOk="0">
                  <a:moveTo>
                    <a:pt x="5605" y="0"/>
                  </a:moveTo>
                  <a:lnTo>
                    <a:pt x="1" y="9407"/>
                  </a:lnTo>
                  <a:lnTo>
                    <a:pt x="8740" y="9407"/>
                  </a:lnTo>
                  <a:lnTo>
                    <a:pt x="9041" y="6438"/>
                  </a:lnTo>
                  <a:lnTo>
                    <a:pt x="560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9" name="Google Shape;449;p32"/>
            <p:cNvSpPr/>
            <p:nvPr/>
          </p:nvSpPr>
          <p:spPr>
            <a:xfrm>
              <a:off x="1968223" y="3273516"/>
              <a:ext cx="274687" cy="461063"/>
            </a:xfrm>
            <a:custGeom>
              <a:avLst/>
              <a:gdLst/>
              <a:ahLst/>
              <a:cxnLst/>
              <a:rect l="l" t="t" r="r" b="b"/>
              <a:pathLst>
                <a:path w="5605" h="9408" extrusionOk="0">
                  <a:moveTo>
                    <a:pt x="5605" y="0"/>
                  </a:moveTo>
                  <a:lnTo>
                    <a:pt x="1" y="9407"/>
                  </a:lnTo>
                  <a:lnTo>
                    <a:pt x="4504" y="9407"/>
                  </a:lnTo>
                  <a:cubicBezTo>
                    <a:pt x="3870" y="9407"/>
                    <a:pt x="5605" y="1"/>
                    <a:pt x="56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0" name="Google Shape;450;p32"/>
            <p:cNvSpPr/>
            <p:nvPr/>
          </p:nvSpPr>
          <p:spPr>
            <a:xfrm>
              <a:off x="580342" y="3273516"/>
              <a:ext cx="451261" cy="461063"/>
            </a:xfrm>
            <a:custGeom>
              <a:avLst/>
              <a:gdLst/>
              <a:ahLst/>
              <a:cxnLst/>
              <a:rect l="l" t="t" r="r" b="b"/>
              <a:pathLst>
                <a:path w="9208" h="9408" extrusionOk="0">
                  <a:moveTo>
                    <a:pt x="6972" y="0"/>
                  </a:moveTo>
                  <a:lnTo>
                    <a:pt x="1" y="1835"/>
                  </a:lnTo>
                  <a:lnTo>
                    <a:pt x="6072" y="7172"/>
                  </a:lnTo>
                  <a:lnTo>
                    <a:pt x="6972" y="4303"/>
                  </a:lnTo>
                  <a:lnTo>
                    <a:pt x="9207" y="9407"/>
                  </a:lnTo>
                  <a:lnTo>
                    <a:pt x="69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1" name="Google Shape;451;p32"/>
            <p:cNvSpPr/>
            <p:nvPr/>
          </p:nvSpPr>
          <p:spPr>
            <a:xfrm>
              <a:off x="1293101" y="2372765"/>
              <a:ext cx="675176" cy="1157459"/>
            </a:xfrm>
            <a:custGeom>
              <a:avLst/>
              <a:gdLst/>
              <a:ahLst/>
              <a:cxnLst/>
              <a:rect l="l" t="t" r="r" b="b"/>
              <a:pathLst>
                <a:path w="13777" h="23618" extrusionOk="0">
                  <a:moveTo>
                    <a:pt x="4837" y="1"/>
                  </a:moveTo>
                  <a:lnTo>
                    <a:pt x="0" y="19448"/>
                  </a:lnTo>
                  <a:lnTo>
                    <a:pt x="3136" y="12343"/>
                  </a:lnTo>
                  <a:lnTo>
                    <a:pt x="5638" y="11709"/>
                  </a:lnTo>
                  <a:lnTo>
                    <a:pt x="8606" y="17513"/>
                  </a:lnTo>
                  <a:lnTo>
                    <a:pt x="13777" y="23617"/>
                  </a:lnTo>
                  <a:lnTo>
                    <a:pt x="11308" y="17380"/>
                  </a:lnTo>
                  <a:lnTo>
                    <a:pt x="10675" y="11709"/>
                  </a:lnTo>
                  <a:lnTo>
                    <a:pt x="48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2" name="Google Shape;452;p32"/>
            <p:cNvSpPr/>
            <p:nvPr/>
          </p:nvSpPr>
          <p:spPr>
            <a:xfrm>
              <a:off x="1293101" y="2946541"/>
              <a:ext cx="276304" cy="788041"/>
            </a:xfrm>
            <a:custGeom>
              <a:avLst/>
              <a:gdLst/>
              <a:ahLst/>
              <a:cxnLst/>
              <a:rect l="l" t="t" r="r" b="b"/>
              <a:pathLst>
                <a:path w="5638" h="16080" extrusionOk="0">
                  <a:moveTo>
                    <a:pt x="5638" y="1"/>
                  </a:moveTo>
                  <a:lnTo>
                    <a:pt x="3136" y="635"/>
                  </a:lnTo>
                  <a:lnTo>
                    <a:pt x="0" y="7740"/>
                  </a:lnTo>
                  <a:lnTo>
                    <a:pt x="4837" y="16079"/>
                  </a:lnTo>
                  <a:lnTo>
                    <a:pt x="3136" y="9441"/>
                  </a:lnTo>
                  <a:lnTo>
                    <a:pt x="563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3" name="Google Shape;453;p32"/>
            <p:cNvSpPr/>
            <p:nvPr/>
          </p:nvSpPr>
          <p:spPr>
            <a:xfrm>
              <a:off x="125899" y="3484394"/>
              <a:ext cx="251801" cy="250183"/>
            </a:xfrm>
            <a:custGeom>
              <a:avLst/>
              <a:gdLst/>
              <a:ahLst/>
              <a:cxnLst/>
              <a:rect l="l" t="t" r="r" b="b"/>
              <a:pathLst>
                <a:path w="5138" h="5105" extrusionOk="0">
                  <a:moveTo>
                    <a:pt x="0" y="0"/>
                  </a:moveTo>
                  <a:lnTo>
                    <a:pt x="2802" y="5104"/>
                  </a:lnTo>
                  <a:lnTo>
                    <a:pt x="5137" y="510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4" name="Google Shape;454;p32"/>
            <p:cNvSpPr/>
            <p:nvPr/>
          </p:nvSpPr>
          <p:spPr>
            <a:xfrm rot="10800000" flipH="1">
              <a:off x="0" y="3723602"/>
              <a:ext cx="2893550" cy="1361820"/>
            </a:xfrm>
            <a:custGeom>
              <a:avLst/>
              <a:gdLst/>
              <a:ahLst/>
              <a:cxnLst/>
              <a:rect l="l" t="t" r="r" b="b"/>
              <a:pathLst>
                <a:path w="59043" h="27788" extrusionOk="0">
                  <a:moveTo>
                    <a:pt x="31223" y="1"/>
                  </a:moveTo>
                  <a:lnTo>
                    <a:pt x="18814" y="18380"/>
                  </a:lnTo>
                  <a:lnTo>
                    <a:pt x="2569" y="22683"/>
                  </a:lnTo>
                  <a:lnTo>
                    <a:pt x="1" y="27787"/>
                  </a:lnTo>
                  <a:lnTo>
                    <a:pt x="59043" y="27787"/>
                  </a:lnTo>
                  <a:lnTo>
                    <a:pt x="49203" y="24818"/>
                  </a:lnTo>
                  <a:lnTo>
                    <a:pt x="45767" y="18380"/>
                  </a:lnTo>
                  <a:lnTo>
                    <a:pt x="45767" y="11542"/>
                  </a:lnTo>
                  <a:lnTo>
                    <a:pt x="31223" y="1"/>
                  </a:lnTo>
                  <a:close/>
                </a:path>
              </a:pathLst>
            </a:custGeom>
            <a:solidFill>
              <a:srgbClr val="6B919E">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55" name="Google Shape;455;p32"/>
          <p:cNvSpPr/>
          <p:nvPr/>
        </p:nvSpPr>
        <p:spPr>
          <a:xfrm>
            <a:off x="1100" y="4690000"/>
            <a:ext cx="12192085" cy="2168077"/>
          </a:xfrm>
          <a:custGeom>
            <a:avLst/>
            <a:gdLst/>
            <a:ahLst/>
            <a:cxnLst/>
            <a:rect l="l" t="t" r="r" b="b"/>
            <a:pathLst>
              <a:path w="208483" h="100173" extrusionOk="0">
                <a:moveTo>
                  <a:pt x="0" y="1"/>
                </a:moveTo>
                <a:lnTo>
                  <a:pt x="208482" y="1"/>
                </a:lnTo>
                <a:lnTo>
                  <a:pt x="208482" y="100172"/>
                </a:lnTo>
                <a:lnTo>
                  <a:pt x="0" y="100172"/>
                </a:lnTo>
                <a:close/>
              </a:path>
            </a:pathLst>
          </a:custGeom>
          <a:gradFill>
            <a:gsLst>
              <a:gs pos="0">
                <a:srgbClr val="D0F3FF">
                  <a:alpha val="32549"/>
                </a:srgbClr>
              </a:gs>
              <a:gs pos="50000">
                <a:srgbClr val="FFFFFF">
                  <a:alpha val="0"/>
                </a:srgbClr>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6" name="Google Shape;456;p32"/>
          <p:cNvSpPr/>
          <p:nvPr/>
        </p:nvSpPr>
        <p:spPr>
          <a:xfrm>
            <a:off x="240682" y="2055967"/>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7" name="Google Shape;457;p32"/>
          <p:cNvSpPr/>
          <p:nvPr/>
        </p:nvSpPr>
        <p:spPr>
          <a:xfrm flipH="1">
            <a:off x="1505748" y="2631616"/>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8" name="Google Shape;458;p32"/>
          <p:cNvSpPr/>
          <p:nvPr/>
        </p:nvSpPr>
        <p:spPr>
          <a:xfrm>
            <a:off x="11241048" y="3781683"/>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5331381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59"/>
        <p:cNvGrpSpPr/>
        <p:nvPr/>
      </p:nvGrpSpPr>
      <p:grpSpPr>
        <a:xfrm>
          <a:off x="0" y="0"/>
          <a:ext cx="0" cy="0"/>
          <a:chOff x="0" y="0"/>
          <a:chExt cx="0" cy="0"/>
        </a:xfrm>
      </p:grpSpPr>
      <p:sp>
        <p:nvSpPr>
          <p:cNvPr id="460" name="Google Shape;460;p33"/>
          <p:cNvSpPr txBox="1">
            <a:spLocks noGrp="1"/>
          </p:cNvSpPr>
          <p:nvPr>
            <p:ph type="title"/>
          </p:nvPr>
        </p:nvSpPr>
        <p:spPr>
          <a:xfrm>
            <a:off x="1910567" y="1003733"/>
            <a:ext cx="4408800" cy="119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9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461" name="Google Shape;461;p33"/>
          <p:cNvSpPr txBox="1"/>
          <p:nvPr/>
        </p:nvSpPr>
        <p:spPr>
          <a:xfrm>
            <a:off x="1767800" y="4574116"/>
            <a:ext cx="4705200" cy="921200"/>
          </a:xfrm>
          <a:prstGeom prst="rect">
            <a:avLst/>
          </a:prstGeom>
          <a:noFill/>
          <a:ln>
            <a:noFill/>
          </a:ln>
        </p:spPr>
        <p:txBody>
          <a:bodyPr spcFirstLastPara="1" wrap="square" lIns="121900" tIns="121900" rIns="121900" bIns="121900" anchor="t" anchorCtr="0">
            <a:noAutofit/>
          </a:bodyPr>
          <a:lstStyle/>
          <a:p>
            <a:pPr marL="0" lvl="0" indent="0" algn="ctr" rtl="0">
              <a:lnSpc>
                <a:spcPct val="100000"/>
              </a:lnSpc>
              <a:spcBef>
                <a:spcPts val="0"/>
              </a:spcBef>
              <a:spcAft>
                <a:spcPts val="0"/>
              </a:spcAft>
              <a:buNone/>
            </a:pPr>
            <a:r>
              <a:rPr lang="en" sz="1600">
                <a:solidFill>
                  <a:srgbClr val="FFFFFF"/>
                </a:solidFill>
                <a:latin typeface="Poppins"/>
                <a:ea typeface="Poppins"/>
                <a:cs typeface="Poppins"/>
                <a:sym typeface="Poppins"/>
              </a:rPr>
              <a:t>CREDITS: This presentation template was created by </a:t>
            </a:r>
            <a:r>
              <a:rPr lang="en" sz="1600" b="1">
                <a:solidFill>
                  <a:srgbClr val="FFFFFF"/>
                </a:solidFill>
                <a:uFill>
                  <a:noFill/>
                </a:uFill>
                <a:latin typeface="Poppins"/>
                <a:ea typeface="Poppins"/>
                <a:cs typeface="Poppins"/>
                <a:sym typeface="Poppins"/>
                <a:hlinkClick r:id="rId2">
                  <a:extLst>
                    <a:ext uri="{A12FA001-AC4F-418D-AE19-62706E023703}">
                      <ahyp:hlinkClr xmlns:ahyp="http://schemas.microsoft.com/office/drawing/2018/hyperlinkcolor" val="tx"/>
                    </a:ext>
                  </a:extLst>
                </a:hlinkClick>
              </a:rPr>
              <a:t>Slidesgo</a:t>
            </a:r>
            <a:r>
              <a:rPr lang="en" sz="1600">
                <a:solidFill>
                  <a:srgbClr val="FFFFFF"/>
                </a:solidFill>
                <a:latin typeface="Poppins"/>
                <a:ea typeface="Poppins"/>
                <a:cs typeface="Poppins"/>
                <a:sym typeface="Poppins"/>
              </a:rPr>
              <a:t>, including icons by </a:t>
            </a:r>
            <a:r>
              <a:rPr lang="en" sz="1600" b="1">
                <a:solidFill>
                  <a:srgbClr val="FFFFFF"/>
                </a:solidFill>
                <a:uFill>
                  <a:noFill/>
                </a:uFill>
                <a:latin typeface="Poppins"/>
                <a:ea typeface="Poppins"/>
                <a:cs typeface="Poppins"/>
                <a:sym typeface="Poppins"/>
                <a:hlinkClick r:id="rId3">
                  <a:extLst>
                    <a:ext uri="{A12FA001-AC4F-418D-AE19-62706E023703}">
                      <ahyp:hlinkClr xmlns:ahyp="http://schemas.microsoft.com/office/drawing/2018/hyperlinkcolor" val="tx"/>
                    </a:ext>
                  </a:extLst>
                </a:hlinkClick>
              </a:rPr>
              <a:t>Flaticon</a:t>
            </a:r>
            <a:r>
              <a:rPr lang="en" sz="1600">
                <a:solidFill>
                  <a:srgbClr val="FFFFFF"/>
                </a:solidFill>
                <a:latin typeface="Poppins"/>
                <a:ea typeface="Poppins"/>
                <a:cs typeface="Poppins"/>
                <a:sym typeface="Poppins"/>
              </a:rPr>
              <a:t>, infographics &amp; images by </a:t>
            </a:r>
            <a:r>
              <a:rPr lang="en" sz="1600" b="1">
                <a:solidFill>
                  <a:srgbClr val="FFFFFF"/>
                </a:solidFill>
                <a:uFill>
                  <a:noFill/>
                </a:uFill>
                <a:latin typeface="Poppins"/>
                <a:ea typeface="Poppins"/>
                <a:cs typeface="Poppins"/>
                <a:sym typeface="Poppins"/>
                <a:hlinkClick r:id="rId4">
                  <a:extLst>
                    <a:ext uri="{A12FA001-AC4F-418D-AE19-62706E023703}">
                      <ahyp:hlinkClr xmlns:ahyp="http://schemas.microsoft.com/office/drawing/2018/hyperlinkcolor" val="tx"/>
                    </a:ext>
                  </a:extLst>
                </a:hlinkClick>
              </a:rPr>
              <a:t>Freepik</a:t>
            </a:r>
            <a:r>
              <a:rPr lang="en" sz="1600">
                <a:solidFill>
                  <a:srgbClr val="FFFFFF"/>
                </a:solidFill>
                <a:latin typeface="Poppins"/>
                <a:ea typeface="Poppins"/>
                <a:cs typeface="Poppins"/>
                <a:sym typeface="Poppins"/>
              </a:rPr>
              <a:t> </a:t>
            </a:r>
            <a:endParaRPr sz="1600">
              <a:solidFill>
                <a:srgbClr val="FFFFFF"/>
              </a:solidFill>
              <a:latin typeface="Poppins"/>
              <a:ea typeface="Poppins"/>
              <a:cs typeface="Poppins"/>
              <a:sym typeface="Poppins"/>
            </a:endParaRPr>
          </a:p>
        </p:txBody>
      </p:sp>
      <p:sp>
        <p:nvSpPr>
          <p:cNvPr id="462" name="Google Shape;462;p33"/>
          <p:cNvSpPr txBox="1">
            <a:spLocks noGrp="1"/>
          </p:cNvSpPr>
          <p:nvPr>
            <p:ph type="subTitle" idx="1"/>
          </p:nvPr>
        </p:nvSpPr>
        <p:spPr>
          <a:xfrm>
            <a:off x="1917088" y="2603461"/>
            <a:ext cx="4408800" cy="1632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463" name="Google Shape;463;p33"/>
          <p:cNvSpPr/>
          <p:nvPr/>
        </p:nvSpPr>
        <p:spPr>
          <a:xfrm>
            <a:off x="1100" y="3415734"/>
            <a:ext cx="12192085" cy="3442279"/>
          </a:xfrm>
          <a:custGeom>
            <a:avLst/>
            <a:gdLst/>
            <a:ahLst/>
            <a:cxnLst/>
            <a:rect l="l" t="t" r="r" b="b"/>
            <a:pathLst>
              <a:path w="208483" h="100173" extrusionOk="0">
                <a:moveTo>
                  <a:pt x="0" y="1"/>
                </a:moveTo>
                <a:lnTo>
                  <a:pt x="208482" y="1"/>
                </a:lnTo>
                <a:lnTo>
                  <a:pt x="208482" y="100172"/>
                </a:lnTo>
                <a:lnTo>
                  <a:pt x="0" y="100172"/>
                </a:lnTo>
                <a:close/>
              </a:path>
            </a:pathLst>
          </a:custGeom>
          <a:gradFill>
            <a:gsLst>
              <a:gs pos="0">
                <a:srgbClr val="D0F3FF">
                  <a:alpha val="32549"/>
                </a:srgbClr>
              </a:gs>
              <a:gs pos="50000">
                <a:srgbClr val="FFFFFF">
                  <a:alpha val="0"/>
                </a:srgbClr>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64" name="Google Shape;464;p33"/>
          <p:cNvGrpSpPr/>
          <p:nvPr/>
        </p:nvGrpSpPr>
        <p:grpSpPr>
          <a:xfrm>
            <a:off x="6805992" y="1796375"/>
            <a:ext cx="2365893" cy="3265296"/>
            <a:chOff x="4833750" y="783525"/>
            <a:chExt cx="2141467" cy="2955553"/>
          </a:xfrm>
        </p:grpSpPr>
        <p:sp>
          <p:nvSpPr>
            <p:cNvPr id="465" name="Google Shape;465;p33"/>
            <p:cNvSpPr/>
            <p:nvPr/>
          </p:nvSpPr>
          <p:spPr>
            <a:xfrm>
              <a:off x="4833750" y="783525"/>
              <a:ext cx="2141467" cy="1477778"/>
            </a:xfrm>
            <a:custGeom>
              <a:avLst/>
              <a:gdLst/>
              <a:ahLst/>
              <a:cxnLst/>
              <a:rect l="l" t="t" r="r" b="b"/>
              <a:pathLst>
                <a:path w="52739" h="36394" extrusionOk="0">
                  <a:moveTo>
                    <a:pt x="13477" y="1"/>
                  </a:moveTo>
                  <a:lnTo>
                    <a:pt x="4704" y="7006"/>
                  </a:lnTo>
                  <a:lnTo>
                    <a:pt x="4004" y="16313"/>
                  </a:lnTo>
                  <a:lnTo>
                    <a:pt x="1" y="23885"/>
                  </a:lnTo>
                  <a:lnTo>
                    <a:pt x="1" y="36394"/>
                  </a:lnTo>
                  <a:lnTo>
                    <a:pt x="52739" y="36394"/>
                  </a:lnTo>
                  <a:lnTo>
                    <a:pt x="50070" y="32057"/>
                  </a:lnTo>
                  <a:lnTo>
                    <a:pt x="46901" y="28355"/>
                  </a:lnTo>
                  <a:lnTo>
                    <a:pt x="44199" y="15545"/>
                  </a:lnTo>
                  <a:lnTo>
                    <a:pt x="36594" y="7006"/>
                  </a:lnTo>
                  <a:lnTo>
                    <a:pt x="32824" y="7006"/>
                  </a:lnTo>
                  <a:lnTo>
                    <a:pt x="27721" y="1302"/>
                  </a:lnTo>
                  <a:lnTo>
                    <a:pt x="21249" y="1"/>
                  </a:lnTo>
                  <a:lnTo>
                    <a:pt x="16880" y="3770"/>
                  </a:lnTo>
                  <a:lnTo>
                    <a:pt x="134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6" name="Google Shape;466;p33"/>
            <p:cNvSpPr/>
            <p:nvPr/>
          </p:nvSpPr>
          <p:spPr>
            <a:xfrm>
              <a:off x="4833750" y="783525"/>
              <a:ext cx="1148634" cy="1477778"/>
            </a:xfrm>
            <a:custGeom>
              <a:avLst/>
              <a:gdLst/>
              <a:ahLst/>
              <a:cxnLst/>
              <a:rect l="l" t="t" r="r" b="b"/>
              <a:pathLst>
                <a:path w="28288" h="36394" extrusionOk="0">
                  <a:moveTo>
                    <a:pt x="13477" y="1"/>
                  </a:moveTo>
                  <a:lnTo>
                    <a:pt x="4704" y="7006"/>
                  </a:lnTo>
                  <a:lnTo>
                    <a:pt x="4004" y="16313"/>
                  </a:lnTo>
                  <a:lnTo>
                    <a:pt x="1" y="23885"/>
                  </a:lnTo>
                  <a:lnTo>
                    <a:pt x="1" y="36394"/>
                  </a:lnTo>
                  <a:lnTo>
                    <a:pt x="28288" y="36394"/>
                  </a:lnTo>
                  <a:lnTo>
                    <a:pt x="21116" y="27988"/>
                  </a:lnTo>
                  <a:lnTo>
                    <a:pt x="14678" y="24352"/>
                  </a:lnTo>
                  <a:lnTo>
                    <a:pt x="15378" y="12777"/>
                  </a:lnTo>
                  <a:lnTo>
                    <a:pt x="11709" y="6039"/>
                  </a:lnTo>
                  <a:lnTo>
                    <a:pt x="134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7" name="Google Shape;467;p33"/>
            <p:cNvSpPr/>
            <p:nvPr/>
          </p:nvSpPr>
          <p:spPr>
            <a:xfrm>
              <a:off x="6166571" y="1067964"/>
              <a:ext cx="274977" cy="302101"/>
            </a:xfrm>
            <a:custGeom>
              <a:avLst/>
              <a:gdLst/>
              <a:ahLst/>
              <a:cxnLst/>
              <a:rect l="l" t="t" r="r" b="b"/>
              <a:pathLst>
                <a:path w="6772" h="7440" extrusionOk="0">
                  <a:moveTo>
                    <a:pt x="0" y="1"/>
                  </a:moveTo>
                  <a:lnTo>
                    <a:pt x="2535" y="802"/>
                  </a:lnTo>
                  <a:lnTo>
                    <a:pt x="6772" y="7440"/>
                  </a:lnTo>
                  <a:lnTo>
                    <a:pt x="37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8" name="Google Shape;468;p33"/>
            <p:cNvSpPr/>
            <p:nvPr/>
          </p:nvSpPr>
          <p:spPr>
            <a:xfrm>
              <a:off x="5519123" y="783525"/>
              <a:ext cx="283139" cy="284479"/>
            </a:xfrm>
            <a:custGeom>
              <a:avLst/>
              <a:gdLst/>
              <a:ahLst/>
              <a:cxnLst/>
              <a:rect l="l" t="t" r="r" b="b"/>
              <a:pathLst>
                <a:path w="6973" h="7006" extrusionOk="0">
                  <a:moveTo>
                    <a:pt x="4370" y="1"/>
                  </a:moveTo>
                  <a:lnTo>
                    <a:pt x="1" y="3770"/>
                  </a:lnTo>
                  <a:lnTo>
                    <a:pt x="6972" y="7006"/>
                  </a:lnTo>
                  <a:lnTo>
                    <a:pt x="43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9" name="Google Shape;469;p33"/>
            <p:cNvSpPr/>
            <p:nvPr/>
          </p:nvSpPr>
          <p:spPr>
            <a:xfrm>
              <a:off x="6738168" y="1934842"/>
              <a:ext cx="128677" cy="205908"/>
            </a:xfrm>
            <a:custGeom>
              <a:avLst/>
              <a:gdLst/>
              <a:ahLst/>
              <a:cxnLst/>
              <a:rect l="l" t="t" r="r" b="b"/>
              <a:pathLst>
                <a:path w="3169" h="5071" extrusionOk="0">
                  <a:moveTo>
                    <a:pt x="0" y="1"/>
                  </a:moveTo>
                  <a:lnTo>
                    <a:pt x="2202" y="5071"/>
                  </a:lnTo>
                  <a:lnTo>
                    <a:pt x="3169" y="3703"/>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0" name="Google Shape;470;p33"/>
            <p:cNvSpPr/>
            <p:nvPr/>
          </p:nvSpPr>
          <p:spPr>
            <a:xfrm>
              <a:off x="5454114" y="1302296"/>
              <a:ext cx="423997" cy="67770"/>
            </a:xfrm>
            <a:custGeom>
              <a:avLst/>
              <a:gdLst/>
              <a:ahLst/>
              <a:cxnLst/>
              <a:rect l="l" t="t" r="r" b="b"/>
              <a:pathLst>
                <a:path w="10442" h="1669" extrusionOk="0">
                  <a:moveTo>
                    <a:pt x="100" y="1"/>
                  </a:moveTo>
                  <a:lnTo>
                    <a:pt x="0" y="1669"/>
                  </a:lnTo>
                  <a:lnTo>
                    <a:pt x="10441" y="1669"/>
                  </a:lnTo>
                  <a:lnTo>
                    <a:pt x="10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1" name="Google Shape;471;p33"/>
            <p:cNvSpPr/>
            <p:nvPr/>
          </p:nvSpPr>
          <p:spPr>
            <a:xfrm>
              <a:off x="6285746" y="1471619"/>
              <a:ext cx="426718" cy="789686"/>
            </a:xfrm>
            <a:custGeom>
              <a:avLst/>
              <a:gdLst/>
              <a:ahLst/>
              <a:cxnLst/>
              <a:rect l="l" t="t" r="r" b="b"/>
              <a:pathLst>
                <a:path w="10509" h="19448" extrusionOk="0">
                  <a:moveTo>
                    <a:pt x="1" y="0"/>
                  </a:moveTo>
                  <a:lnTo>
                    <a:pt x="3837" y="3503"/>
                  </a:lnTo>
                  <a:lnTo>
                    <a:pt x="5238" y="12543"/>
                  </a:lnTo>
                  <a:lnTo>
                    <a:pt x="2469" y="6939"/>
                  </a:lnTo>
                  <a:lnTo>
                    <a:pt x="5238" y="19448"/>
                  </a:lnTo>
                  <a:lnTo>
                    <a:pt x="10508" y="19448"/>
                  </a:lnTo>
                  <a:lnTo>
                    <a:pt x="4404" y="2502"/>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2" name="Google Shape;472;p33"/>
            <p:cNvSpPr/>
            <p:nvPr/>
          </p:nvSpPr>
          <p:spPr>
            <a:xfrm>
              <a:off x="5429710" y="1370025"/>
              <a:ext cx="448401" cy="549954"/>
            </a:xfrm>
            <a:custGeom>
              <a:avLst/>
              <a:gdLst/>
              <a:ahLst/>
              <a:cxnLst/>
              <a:rect l="l" t="t" r="r" b="b"/>
              <a:pathLst>
                <a:path w="11043" h="13544" extrusionOk="0">
                  <a:moveTo>
                    <a:pt x="601" y="1"/>
                  </a:moveTo>
                  <a:lnTo>
                    <a:pt x="1" y="9908"/>
                  </a:lnTo>
                  <a:lnTo>
                    <a:pt x="6439" y="13544"/>
                  </a:lnTo>
                  <a:lnTo>
                    <a:pt x="1104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3" name="Google Shape;473;p33"/>
            <p:cNvSpPr/>
            <p:nvPr/>
          </p:nvSpPr>
          <p:spPr>
            <a:xfrm>
              <a:off x="5937639" y="944727"/>
              <a:ext cx="251995" cy="415876"/>
            </a:xfrm>
            <a:custGeom>
              <a:avLst/>
              <a:gdLst/>
              <a:ahLst/>
              <a:cxnLst/>
              <a:rect l="l" t="t" r="r" b="b"/>
              <a:pathLst>
                <a:path w="6206" h="10242" extrusionOk="0">
                  <a:moveTo>
                    <a:pt x="1" y="0"/>
                  </a:moveTo>
                  <a:lnTo>
                    <a:pt x="1502" y="3336"/>
                  </a:lnTo>
                  <a:lnTo>
                    <a:pt x="2102" y="3036"/>
                  </a:lnTo>
                  <a:lnTo>
                    <a:pt x="6205" y="10241"/>
                  </a:lnTo>
                  <a:lnTo>
                    <a:pt x="3470" y="3036"/>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4" name="Google Shape;474;p33"/>
            <p:cNvSpPr/>
            <p:nvPr/>
          </p:nvSpPr>
          <p:spPr>
            <a:xfrm>
              <a:off x="5429710" y="894620"/>
              <a:ext cx="331905" cy="456481"/>
            </a:xfrm>
            <a:custGeom>
              <a:avLst/>
              <a:gdLst/>
              <a:ahLst/>
              <a:cxnLst/>
              <a:rect l="l" t="t" r="r" b="b"/>
              <a:pathLst>
                <a:path w="8174" h="11242" extrusionOk="0">
                  <a:moveTo>
                    <a:pt x="1" y="0"/>
                  </a:moveTo>
                  <a:lnTo>
                    <a:pt x="2203" y="4804"/>
                  </a:lnTo>
                  <a:lnTo>
                    <a:pt x="5538" y="10808"/>
                  </a:lnTo>
                  <a:lnTo>
                    <a:pt x="8173" y="11242"/>
                  </a:lnTo>
                  <a:lnTo>
                    <a:pt x="2970" y="4804"/>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5" name="Google Shape;475;p33"/>
            <p:cNvSpPr/>
            <p:nvPr/>
          </p:nvSpPr>
          <p:spPr>
            <a:xfrm>
              <a:off x="5454114" y="1784481"/>
              <a:ext cx="331865" cy="476825"/>
            </a:xfrm>
            <a:custGeom>
              <a:avLst/>
              <a:gdLst/>
              <a:ahLst/>
              <a:cxnLst/>
              <a:rect l="l" t="t" r="r" b="b"/>
              <a:pathLst>
                <a:path w="8173" h="11743" extrusionOk="0">
                  <a:moveTo>
                    <a:pt x="0" y="1"/>
                  </a:moveTo>
                  <a:lnTo>
                    <a:pt x="2736" y="4337"/>
                  </a:lnTo>
                  <a:lnTo>
                    <a:pt x="2736" y="11743"/>
                  </a:lnTo>
                  <a:lnTo>
                    <a:pt x="8173" y="11743"/>
                  </a:lnTo>
                  <a:lnTo>
                    <a:pt x="4337" y="3704"/>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6" name="Google Shape;476;p33"/>
            <p:cNvSpPr/>
            <p:nvPr/>
          </p:nvSpPr>
          <p:spPr>
            <a:xfrm>
              <a:off x="4958367" y="1445875"/>
              <a:ext cx="237093" cy="77231"/>
            </a:xfrm>
            <a:custGeom>
              <a:avLst/>
              <a:gdLst/>
              <a:ahLst/>
              <a:cxnLst/>
              <a:rect l="l" t="t" r="r" b="b"/>
              <a:pathLst>
                <a:path w="5839" h="1902" extrusionOk="0">
                  <a:moveTo>
                    <a:pt x="935" y="1"/>
                  </a:moveTo>
                  <a:lnTo>
                    <a:pt x="1" y="1735"/>
                  </a:lnTo>
                  <a:lnTo>
                    <a:pt x="5838" y="1902"/>
                  </a:lnTo>
                  <a:lnTo>
                    <a:pt x="93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7" name="Google Shape;477;p33"/>
            <p:cNvSpPr/>
            <p:nvPr/>
          </p:nvSpPr>
          <p:spPr>
            <a:xfrm>
              <a:off x="5982345" y="1645003"/>
              <a:ext cx="233032" cy="616303"/>
            </a:xfrm>
            <a:custGeom>
              <a:avLst/>
              <a:gdLst/>
              <a:ahLst/>
              <a:cxnLst/>
              <a:rect l="l" t="t" r="r" b="b"/>
              <a:pathLst>
                <a:path w="5739" h="15178" extrusionOk="0">
                  <a:moveTo>
                    <a:pt x="1" y="0"/>
                  </a:moveTo>
                  <a:lnTo>
                    <a:pt x="2002" y="7606"/>
                  </a:lnTo>
                  <a:lnTo>
                    <a:pt x="901" y="7606"/>
                  </a:lnTo>
                  <a:lnTo>
                    <a:pt x="2002" y="15178"/>
                  </a:lnTo>
                  <a:lnTo>
                    <a:pt x="5738" y="15178"/>
                  </a:lnTo>
                  <a:lnTo>
                    <a:pt x="4404" y="7606"/>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8" name="Google Shape;478;p33"/>
            <p:cNvSpPr/>
            <p:nvPr/>
          </p:nvSpPr>
          <p:spPr>
            <a:xfrm>
              <a:off x="5269889" y="1028698"/>
              <a:ext cx="188326" cy="377951"/>
            </a:xfrm>
            <a:custGeom>
              <a:avLst/>
              <a:gdLst/>
              <a:ahLst/>
              <a:cxnLst/>
              <a:rect l="l" t="t" r="r" b="b"/>
              <a:pathLst>
                <a:path w="4638" h="9308" extrusionOk="0">
                  <a:moveTo>
                    <a:pt x="968" y="1"/>
                  </a:moveTo>
                  <a:lnTo>
                    <a:pt x="968" y="6739"/>
                  </a:lnTo>
                  <a:lnTo>
                    <a:pt x="1" y="9307"/>
                  </a:lnTo>
                  <a:lnTo>
                    <a:pt x="4637" y="6739"/>
                  </a:lnTo>
                  <a:lnTo>
                    <a:pt x="9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9" name="Google Shape;479;p33"/>
            <p:cNvSpPr/>
            <p:nvPr/>
          </p:nvSpPr>
          <p:spPr>
            <a:xfrm rot="10800000" flipH="1">
              <a:off x="4833750" y="2261300"/>
              <a:ext cx="2141467" cy="1477778"/>
            </a:xfrm>
            <a:custGeom>
              <a:avLst/>
              <a:gdLst/>
              <a:ahLst/>
              <a:cxnLst/>
              <a:rect l="l" t="t" r="r" b="b"/>
              <a:pathLst>
                <a:path w="52739" h="36394" extrusionOk="0">
                  <a:moveTo>
                    <a:pt x="13477" y="1"/>
                  </a:moveTo>
                  <a:lnTo>
                    <a:pt x="4704" y="7006"/>
                  </a:lnTo>
                  <a:lnTo>
                    <a:pt x="4004" y="16313"/>
                  </a:lnTo>
                  <a:lnTo>
                    <a:pt x="1" y="23885"/>
                  </a:lnTo>
                  <a:lnTo>
                    <a:pt x="1" y="36394"/>
                  </a:lnTo>
                  <a:lnTo>
                    <a:pt x="52739" y="36394"/>
                  </a:lnTo>
                  <a:lnTo>
                    <a:pt x="50070" y="32057"/>
                  </a:lnTo>
                  <a:lnTo>
                    <a:pt x="46901" y="28355"/>
                  </a:lnTo>
                  <a:lnTo>
                    <a:pt x="44199" y="15545"/>
                  </a:lnTo>
                  <a:lnTo>
                    <a:pt x="36594" y="7006"/>
                  </a:lnTo>
                  <a:lnTo>
                    <a:pt x="32824" y="7006"/>
                  </a:lnTo>
                  <a:lnTo>
                    <a:pt x="27721" y="1302"/>
                  </a:lnTo>
                  <a:lnTo>
                    <a:pt x="21249" y="1"/>
                  </a:lnTo>
                  <a:lnTo>
                    <a:pt x="16880" y="3770"/>
                  </a:lnTo>
                  <a:lnTo>
                    <a:pt x="13477" y="1"/>
                  </a:lnTo>
                  <a:close/>
                </a:path>
              </a:pathLst>
            </a:custGeom>
            <a:solidFill>
              <a:srgbClr val="6B919E">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80" name="Google Shape;480;p33"/>
          <p:cNvGrpSpPr/>
          <p:nvPr/>
        </p:nvGrpSpPr>
        <p:grpSpPr>
          <a:xfrm flipH="1">
            <a:off x="9600219" y="2518253"/>
            <a:ext cx="2908749" cy="897464"/>
            <a:chOff x="799450" y="3532500"/>
            <a:chExt cx="1937100" cy="597672"/>
          </a:xfrm>
        </p:grpSpPr>
        <p:grpSp>
          <p:nvGrpSpPr>
            <p:cNvPr id="481" name="Google Shape;481;p33"/>
            <p:cNvGrpSpPr/>
            <p:nvPr/>
          </p:nvGrpSpPr>
          <p:grpSpPr>
            <a:xfrm>
              <a:off x="883550" y="3532500"/>
              <a:ext cx="1754875" cy="355800"/>
              <a:chOff x="883550" y="3532500"/>
              <a:chExt cx="1754875" cy="355800"/>
            </a:xfrm>
          </p:grpSpPr>
          <p:sp>
            <p:nvSpPr>
              <p:cNvPr id="482" name="Google Shape;482;p33"/>
              <p:cNvSpPr/>
              <p:nvPr/>
            </p:nvSpPr>
            <p:spPr>
              <a:xfrm>
                <a:off x="1031075" y="3557600"/>
                <a:ext cx="1369225" cy="36100"/>
              </a:xfrm>
              <a:custGeom>
                <a:avLst/>
                <a:gdLst/>
                <a:ahLst/>
                <a:cxnLst/>
                <a:rect l="l" t="t" r="r" b="b"/>
                <a:pathLst>
                  <a:path w="54769" h="1444" extrusionOk="0">
                    <a:moveTo>
                      <a:pt x="0" y="381"/>
                    </a:moveTo>
                    <a:cubicBezTo>
                      <a:pt x="5112" y="556"/>
                      <a:pt x="21543" y="1492"/>
                      <a:pt x="30671" y="1428"/>
                    </a:cubicBezTo>
                    <a:cubicBezTo>
                      <a:pt x="39799" y="1365"/>
                      <a:pt x="50753" y="238"/>
                      <a:pt x="54769" y="0"/>
                    </a:cubicBezTo>
                  </a:path>
                </a:pathLst>
              </a:custGeom>
              <a:noFill/>
              <a:ln w="9525" cap="flat" cmpd="sng">
                <a:solidFill>
                  <a:srgbClr val="FFFFFF"/>
                </a:solidFill>
                <a:prstDash val="solid"/>
                <a:round/>
                <a:headEnd type="none" w="med" len="med"/>
                <a:tailEnd type="none" w="med" len="med"/>
              </a:ln>
            </p:spPr>
          </p:sp>
          <p:cxnSp>
            <p:nvCxnSpPr>
              <p:cNvPr id="483" name="Google Shape;483;p33"/>
              <p:cNvCxnSpPr/>
              <p:nvPr/>
            </p:nvCxnSpPr>
            <p:spPr>
              <a:xfrm rot="10800000" flipH="1">
                <a:off x="883550" y="3581550"/>
                <a:ext cx="143700" cy="301500"/>
              </a:xfrm>
              <a:prstGeom prst="straightConnector1">
                <a:avLst/>
              </a:prstGeom>
              <a:noFill/>
              <a:ln w="9525" cap="flat" cmpd="sng">
                <a:solidFill>
                  <a:srgbClr val="FFFFFF"/>
                </a:solidFill>
                <a:prstDash val="solid"/>
                <a:round/>
                <a:headEnd type="none" w="med" len="med"/>
                <a:tailEnd type="none" w="med" len="med"/>
              </a:ln>
            </p:spPr>
          </p:cxnSp>
          <p:cxnSp>
            <p:nvCxnSpPr>
              <p:cNvPr id="484" name="Google Shape;484;p33"/>
              <p:cNvCxnSpPr/>
              <p:nvPr/>
            </p:nvCxnSpPr>
            <p:spPr>
              <a:xfrm rot="10800000" flipH="1">
                <a:off x="966900" y="3584925"/>
                <a:ext cx="62400" cy="297900"/>
              </a:xfrm>
              <a:prstGeom prst="straightConnector1">
                <a:avLst/>
              </a:prstGeom>
              <a:noFill/>
              <a:ln w="9525" cap="flat" cmpd="sng">
                <a:solidFill>
                  <a:srgbClr val="FFFFFF"/>
                </a:solidFill>
                <a:prstDash val="solid"/>
                <a:round/>
                <a:headEnd type="none" w="med" len="med"/>
                <a:tailEnd type="none" w="med" len="med"/>
              </a:ln>
            </p:spPr>
          </p:cxnSp>
          <p:cxnSp>
            <p:nvCxnSpPr>
              <p:cNvPr id="485" name="Google Shape;485;p33"/>
              <p:cNvCxnSpPr/>
              <p:nvPr/>
            </p:nvCxnSpPr>
            <p:spPr>
              <a:xfrm rot="10800000">
                <a:off x="1015125" y="3532500"/>
                <a:ext cx="108600" cy="355800"/>
              </a:xfrm>
              <a:prstGeom prst="straightConnector1">
                <a:avLst/>
              </a:prstGeom>
              <a:noFill/>
              <a:ln w="9525" cap="flat" cmpd="sng">
                <a:solidFill>
                  <a:schemeClr val="accent6"/>
                </a:solidFill>
                <a:prstDash val="solid"/>
                <a:round/>
                <a:headEnd type="none" w="med" len="med"/>
                <a:tailEnd type="oval" w="med" len="med"/>
              </a:ln>
            </p:spPr>
          </p:cxnSp>
          <p:cxnSp>
            <p:nvCxnSpPr>
              <p:cNvPr id="486" name="Google Shape;486;p33"/>
              <p:cNvCxnSpPr/>
              <p:nvPr/>
            </p:nvCxnSpPr>
            <p:spPr>
              <a:xfrm rot="10800000">
                <a:off x="2404725" y="3586050"/>
                <a:ext cx="233700" cy="297000"/>
              </a:xfrm>
              <a:prstGeom prst="straightConnector1">
                <a:avLst/>
              </a:prstGeom>
              <a:noFill/>
              <a:ln w="9525" cap="flat" cmpd="sng">
                <a:solidFill>
                  <a:srgbClr val="FFFFFF"/>
                </a:solidFill>
                <a:prstDash val="solid"/>
                <a:round/>
                <a:headEnd type="none" w="med" len="med"/>
                <a:tailEnd type="none" w="med" len="med"/>
              </a:ln>
            </p:spPr>
          </p:cxnSp>
          <p:cxnSp>
            <p:nvCxnSpPr>
              <p:cNvPr id="487" name="Google Shape;487;p33"/>
              <p:cNvCxnSpPr/>
              <p:nvPr/>
            </p:nvCxnSpPr>
            <p:spPr>
              <a:xfrm rot="10800000">
                <a:off x="2404775" y="3593325"/>
                <a:ext cx="150300" cy="289500"/>
              </a:xfrm>
              <a:prstGeom prst="straightConnector1">
                <a:avLst/>
              </a:prstGeom>
              <a:noFill/>
              <a:ln w="9525" cap="flat" cmpd="sng">
                <a:solidFill>
                  <a:srgbClr val="FFFFFF"/>
                </a:solidFill>
                <a:prstDash val="solid"/>
                <a:round/>
                <a:headEnd type="none" w="med" len="med"/>
                <a:tailEnd type="none" w="med" len="med"/>
              </a:ln>
            </p:spPr>
          </p:cxnSp>
          <p:cxnSp>
            <p:nvCxnSpPr>
              <p:cNvPr id="488" name="Google Shape;488;p33"/>
              <p:cNvCxnSpPr/>
              <p:nvPr/>
            </p:nvCxnSpPr>
            <p:spPr>
              <a:xfrm rot="10800000">
                <a:off x="2384075" y="3532500"/>
                <a:ext cx="108600" cy="355800"/>
              </a:xfrm>
              <a:prstGeom prst="straightConnector1">
                <a:avLst/>
              </a:prstGeom>
              <a:noFill/>
              <a:ln w="9525" cap="flat" cmpd="sng">
                <a:solidFill>
                  <a:schemeClr val="accent6"/>
                </a:solidFill>
                <a:prstDash val="solid"/>
                <a:round/>
                <a:headEnd type="none" w="med" len="med"/>
                <a:tailEnd type="oval" w="med" len="med"/>
              </a:ln>
            </p:spPr>
          </p:cxnSp>
        </p:grpSp>
        <p:grpSp>
          <p:nvGrpSpPr>
            <p:cNvPr id="489" name="Google Shape;489;p33"/>
            <p:cNvGrpSpPr/>
            <p:nvPr/>
          </p:nvGrpSpPr>
          <p:grpSpPr>
            <a:xfrm>
              <a:off x="799450" y="3882200"/>
              <a:ext cx="1937100" cy="247972"/>
              <a:chOff x="799450" y="3882200"/>
              <a:chExt cx="1937100" cy="247972"/>
            </a:xfrm>
          </p:grpSpPr>
          <p:grpSp>
            <p:nvGrpSpPr>
              <p:cNvPr id="490" name="Google Shape;490;p33"/>
              <p:cNvGrpSpPr/>
              <p:nvPr/>
            </p:nvGrpSpPr>
            <p:grpSpPr>
              <a:xfrm>
                <a:off x="799450" y="3932909"/>
                <a:ext cx="1937100" cy="197263"/>
                <a:chOff x="799450" y="3983858"/>
                <a:chExt cx="1937100" cy="146392"/>
              </a:xfrm>
            </p:grpSpPr>
            <p:sp>
              <p:nvSpPr>
                <p:cNvPr id="491" name="Google Shape;491;p33"/>
                <p:cNvSpPr/>
                <p:nvPr/>
              </p:nvSpPr>
              <p:spPr>
                <a:xfrm rot="10800000">
                  <a:off x="814925" y="4056750"/>
                  <a:ext cx="1907400" cy="73500"/>
                </a:xfrm>
                <a:prstGeom prst="trapezoid">
                  <a:avLst>
                    <a:gd name="adj" fmla="val 15343"/>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2" name="Google Shape;492;p33"/>
                <p:cNvSpPr/>
                <p:nvPr/>
              </p:nvSpPr>
              <p:spPr>
                <a:xfrm rot="10800000">
                  <a:off x="799450" y="3983858"/>
                  <a:ext cx="1937100" cy="73500"/>
                </a:xfrm>
                <a:prstGeom prst="trapezoid">
                  <a:avLst>
                    <a:gd name="adj" fmla="val 1534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93" name="Google Shape;493;p33"/>
              <p:cNvGrpSpPr/>
              <p:nvPr/>
            </p:nvGrpSpPr>
            <p:grpSpPr>
              <a:xfrm>
                <a:off x="839650" y="3882200"/>
                <a:ext cx="1842600" cy="50700"/>
                <a:chOff x="839650" y="3882200"/>
                <a:chExt cx="1842600" cy="50700"/>
              </a:xfrm>
            </p:grpSpPr>
            <p:sp>
              <p:nvSpPr>
                <p:cNvPr id="494" name="Google Shape;494;p33"/>
                <p:cNvSpPr/>
                <p:nvPr/>
              </p:nvSpPr>
              <p:spPr>
                <a:xfrm>
                  <a:off x="839650" y="3882200"/>
                  <a:ext cx="1842600" cy="507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495" name="Google Shape;495;p33"/>
                <p:cNvGrpSpPr/>
                <p:nvPr/>
              </p:nvGrpSpPr>
              <p:grpSpPr>
                <a:xfrm>
                  <a:off x="869023" y="3894092"/>
                  <a:ext cx="1783854" cy="26904"/>
                  <a:chOff x="869023" y="3894092"/>
                  <a:chExt cx="1783854" cy="26904"/>
                </a:xfrm>
              </p:grpSpPr>
              <p:sp>
                <p:nvSpPr>
                  <p:cNvPr id="496" name="Google Shape;496;p33"/>
                  <p:cNvSpPr/>
                  <p:nvPr/>
                </p:nvSpPr>
                <p:spPr>
                  <a:xfrm>
                    <a:off x="8690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7" name="Google Shape;497;p33"/>
                  <p:cNvSpPr/>
                  <p:nvPr/>
                </p:nvSpPr>
                <p:spPr>
                  <a:xfrm>
                    <a:off x="9365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8" name="Google Shape;498;p33"/>
                  <p:cNvSpPr/>
                  <p:nvPr/>
                </p:nvSpPr>
                <p:spPr>
                  <a:xfrm>
                    <a:off x="10041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9" name="Google Shape;499;p33"/>
                  <p:cNvSpPr/>
                  <p:nvPr/>
                </p:nvSpPr>
                <p:spPr>
                  <a:xfrm>
                    <a:off x="10717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0" name="Google Shape;500;p33"/>
                  <p:cNvSpPr/>
                  <p:nvPr/>
                </p:nvSpPr>
                <p:spPr>
                  <a:xfrm>
                    <a:off x="11393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1" name="Google Shape;501;p33"/>
                  <p:cNvSpPr/>
                  <p:nvPr/>
                </p:nvSpPr>
                <p:spPr>
                  <a:xfrm>
                    <a:off x="12068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2" name="Google Shape;502;p33"/>
                  <p:cNvSpPr/>
                  <p:nvPr/>
                </p:nvSpPr>
                <p:spPr>
                  <a:xfrm>
                    <a:off x="12744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3" name="Google Shape;503;p33"/>
                  <p:cNvSpPr/>
                  <p:nvPr/>
                </p:nvSpPr>
                <p:spPr>
                  <a:xfrm>
                    <a:off x="13420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4" name="Google Shape;504;p33"/>
                  <p:cNvSpPr/>
                  <p:nvPr/>
                </p:nvSpPr>
                <p:spPr>
                  <a:xfrm>
                    <a:off x="14096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5" name="Google Shape;505;p33"/>
                  <p:cNvSpPr/>
                  <p:nvPr/>
                </p:nvSpPr>
                <p:spPr>
                  <a:xfrm>
                    <a:off x="14771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6" name="Google Shape;506;p33"/>
                  <p:cNvSpPr/>
                  <p:nvPr/>
                </p:nvSpPr>
                <p:spPr>
                  <a:xfrm>
                    <a:off x="15447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7" name="Google Shape;507;p33"/>
                  <p:cNvSpPr/>
                  <p:nvPr/>
                </p:nvSpPr>
                <p:spPr>
                  <a:xfrm>
                    <a:off x="16123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8" name="Google Shape;508;p33"/>
                  <p:cNvSpPr/>
                  <p:nvPr/>
                </p:nvSpPr>
                <p:spPr>
                  <a:xfrm>
                    <a:off x="16799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9" name="Google Shape;509;p33"/>
                  <p:cNvSpPr/>
                  <p:nvPr/>
                </p:nvSpPr>
                <p:spPr>
                  <a:xfrm>
                    <a:off x="17474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0" name="Google Shape;510;p33"/>
                  <p:cNvSpPr/>
                  <p:nvPr/>
                </p:nvSpPr>
                <p:spPr>
                  <a:xfrm>
                    <a:off x="18150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1" name="Google Shape;511;p33"/>
                  <p:cNvSpPr/>
                  <p:nvPr/>
                </p:nvSpPr>
                <p:spPr>
                  <a:xfrm>
                    <a:off x="18826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2" name="Google Shape;512;p33"/>
                  <p:cNvSpPr/>
                  <p:nvPr/>
                </p:nvSpPr>
                <p:spPr>
                  <a:xfrm>
                    <a:off x="19502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3" name="Google Shape;513;p33"/>
                  <p:cNvSpPr/>
                  <p:nvPr/>
                </p:nvSpPr>
                <p:spPr>
                  <a:xfrm>
                    <a:off x="20177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4" name="Google Shape;514;p33"/>
                  <p:cNvSpPr/>
                  <p:nvPr/>
                </p:nvSpPr>
                <p:spPr>
                  <a:xfrm>
                    <a:off x="20853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5" name="Google Shape;515;p33"/>
                  <p:cNvSpPr/>
                  <p:nvPr/>
                </p:nvSpPr>
                <p:spPr>
                  <a:xfrm>
                    <a:off x="21529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6" name="Google Shape;516;p33"/>
                  <p:cNvSpPr/>
                  <p:nvPr/>
                </p:nvSpPr>
                <p:spPr>
                  <a:xfrm>
                    <a:off x="22205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7" name="Google Shape;517;p33"/>
                  <p:cNvSpPr/>
                  <p:nvPr/>
                </p:nvSpPr>
                <p:spPr>
                  <a:xfrm>
                    <a:off x="22880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8" name="Google Shape;518;p33"/>
                  <p:cNvSpPr/>
                  <p:nvPr/>
                </p:nvSpPr>
                <p:spPr>
                  <a:xfrm>
                    <a:off x="23556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9" name="Google Shape;519;p33"/>
                  <p:cNvSpPr/>
                  <p:nvPr/>
                </p:nvSpPr>
                <p:spPr>
                  <a:xfrm>
                    <a:off x="24232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0" name="Google Shape;520;p33"/>
                  <p:cNvSpPr/>
                  <p:nvPr/>
                </p:nvSpPr>
                <p:spPr>
                  <a:xfrm>
                    <a:off x="24908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1" name="Google Shape;521;p33"/>
                  <p:cNvSpPr/>
                  <p:nvPr/>
                </p:nvSpPr>
                <p:spPr>
                  <a:xfrm>
                    <a:off x="25583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2" name="Google Shape;522;p33"/>
                  <p:cNvSpPr/>
                  <p:nvPr/>
                </p:nvSpPr>
                <p:spPr>
                  <a:xfrm>
                    <a:off x="26259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grpSp>
          <p:nvGrpSpPr>
            <p:cNvPr id="523" name="Google Shape;523;p33"/>
            <p:cNvGrpSpPr/>
            <p:nvPr/>
          </p:nvGrpSpPr>
          <p:grpSpPr>
            <a:xfrm>
              <a:off x="1359775" y="3698075"/>
              <a:ext cx="66749" cy="184126"/>
              <a:chOff x="1274300" y="3698075"/>
              <a:chExt cx="66749" cy="184126"/>
            </a:xfrm>
          </p:grpSpPr>
          <p:sp>
            <p:nvSpPr>
              <p:cNvPr id="524" name="Google Shape;524;p33"/>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5" name="Google Shape;525;p33"/>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26" name="Google Shape;526;p33"/>
            <p:cNvGrpSpPr/>
            <p:nvPr/>
          </p:nvGrpSpPr>
          <p:grpSpPr>
            <a:xfrm>
              <a:off x="1600275" y="3698075"/>
              <a:ext cx="66749" cy="184126"/>
              <a:chOff x="1274300" y="3698075"/>
              <a:chExt cx="66749" cy="184126"/>
            </a:xfrm>
          </p:grpSpPr>
          <p:sp>
            <p:nvSpPr>
              <p:cNvPr id="527" name="Google Shape;527;p33"/>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8" name="Google Shape;528;p33"/>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29" name="Google Shape;529;p33"/>
            <p:cNvGrpSpPr/>
            <p:nvPr/>
          </p:nvGrpSpPr>
          <p:grpSpPr>
            <a:xfrm>
              <a:off x="1840775" y="3698075"/>
              <a:ext cx="66749" cy="184126"/>
              <a:chOff x="1274300" y="3698075"/>
              <a:chExt cx="66749" cy="184126"/>
            </a:xfrm>
          </p:grpSpPr>
          <p:sp>
            <p:nvSpPr>
              <p:cNvPr id="530" name="Google Shape;530;p33"/>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1" name="Google Shape;531;p33"/>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32" name="Google Shape;532;p33"/>
            <p:cNvGrpSpPr/>
            <p:nvPr/>
          </p:nvGrpSpPr>
          <p:grpSpPr>
            <a:xfrm>
              <a:off x="2081275" y="3698075"/>
              <a:ext cx="66749" cy="184126"/>
              <a:chOff x="1274300" y="3698075"/>
              <a:chExt cx="66749" cy="184126"/>
            </a:xfrm>
          </p:grpSpPr>
          <p:sp>
            <p:nvSpPr>
              <p:cNvPr id="533" name="Google Shape;533;p33"/>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4" name="Google Shape;534;p33"/>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535" name="Google Shape;535;p33"/>
          <p:cNvSpPr/>
          <p:nvPr/>
        </p:nvSpPr>
        <p:spPr>
          <a:xfrm>
            <a:off x="8394105" y="3885901"/>
            <a:ext cx="3799095" cy="423599"/>
          </a:xfrm>
          <a:custGeom>
            <a:avLst/>
            <a:gdLst/>
            <a:ahLst/>
            <a:cxnLst/>
            <a:rect l="l" t="t" r="r" b="b"/>
            <a:pathLst>
              <a:path w="100852" h="11245" extrusionOk="0">
                <a:moveTo>
                  <a:pt x="100852" y="1"/>
                </a:moveTo>
                <a:cubicBezTo>
                  <a:pt x="100389" y="220"/>
                  <a:pt x="99876" y="391"/>
                  <a:pt x="99389" y="537"/>
                </a:cubicBezTo>
                <a:cubicBezTo>
                  <a:pt x="96291" y="1415"/>
                  <a:pt x="92316" y="1415"/>
                  <a:pt x="89072" y="1586"/>
                </a:cubicBezTo>
                <a:cubicBezTo>
                  <a:pt x="86497" y="1695"/>
                  <a:pt x="83915" y="1737"/>
                  <a:pt x="81333" y="1737"/>
                </a:cubicBezTo>
                <a:cubicBezTo>
                  <a:pt x="76993" y="1737"/>
                  <a:pt x="72652" y="1620"/>
                  <a:pt x="68341" y="1513"/>
                </a:cubicBezTo>
                <a:cubicBezTo>
                  <a:pt x="66762" y="1493"/>
                  <a:pt x="65184" y="1483"/>
                  <a:pt x="63606" y="1483"/>
                </a:cubicBezTo>
                <a:cubicBezTo>
                  <a:pt x="42340" y="1483"/>
                  <a:pt x="21139" y="3252"/>
                  <a:pt x="1" y="5001"/>
                </a:cubicBezTo>
                <a:cubicBezTo>
                  <a:pt x="1846" y="5266"/>
                  <a:pt x="3703" y="5368"/>
                  <a:pt x="5568" y="5368"/>
                </a:cubicBezTo>
                <a:cubicBezTo>
                  <a:pt x="11591" y="5368"/>
                  <a:pt x="17691" y="4310"/>
                  <a:pt x="23720" y="4310"/>
                </a:cubicBezTo>
                <a:cubicBezTo>
                  <a:pt x="25422" y="4310"/>
                  <a:pt x="27118" y="4394"/>
                  <a:pt x="28805" y="4611"/>
                </a:cubicBezTo>
                <a:cubicBezTo>
                  <a:pt x="32512" y="5074"/>
                  <a:pt x="36000" y="6147"/>
                  <a:pt x="39658" y="6732"/>
                </a:cubicBezTo>
                <a:cubicBezTo>
                  <a:pt x="42421" y="7157"/>
                  <a:pt x="45234" y="7293"/>
                  <a:pt x="48059" y="7293"/>
                </a:cubicBezTo>
                <a:cubicBezTo>
                  <a:pt x="50421" y="7293"/>
                  <a:pt x="52791" y="7198"/>
                  <a:pt x="55146" y="7098"/>
                </a:cubicBezTo>
                <a:lnTo>
                  <a:pt x="96681" y="5342"/>
                </a:lnTo>
                <a:lnTo>
                  <a:pt x="96681" y="5342"/>
                </a:lnTo>
                <a:cubicBezTo>
                  <a:pt x="84023" y="11245"/>
                  <a:pt x="67487" y="7293"/>
                  <a:pt x="53390" y="10684"/>
                </a:cubicBezTo>
                <a:lnTo>
                  <a:pt x="100852" y="11147"/>
                </a:lnTo>
                <a:lnTo>
                  <a:pt x="100852" y="1"/>
                </a:ln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6" name="Google Shape;536;p33"/>
          <p:cNvSpPr/>
          <p:nvPr/>
        </p:nvSpPr>
        <p:spPr>
          <a:xfrm flipH="1">
            <a:off x="6991334" y="5970567"/>
            <a:ext cx="2096964" cy="168100"/>
          </a:xfrm>
          <a:custGeom>
            <a:avLst/>
            <a:gdLst/>
            <a:ahLst/>
            <a:cxnLst/>
            <a:rect l="l" t="t" r="r" b="b"/>
            <a:pathLst>
              <a:path w="27512" h="1277" extrusionOk="0">
                <a:moveTo>
                  <a:pt x="17675" y="1"/>
                </a:moveTo>
                <a:cubicBezTo>
                  <a:pt x="17336" y="1"/>
                  <a:pt x="17018" y="52"/>
                  <a:pt x="16732" y="179"/>
                </a:cubicBezTo>
                <a:cubicBezTo>
                  <a:pt x="15906" y="528"/>
                  <a:pt x="13395" y="697"/>
                  <a:pt x="11870" y="697"/>
                </a:cubicBezTo>
                <a:cubicBezTo>
                  <a:pt x="11368" y="697"/>
                  <a:pt x="10974" y="679"/>
                  <a:pt x="10781" y="643"/>
                </a:cubicBezTo>
                <a:cubicBezTo>
                  <a:pt x="10159" y="572"/>
                  <a:pt x="9532" y="536"/>
                  <a:pt x="8908" y="536"/>
                </a:cubicBezTo>
                <a:cubicBezTo>
                  <a:pt x="8233" y="536"/>
                  <a:pt x="7561" y="578"/>
                  <a:pt x="6903" y="667"/>
                </a:cubicBezTo>
                <a:cubicBezTo>
                  <a:pt x="6714" y="696"/>
                  <a:pt x="6496" y="707"/>
                  <a:pt x="6259" y="707"/>
                </a:cubicBezTo>
                <a:cubicBezTo>
                  <a:pt x="5567" y="707"/>
                  <a:pt x="4713" y="615"/>
                  <a:pt x="3960" y="615"/>
                </a:cubicBezTo>
                <a:cubicBezTo>
                  <a:pt x="3669" y="615"/>
                  <a:pt x="3392" y="629"/>
                  <a:pt x="3147" y="667"/>
                </a:cubicBezTo>
                <a:cubicBezTo>
                  <a:pt x="2049" y="813"/>
                  <a:pt x="0" y="1277"/>
                  <a:pt x="0" y="1277"/>
                </a:cubicBezTo>
                <a:lnTo>
                  <a:pt x="27512" y="1277"/>
                </a:lnTo>
                <a:cubicBezTo>
                  <a:pt x="27512" y="1277"/>
                  <a:pt x="22195" y="960"/>
                  <a:pt x="20780" y="643"/>
                </a:cubicBezTo>
                <a:cubicBezTo>
                  <a:pt x="19753" y="408"/>
                  <a:pt x="18633" y="1"/>
                  <a:pt x="1767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7" name="Google Shape;537;p33"/>
          <p:cNvSpPr/>
          <p:nvPr/>
        </p:nvSpPr>
        <p:spPr>
          <a:xfrm>
            <a:off x="9293567" y="412533"/>
            <a:ext cx="613600" cy="613600"/>
          </a:xfrm>
          <a:prstGeom prst="ellipse">
            <a:avLst/>
          </a:pr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2824374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3">
  <p:cSld name="Title and two columns 3">
    <p:spTree>
      <p:nvGrpSpPr>
        <p:cNvPr id="1" name="Shape 538"/>
        <p:cNvGrpSpPr/>
        <p:nvPr/>
      </p:nvGrpSpPr>
      <p:grpSpPr>
        <a:xfrm>
          <a:off x="0" y="0"/>
          <a:ext cx="0" cy="0"/>
          <a:chOff x="0" y="0"/>
          <a:chExt cx="0" cy="0"/>
        </a:xfrm>
      </p:grpSpPr>
      <p:sp>
        <p:nvSpPr>
          <p:cNvPr id="539" name="Google Shape;539;p34"/>
          <p:cNvSpPr txBox="1">
            <a:spLocks noGrp="1"/>
          </p:cNvSpPr>
          <p:nvPr>
            <p:ph type="title"/>
          </p:nvPr>
        </p:nvSpPr>
        <p:spPr>
          <a:xfrm>
            <a:off x="950967" y="716800"/>
            <a:ext cx="62256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
        <p:nvSpPr>
          <p:cNvPr id="540" name="Google Shape;540;p34"/>
          <p:cNvSpPr txBox="1">
            <a:spLocks noGrp="1"/>
          </p:cNvSpPr>
          <p:nvPr>
            <p:ph type="body" idx="1"/>
          </p:nvPr>
        </p:nvSpPr>
        <p:spPr>
          <a:xfrm>
            <a:off x="950967" y="1557433"/>
            <a:ext cx="4964000" cy="45812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rgbClr val="04445A"/>
              </a:buClr>
              <a:buSzPts val="1200"/>
              <a:buFont typeface="Didact Gothic"/>
              <a:buChar char="●"/>
              <a:defRPr sz="1733">
                <a:solidFill>
                  <a:schemeClr val="accent6"/>
                </a:solidFill>
              </a:defRPr>
            </a:lvl1pPr>
            <a:lvl2pPr marL="1219170" lvl="1" indent="-406390" rtl="0">
              <a:spcBef>
                <a:spcPts val="0"/>
              </a:spcBef>
              <a:spcAft>
                <a:spcPts val="0"/>
              </a:spcAft>
              <a:buClr>
                <a:srgbClr val="04445A"/>
              </a:buClr>
              <a:buSzPts val="1200"/>
              <a:buFont typeface="Didact Gothic"/>
              <a:buChar char="○"/>
              <a:defRPr sz="1600">
                <a:solidFill>
                  <a:schemeClr val="accent6"/>
                </a:solidFill>
              </a:defRPr>
            </a:lvl2pPr>
            <a:lvl3pPr marL="1828754" lvl="2" indent="-406390" rtl="0">
              <a:spcBef>
                <a:spcPts val="0"/>
              </a:spcBef>
              <a:spcAft>
                <a:spcPts val="0"/>
              </a:spcAft>
              <a:buClr>
                <a:srgbClr val="04445A"/>
              </a:buClr>
              <a:buSzPts val="1200"/>
              <a:buFont typeface="Didact Gothic"/>
              <a:buChar char="■"/>
              <a:defRPr sz="1600">
                <a:solidFill>
                  <a:schemeClr val="accent6"/>
                </a:solidFill>
              </a:defRPr>
            </a:lvl3pPr>
            <a:lvl4pPr marL="2438339" lvl="3" indent="-406390" rtl="0">
              <a:spcBef>
                <a:spcPts val="0"/>
              </a:spcBef>
              <a:spcAft>
                <a:spcPts val="0"/>
              </a:spcAft>
              <a:buClr>
                <a:srgbClr val="04445A"/>
              </a:buClr>
              <a:buSzPts val="1200"/>
              <a:buFont typeface="Didact Gothic"/>
              <a:buChar char="●"/>
              <a:defRPr sz="1600">
                <a:solidFill>
                  <a:schemeClr val="accent6"/>
                </a:solidFill>
              </a:defRPr>
            </a:lvl4pPr>
            <a:lvl5pPr marL="3047924" lvl="4" indent="-406390" rtl="0">
              <a:spcBef>
                <a:spcPts val="0"/>
              </a:spcBef>
              <a:spcAft>
                <a:spcPts val="0"/>
              </a:spcAft>
              <a:buClr>
                <a:srgbClr val="04445A"/>
              </a:buClr>
              <a:buSzPts val="1200"/>
              <a:buFont typeface="Didact Gothic"/>
              <a:buChar char="○"/>
              <a:defRPr sz="1600">
                <a:solidFill>
                  <a:schemeClr val="accent6"/>
                </a:solidFill>
              </a:defRPr>
            </a:lvl5pPr>
            <a:lvl6pPr marL="3657509" lvl="5" indent="-406390" rtl="0">
              <a:spcBef>
                <a:spcPts val="0"/>
              </a:spcBef>
              <a:spcAft>
                <a:spcPts val="0"/>
              </a:spcAft>
              <a:buClr>
                <a:srgbClr val="04445A"/>
              </a:buClr>
              <a:buSzPts val="1200"/>
              <a:buFont typeface="Didact Gothic"/>
              <a:buChar char="■"/>
              <a:defRPr sz="1600">
                <a:solidFill>
                  <a:schemeClr val="accent6"/>
                </a:solidFill>
              </a:defRPr>
            </a:lvl6pPr>
            <a:lvl7pPr marL="4267093" lvl="6" indent="-406390" rtl="0">
              <a:spcBef>
                <a:spcPts val="0"/>
              </a:spcBef>
              <a:spcAft>
                <a:spcPts val="0"/>
              </a:spcAft>
              <a:buClr>
                <a:srgbClr val="04445A"/>
              </a:buClr>
              <a:buSzPts val="1200"/>
              <a:buFont typeface="Didact Gothic"/>
              <a:buChar char="●"/>
              <a:defRPr sz="1600">
                <a:solidFill>
                  <a:schemeClr val="accent6"/>
                </a:solidFill>
              </a:defRPr>
            </a:lvl7pPr>
            <a:lvl8pPr marL="4876678" lvl="7" indent="-406390" rtl="0">
              <a:spcBef>
                <a:spcPts val="0"/>
              </a:spcBef>
              <a:spcAft>
                <a:spcPts val="0"/>
              </a:spcAft>
              <a:buClr>
                <a:srgbClr val="04445A"/>
              </a:buClr>
              <a:buSzPts val="1200"/>
              <a:buFont typeface="Didact Gothic"/>
              <a:buChar char="○"/>
              <a:defRPr sz="1600">
                <a:solidFill>
                  <a:schemeClr val="accent6"/>
                </a:solidFill>
              </a:defRPr>
            </a:lvl8pPr>
            <a:lvl9pPr marL="5486263" lvl="8" indent="-406390" rtl="0">
              <a:spcBef>
                <a:spcPts val="0"/>
              </a:spcBef>
              <a:spcAft>
                <a:spcPts val="0"/>
              </a:spcAft>
              <a:buClr>
                <a:srgbClr val="04445A"/>
              </a:buClr>
              <a:buSzPts val="1200"/>
              <a:buFont typeface="Didact Gothic"/>
              <a:buChar char="■"/>
              <a:defRPr sz="1600">
                <a:solidFill>
                  <a:schemeClr val="accent6"/>
                </a:solidFill>
              </a:defRPr>
            </a:lvl9pPr>
          </a:lstStyle>
          <a:p>
            <a:pPr lvl="0"/>
            <a:r>
              <a:rPr lang="en-US"/>
              <a:t>Click to edit Master text styles</a:t>
            </a:r>
          </a:p>
        </p:txBody>
      </p:sp>
      <p:sp>
        <p:nvSpPr>
          <p:cNvPr id="541" name="Google Shape;541;p34"/>
          <p:cNvSpPr txBox="1">
            <a:spLocks noGrp="1"/>
          </p:cNvSpPr>
          <p:nvPr>
            <p:ph type="body" idx="2"/>
          </p:nvPr>
        </p:nvSpPr>
        <p:spPr>
          <a:xfrm>
            <a:off x="6277033" y="1557433"/>
            <a:ext cx="4964000" cy="45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rgbClr val="EA6E59"/>
              </a:buClr>
              <a:buSzPts val="1400"/>
              <a:buFont typeface="Open Sans"/>
              <a:buChar char="●"/>
              <a:defRPr sz="1600">
                <a:solidFill>
                  <a:schemeClr val="accent6"/>
                </a:solidFill>
              </a:defRPr>
            </a:lvl1pPr>
            <a:lvl2pPr marL="1219170" lvl="1" indent="-423323" rtl="0">
              <a:spcBef>
                <a:spcPts val="0"/>
              </a:spcBef>
              <a:spcAft>
                <a:spcPts val="0"/>
              </a:spcAft>
              <a:buClr>
                <a:srgbClr val="EA6E59"/>
              </a:buClr>
              <a:buSzPts val="1400"/>
              <a:buFont typeface="Open Sans"/>
              <a:buChar char="○"/>
              <a:defRPr sz="1600">
                <a:solidFill>
                  <a:schemeClr val="accent6"/>
                </a:solidFill>
              </a:defRPr>
            </a:lvl2pPr>
            <a:lvl3pPr marL="1828754" lvl="2" indent="-423323" rtl="0">
              <a:spcBef>
                <a:spcPts val="0"/>
              </a:spcBef>
              <a:spcAft>
                <a:spcPts val="0"/>
              </a:spcAft>
              <a:buClr>
                <a:srgbClr val="EA6E59"/>
              </a:buClr>
              <a:buSzPts val="1400"/>
              <a:buFont typeface="Open Sans"/>
              <a:buChar char="■"/>
              <a:defRPr sz="1600">
                <a:solidFill>
                  <a:schemeClr val="accent6"/>
                </a:solidFill>
              </a:defRPr>
            </a:lvl3pPr>
            <a:lvl4pPr marL="2438339" lvl="3" indent="-423323" rtl="0">
              <a:spcBef>
                <a:spcPts val="0"/>
              </a:spcBef>
              <a:spcAft>
                <a:spcPts val="0"/>
              </a:spcAft>
              <a:buClr>
                <a:srgbClr val="EA6E59"/>
              </a:buClr>
              <a:buSzPts val="1400"/>
              <a:buFont typeface="Open Sans"/>
              <a:buChar char="●"/>
              <a:defRPr sz="1600">
                <a:solidFill>
                  <a:schemeClr val="accent6"/>
                </a:solidFill>
              </a:defRPr>
            </a:lvl4pPr>
            <a:lvl5pPr marL="3047924" lvl="4" indent="-423323" rtl="0">
              <a:spcBef>
                <a:spcPts val="0"/>
              </a:spcBef>
              <a:spcAft>
                <a:spcPts val="0"/>
              </a:spcAft>
              <a:buClr>
                <a:srgbClr val="EA6E59"/>
              </a:buClr>
              <a:buSzPts val="1400"/>
              <a:buFont typeface="Open Sans"/>
              <a:buChar char="○"/>
              <a:defRPr sz="1600">
                <a:solidFill>
                  <a:schemeClr val="accent6"/>
                </a:solidFill>
              </a:defRPr>
            </a:lvl5pPr>
            <a:lvl6pPr marL="3657509" lvl="5" indent="-423323" rtl="0">
              <a:spcBef>
                <a:spcPts val="0"/>
              </a:spcBef>
              <a:spcAft>
                <a:spcPts val="0"/>
              </a:spcAft>
              <a:buClr>
                <a:srgbClr val="EA6E59"/>
              </a:buClr>
              <a:buSzPts val="1400"/>
              <a:buFont typeface="Open Sans"/>
              <a:buChar char="■"/>
              <a:defRPr sz="1600">
                <a:solidFill>
                  <a:schemeClr val="accent6"/>
                </a:solidFill>
              </a:defRPr>
            </a:lvl6pPr>
            <a:lvl7pPr marL="4267093" lvl="6" indent="-423323" rtl="0">
              <a:spcBef>
                <a:spcPts val="0"/>
              </a:spcBef>
              <a:spcAft>
                <a:spcPts val="0"/>
              </a:spcAft>
              <a:buClr>
                <a:srgbClr val="EA6E59"/>
              </a:buClr>
              <a:buSzPts val="1400"/>
              <a:buFont typeface="Open Sans"/>
              <a:buChar char="●"/>
              <a:defRPr sz="1600">
                <a:solidFill>
                  <a:schemeClr val="accent6"/>
                </a:solidFill>
              </a:defRPr>
            </a:lvl7pPr>
            <a:lvl8pPr marL="4876678" lvl="7" indent="-423323" rtl="0">
              <a:spcBef>
                <a:spcPts val="0"/>
              </a:spcBef>
              <a:spcAft>
                <a:spcPts val="0"/>
              </a:spcAft>
              <a:buClr>
                <a:srgbClr val="EA6E59"/>
              </a:buClr>
              <a:buSzPts val="1400"/>
              <a:buFont typeface="Open Sans"/>
              <a:buChar char="○"/>
              <a:defRPr sz="1600">
                <a:solidFill>
                  <a:schemeClr val="accent6"/>
                </a:solidFill>
              </a:defRPr>
            </a:lvl8pPr>
            <a:lvl9pPr marL="5486263" lvl="8" indent="-423323" rtl="0">
              <a:spcBef>
                <a:spcPts val="0"/>
              </a:spcBef>
              <a:spcAft>
                <a:spcPts val="0"/>
              </a:spcAft>
              <a:buClr>
                <a:srgbClr val="EA6E59"/>
              </a:buClr>
              <a:buSzPts val="1400"/>
              <a:buFont typeface="Open Sans"/>
              <a:buChar char="■"/>
              <a:defRPr sz="1600">
                <a:solidFill>
                  <a:schemeClr val="accent6"/>
                </a:solidFill>
              </a:defRPr>
            </a:lvl9pPr>
          </a:lstStyle>
          <a:p>
            <a:pPr lvl="0"/>
            <a:r>
              <a:rPr lang="en-US"/>
              <a:t>Click to edit Master text styles</a:t>
            </a:r>
          </a:p>
        </p:txBody>
      </p:sp>
    </p:spTree>
    <p:extLst>
      <p:ext uri="{BB962C8B-B14F-4D97-AF65-F5344CB8AC3E}">
        <p14:creationId xmlns:p14="http://schemas.microsoft.com/office/powerpoint/2010/main" val="30621547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10">
  <p:cSld name="Title only 10">
    <p:spTree>
      <p:nvGrpSpPr>
        <p:cNvPr id="1" name="Shape 542"/>
        <p:cNvGrpSpPr/>
        <p:nvPr/>
      </p:nvGrpSpPr>
      <p:grpSpPr>
        <a:xfrm>
          <a:off x="0" y="0"/>
          <a:ext cx="0" cy="0"/>
          <a:chOff x="0" y="0"/>
          <a:chExt cx="0" cy="0"/>
        </a:xfrm>
      </p:grpSpPr>
      <p:sp>
        <p:nvSpPr>
          <p:cNvPr id="543" name="Google Shape;543;p35"/>
          <p:cNvSpPr txBox="1">
            <a:spLocks noGrp="1"/>
          </p:cNvSpPr>
          <p:nvPr>
            <p:ph type="title"/>
          </p:nvPr>
        </p:nvSpPr>
        <p:spPr>
          <a:xfrm>
            <a:off x="950967" y="716800"/>
            <a:ext cx="6225600" cy="57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chemeClr val="accent3"/>
                </a:solidFill>
              </a:defRPr>
            </a:lvl1pPr>
            <a:lvl2pPr lvl="1" rtl="0">
              <a:spcBef>
                <a:spcPts val="0"/>
              </a:spcBef>
              <a:spcAft>
                <a:spcPts val="0"/>
              </a:spcAft>
              <a:buClr>
                <a:srgbClr val="FFFFFF"/>
              </a:buClr>
              <a:buSzPts val="3000"/>
              <a:buNone/>
              <a:defRPr>
                <a:solidFill>
                  <a:srgbClr val="FFFFFF"/>
                </a:solidFill>
              </a:defRPr>
            </a:lvl2pPr>
            <a:lvl3pPr lvl="2" rtl="0">
              <a:spcBef>
                <a:spcPts val="0"/>
              </a:spcBef>
              <a:spcAft>
                <a:spcPts val="0"/>
              </a:spcAft>
              <a:buClr>
                <a:srgbClr val="FFFFFF"/>
              </a:buClr>
              <a:buSzPts val="3000"/>
              <a:buNone/>
              <a:defRPr>
                <a:solidFill>
                  <a:srgbClr val="FFFFFF"/>
                </a:solidFill>
              </a:defRPr>
            </a:lvl3pPr>
            <a:lvl4pPr lvl="3" rtl="0">
              <a:spcBef>
                <a:spcPts val="0"/>
              </a:spcBef>
              <a:spcAft>
                <a:spcPts val="0"/>
              </a:spcAft>
              <a:buClr>
                <a:srgbClr val="FFFFFF"/>
              </a:buClr>
              <a:buSzPts val="3000"/>
              <a:buNone/>
              <a:defRPr>
                <a:solidFill>
                  <a:srgbClr val="FFFFFF"/>
                </a:solidFill>
              </a:defRPr>
            </a:lvl4pPr>
            <a:lvl5pPr lvl="4" rtl="0">
              <a:spcBef>
                <a:spcPts val="0"/>
              </a:spcBef>
              <a:spcAft>
                <a:spcPts val="0"/>
              </a:spcAft>
              <a:buClr>
                <a:srgbClr val="FFFFFF"/>
              </a:buClr>
              <a:buSzPts val="3000"/>
              <a:buNone/>
              <a:defRPr>
                <a:solidFill>
                  <a:srgbClr val="FFFFFF"/>
                </a:solidFill>
              </a:defRPr>
            </a:lvl5pPr>
            <a:lvl6pPr lvl="5" rtl="0">
              <a:spcBef>
                <a:spcPts val="0"/>
              </a:spcBef>
              <a:spcAft>
                <a:spcPts val="0"/>
              </a:spcAft>
              <a:buClr>
                <a:srgbClr val="FFFFFF"/>
              </a:buClr>
              <a:buSzPts val="3000"/>
              <a:buNone/>
              <a:defRPr>
                <a:solidFill>
                  <a:srgbClr val="FFFFFF"/>
                </a:solidFill>
              </a:defRPr>
            </a:lvl6pPr>
            <a:lvl7pPr lvl="6" rtl="0">
              <a:spcBef>
                <a:spcPts val="0"/>
              </a:spcBef>
              <a:spcAft>
                <a:spcPts val="0"/>
              </a:spcAft>
              <a:buClr>
                <a:srgbClr val="FFFFFF"/>
              </a:buClr>
              <a:buSzPts val="3000"/>
              <a:buNone/>
              <a:defRPr>
                <a:solidFill>
                  <a:srgbClr val="FFFFFF"/>
                </a:solidFill>
              </a:defRPr>
            </a:lvl7pPr>
            <a:lvl8pPr lvl="7" rtl="0">
              <a:spcBef>
                <a:spcPts val="0"/>
              </a:spcBef>
              <a:spcAft>
                <a:spcPts val="0"/>
              </a:spcAft>
              <a:buClr>
                <a:srgbClr val="FFFFFF"/>
              </a:buClr>
              <a:buSzPts val="3000"/>
              <a:buNone/>
              <a:defRPr>
                <a:solidFill>
                  <a:srgbClr val="FFFFFF"/>
                </a:solidFill>
              </a:defRPr>
            </a:lvl8pPr>
            <a:lvl9pPr lvl="8" rtl="0">
              <a:spcBef>
                <a:spcPts val="0"/>
              </a:spcBef>
              <a:spcAft>
                <a:spcPts val="0"/>
              </a:spcAft>
              <a:buClr>
                <a:srgbClr val="FFFFFF"/>
              </a:buClr>
              <a:buSzPts val="3000"/>
              <a:buNone/>
              <a:defRPr>
                <a:solidFill>
                  <a:srgbClr val="FFFFFF"/>
                </a:solidFill>
              </a:defRPr>
            </a:lvl9pPr>
          </a:lstStyle>
          <a:p>
            <a:r>
              <a:rPr lang="en-US"/>
              <a:t>Click to edit Master title style</a:t>
            </a:r>
            <a:endParaRPr/>
          </a:p>
        </p:txBody>
      </p:sp>
    </p:spTree>
    <p:extLst>
      <p:ext uri="{BB962C8B-B14F-4D97-AF65-F5344CB8AC3E}">
        <p14:creationId xmlns:p14="http://schemas.microsoft.com/office/powerpoint/2010/main" val="34561771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544"/>
        <p:cNvGrpSpPr/>
        <p:nvPr/>
      </p:nvGrpSpPr>
      <p:grpSpPr>
        <a:xfrm>
          <a:off x="0" y="0"/>
          <a:ext cx="0" cy="0"/>
          <a:chOff x="0" y="0"/>
          <a:chExt cx="0" cy="0"/>
        </a:xfrm>
      </p:grpSpPr>
      <p:sp>
        <p:nvSpPr>
          <p:cNvPr id="545" name="Google Shape;545;p36"/>
          <p:cNvSpPr/>
          <p:nvPr/>
        </p:nvSpPr>
        <p:spPr>
          <a:xfrm>
            <a:off x="-100733" y="266800"/>
            <a:ext cx="3999751" cy="393936"/>
          </a:xfrm>
          <a:custGeom>
            <a:avLst/>
            <a:gdLst/>
            <a:ahLst/>
            <a:cxnLst/>
            <a:rect l="l" t="t" r="r" b="b"/>
            <a:pathLst>
              <a:path w="45049" h="3952" extrusionOk="0">
                <a:moveTo>
                  <a:pt x="0" y="1"/>
                </a:moveTo>
                <a:lnTo>
                  <a:pt x="0" y="3952"/>
                </a:lnTo>
                <a:cubicBezTo>
                  <a:pt x="1610" y="3513"/>
                  <a:pt x="3220" y="3196"/>
                  <a:pt x="4854" y="3025"/>
                </a:cubicBezTo>
                <a:cubicBezTo>
                  <a:pt x="6659" y="2830"/>
                  <a:pt x="8482" y="2787"/>
                  <a:pt x="10308" y="2787"/>
                </a:cubicBezTo>
                <a:cubicBezTo>
                  <a:pt x="11728" y="2787"/>
                  <a:pt x="13151" y="2813"/>
                  <a:pt x="14567" y="2813"/>
                </a:cubicBezTo>
                <a:cubicBezTo>
                  <a:pt x="14972" y="2813"/>
                  <a:pt x="15377" y="2811"/>
                  <a:pt x="15780" y="2806"/>
                </a:cubicBezTo>
                <a:cubicBezTo>
                  <a:pt x="25609" y="2659"/>
                  <a:pt x="35268" y="586"/>
                  <a:pt x="45048" y="50"/>
                </a:cubicBezTo>
                <a:lnTo>
                  <a:pt x="45048" y="50"/>
                </a:lnTo>
                <a:cubicBezTo>
                  <a:pt x="41999" y="123"/>
                  <a:pt x="38926" y="172"/>
                  <a:pt x="35853" y="245"/>
                </a:cubicBezTo>
                <a:cubicBezTo>
                  <a:pt x="28195" y="391"/>
                  <a:pt x="20561" y="513"/>
                  <a:pt x="12902" y="635"/>
                </a:cubicBezTo>
                <a:cubicBezTo>
                  <a:pt x="11554" y="654"/>
                  <a:pt x="10201" y="673"/>
                  <a:pt x="8849" y="673"/>
                </a:cubicBezTo>
                <a:cubicBezTo>
                  <a:pt x="6754" y="673"/>
                  <a:pt x="4661" y="627"/>
                  <a:pt x="2586" y="464"/>
                </a:cubicBezTo>
                <a:cubicBezTo>
                  <a:pt x="1708" y="391"/>
                  <a:pt x="854" y="245"/>
                  <a:pt x="0"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46" name="Google Shape;546;p36"/>
          <p:cNvSpPr/>
          <p:nvPr/>
        </p:nvSpPr>
        <p:spPr>
          <a:xfrm>
            <a:off x="8094101" y="5409135"/>
            <a:ext cx="4097831" cy="349992"/>
          </a:xfrm>
          <a:custGeom>
            <a:avLst/>
            <a:gdLst/>
            <a:ahLst/>
            <a:cxnLst/>
            <a:rect l="l" t="t" r="r" b="b"/>
            <a:pathLst>
              <a:path w="74828" h="6391" extrusionOk="0">
                <a:moveTo>
                  <a:pt x="74828" y="0"/>
                </a:moveTo>
                <a:cubicBezTo>
                  <a:pt x="54536" y="1366"/>
                  <a:pt x="34146" y="1586"/>
                  <a:pt x="13756" y="1781"/>
                </a:cubicBezTo>
                <a:lnTo>
                  <a:pt x="27122" y="3098"/>
                </a:lnTo>
                <a:cubicBezTo>
                  <a:pt x="20189" y="3829"/>
                  <a:pt x="13243" y="4199"/>
                  <a:pt x="6292" y="4199"/>
                </a:cubicBezTo>
                <a:cubicBezTo>
                  <a:pt x="4195" y="4199"/>
                  <a:pt x="2098" y="4166"/>
                  <a:pt x="0" y="4098"/>
                </a:cubicBezTo>
                <a:lnTo>
                  <a:pt x="0" y="4098"/>
                </a:lnTo>
                <a:cubicBezTo>
                  <a:pt x="7559" y="5276"/>
                  <a:pt x="15184" y="5861"/>
                  <a:pt x="22816" y="5861"/>
                </a:cubicBezTo>
                <a:cubicBezTo>
                  <a:pt x="26561" y="5861"/>
                  <a:pt x="30307" y="5720"/>
                  <a:pt x="34048" y="5439"/>
                </a:cubicBezTo>
                <a:cubicBezTo>
                  <a:pt x="37487" y="5171"/>
                  <a:pt x="40926" y="4805"/>
                  <a:pt x="44390" y="4659"/>
                </a:cubicBezTo>
                <a:cubicBezTo>
                  <a:pt x="45675" y="4602"/>
                  <a:pt x="46963" y="4578"/>
                  <a:pt x="48252" y="4578"/>
                </a:cubicBezTo>
                <a:cubicBezTo>
                  <a:pt x="51364" y="4578"/>
                  <a:pt x="54480" y="4716"/>
                  <a:pt x="57584" y="4854"/>
                </a:cubicBezTo>
                <a:cubicBezTo>
                  <a:pt x="63340" y="5098"/>
                  <a:pt x="69243" y="5366"/>
                  <a:pt x="74828" y="6390"/>
                </a:cubicBezTo>
                <a:lnTo>
                  <a:pt x="74828" y="0"/>
                </a:ln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47" name="Google Shape;547;p36"/>
          <p:cNvSpPr/>
          <p:nvPr/>
        </p:nvSpPr>
        <p:spPr>
          <a:xfrm>
            <a:off x="-1067" y="4028730"/>
            <a:ext cx="12194171" cy="5265093"/>
          </a:xfrm>
          <a:custGeom>
            <a:avLst/>
            <a:gdLst/>
            <a:ahLst/>
            <a:cxnLst/>
            <a:rect l="l" t="t" r="r" b="b"/>
            <a:pathLst>
              <a:path w="208483" h="100173" extrusionOk="0">
                <a:moveTo>
                  <a:pt x="0" y="1"/>
                </a:moveTo>
                <a:lnTo>
                  <a:pt x="208482" y="1"/>
                </a:lnTo>
                <a:lnTo>
                  <a:pt x="208482" y="100172"/>
                </a:lnTo>
                <a:lnTo>
                  <a:pt x="0" y="100172"/>
                </a:lnTo>
                <a:close/>
              </a:path>
            </a:pathLst>
          </a:custGeom>
          <a:gradFill>
            <a:gsLst>
              <a:gs pos="0">
                <a:srgbClr val="D0F3FF">
                  <a:alpha val="69411"/>
                </a:srgbClr>
              </a:gs>
              <a:gs pos="29000">
                <a:srgbClr val="FFFFFF">
                  <a:alpha val="0"/>
                </a:srgbClr>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0069447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548"/>
        <p:cNvGrpSpPr/>
        <p:nvPr/>
      </p:nvGrpSpPr>
      <p:grpSpPr>
        <a:xfrm>
          <a:off x="0" y="0"/>
          <a:ext cx="0" cy="0"/>
          <a:chOff x="0" y="0"/>
          <a:chExt cx="0" cy="0"/>
        </a:xfrm>
      </p:grpSpPr>
      <p:sp>
        <p:nvSpPr>
          <p:cNvPr id="549" name="Google Shape;549;p37"/>
          <p:cNvSpPr/>
          <p:nvPr/>
        </p:nvSpPr>
        <p:spPr>
          <a:xfrm>
            <a:off x="4153848" y="96850"/>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0" name="Google Shape;550;p37"/>
          <p:cNvSpPr/>
          <p:nvPr/>
        </p:nvSpPr>
        <p:spPr>
          <a:xfrm>
            <a:off x="9156200" y="1116400"/>
            <a:ext cx="1868000" cy="1868000"/>
          </a:xfrm>
          <a:prstGeom prst="ellipse">
            <a:avLst/>
          </a:pr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1" name="Google Shape;551;p37"/>
          <p:cNvSpPr/>
          <p:nvPr/>
        </p:nvSpPr>
        <p:spPr>
          <a:xfrm>
            <a:off x="7543415" y="264883"/>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2" name="Google Shape;552;p37"/>
          <p:cNvSpPr/>
          <p:nvPr/>
        </p:nvSpPr>
        <p:spPr>
          <a:xfrm flipH="1">
            <a:off x="9330615" y="2279516"/>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3" name="Google Shape;553;p37"/>
          <p:cNvSpPr/>
          <p:nvPr/>
        </p:nvSpPr>
        <p:spPr>
          <a:xfrm flipH="1">
            <a:off x="661448" y="544016"/>
            <a:ext cx="369629" cy="168021"/>
          </a:xfrm>
          <a:custGeom>
            <a:avLst/>
            <a:gdLst/>
            <a:ahLst/>
            <a:cxnLst/>
            <a:rect l="l" t="t" r="r" b="b"/>
            <a:pathLst>
              <a:path w="8507" h="3867" extrusionOk="0">
                <a:moveTo>
                  <a:pt x="1" y="1"/>
                </a:moveTo>
                <a:lnTo>
                  <a:pt x="1" y="1"/>
                </a:lnTo>
                <a:cubicBezTo>
                  <a:pt x="401" y="901"/>
                  <a:pt x="1568" y="1302"/>
                  <a:pt x="2102" y="1602"/>
                </a:cubicBezTo>
                <a:cubicBezTo>
                  <a:pt x="2369" y="1769"/>
                  <a:pt x="2936" y="2169"/>
                  <a:pt x="2936" y="2636"/>
                </a:cubicBezTo>
                <a:lnTo>
                  <a:pt x="1502" y="3103"/>
                </a:lnTo>
                <a:cubicBezTo>
                  <a:pt x="1702" y="3446"/>
                  <a:pt x="2172" y="3470"/>
                  <a:pt x="2554" y="3470"/>
                </a:cubicBezTo>
                <a:cubicBezTo>
                  <a:pt x="2617" y="3470"/>
                  <a:pt x="2679" y="3470"/>
                  <a:pt x="2736" y="3470"/>
                </a:cubicBezTo>
                <a:cubicBezTo>
                  <a:pt x="3069" y="3470"/>
                  <a:pt x="3103" y="3637"/>
                  <a:pt x="3370" y="3737"/>
                </a:cubicBezTo>
                <a:cubicBezTo>
                  <a:pt x="3633" y="3824"/>
                  <a:pt x="3901" y="3866"/>
                  <a:pt x="4165" y="3866"/>
                </a:cubicBezTo>
                <a:cubicBezTo>
                  <a:pt x="4807" y="3866"/>
                  <a:pt x="5423" y="3618"/>
                  <a:pt x="5871" y="3170"/>
                </a:cubicBezTo>
                <a:cubicBezTo>
                  <a:pt x="6072" y="3103"/>
                  <a:pt x="6272" y="3070"/>
                  <a:pt x="6472" y="3070"/>
                </a:cubicBezTo>
                <a:lnTo>
                  <a:pt x="5738" y="2736"/>
                </a:lnTo>
                <a:cubicBezTo>
                  <a:pt x="5954" y="2578"/>
                  <a:pt x="6269" y="2537"/>
                  <a:pt x="6609" y="2537"/>
                </a:cubicBezTo>
                <a:cubicBezTo>
                  <a:pt x="6961" y="2537"/>
                  <a:pt x="7339" y="2580"/>
                  <a:pt x="7659" y="2580"/>
                </a:cubicBezTo>
                <a:cubicBezTo>
                  <a:pt x="7747" y="2580"/>
                  <a:pt x="7829" y="2577"/>
                  <a:pt x="7906" y="2569"/>
                </a:cubicBezTo>
                <a:lnTo>
                  <a:pt x="8273" y="2436"/>
                </a:lnTo>
                <a:lnTo>
                  <a:pt x="8373" y="2302"/>
                </a:lnTo>
                <a:lnTo>
                  <a:pt x="8407" y="2269"/>
                </a:lnTo>
                <a:cubicBezTo>
                  <a:pt x="8473" y="2136"/>
                  <a:pt x="8440" y="2269"/>
                  <a:pt x="8507" y="2069"/>
                </a:cubicBezTo>
                <a:lnTo>
                  <a:pt x="8507" y="2069"/>
                </a:lnTo>
                <a:cubicBezTo>
                  <a:pt x="8123" y="2169"/>
                  <a:pt x="7739" y="2219"/>
                  <a:pt x="7360" y="2219"/>
                </a:cubicBezTo>
                <a:cubicBezTo>
                  <a:pt x="6981" y="2219"/>
                  <a:pt x="6605" y="2169"/>
                  <a:pt x="6238" y="2069"/>
                </a:cubicBezTo>
                <a:cubicBezTo>
                  <a:pt x="6122" y="2057"/>
                  <a:pt x="6022" y="2051"/>
                  <a:pt x="5935" y="2051"/>
                </a:cubicBezTo>
                <a:cubicBezTo>
                  <a:pt x="5134" y="2051"/>
                  <a:pt x="5416" y="2513"/>
                  <a:pt x="4679" y="2513"/>
                </a:cubicBezTo>
                <a:cubicBezTo>
                  <a:pt x="4617" y="2513"/>
                  <a:pt x="4548" y="2509"/>
                  <a:pt x="4470" y="2502"/>
                </a:cubicBezTo>
                <a:lnTo>
                  <a:pt x="4204" y="2069"/>
                </a:lnTo>
                <a:cubicBezTo>
                  <a:pt x="4187" y="2060"/>
                  <a:pt x="4179" y="2058"/>
                  <a:pt x="4173" y="2058"/>
                </a:cubicBezTo>
                <a:cubicBezTo>
                  <a:pt x="4168" y="2058"/>
                  <a:pt x="4166" y="2060"/>
                  <a:pt x="4162" y="2060"/>
                </a:cubicBezTo>
                <a:cubicBezTo>
                  <a:pt x="4154" y="2060"/>
                  <a:pt x="4137" y="2052"/>
                  <a:pt x="4070" y="2002"/>
                </a:cubicBezTo>
                <a:cubicBezTo>
                  <a:pt x="4020" y="1935"/>
                  <a:pt x="4020" y="1935"/>
                  <a:pt x="4024" y="1935"/>
                </a:cubicBezTo>
                <a:cubicBezTo>
                  <a:pt x="4028" y="1935"/>
                  <a:pt x="4037" y="1935"/>
                  <a:pt x="4003" y="1869"/>
                </a:cubicBezTo>
                <a:cubicBezTo>
                  <a:pt x="3803" y="1769"/>
                  <a:pt x="3703" y="1635"/>
                  <a:pt x="3470" y="1502"/>
                </a:cubicBezTo>
                <a:cubicBezTo>
                  <a:pt x="2602" y="1035"/>
                  <a:pt x="1235" y="668"/>
                  <a:pt x="1" y="1"/>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54" name="Google Shape;554;p37"/>
          <p:cNvGrpSpPr/>
          <p:nvPr/>
        </p:nvGrpSpPr>
        <p:grpSpPr>
          <a:xfrm>
            <a:off x="-2880200" y="4881347"/>
            <a:ext cx="19100231" cy="2176452"/>
            <a:chOff x="-2160150" y="3661010"/>
            <a:chExt cx="14325173" cy="1632339"/>
          </a:xfrm>
        </p:grpSpPr>
        <p:grpSp>
          <p:nvGrpSpPr>
            <p:cNvPr id="555" name="Google Shape;555;p37"/>
            <p:cNvGrpSpPr/>
            <p:nvPr/>
          </p:nvGrpSpPr>
          <p:grpSpPr>
            <a:xfrm>
              <a:off x="89437" y="4360796"/>
              <a:ext cx="9027772" cy="569700"/>
              <a:chOff x="89437" y="4360796"/>
              <a:chExt cx="9027772" cy="569700"/>
            </a:xfrm>
          </p:grpSpPr>
          <p:sp>
            <p:nvSpPr>
              <p:cNvPr id="556" name="Google Shape;556;p37"/>
              <p:cNvSpPr/>
              <p:nvPr/>
            </p:nvSpPr>
            <p:spPr>
              <a:xfrm flipH="1">
                <a:off x="1418772" y="4642534"/>
                <a:ext cx="164057" cy="104621"/>
              </a:xfrm>
              <a:custGeom>
                <a:avLst/>
                <a:gdLst/>
                <a:ahLst/>
                <a:cxnLst/>
                <a:rect l="l" t="t" r="r" b="b"/>
                <a:pathLst>
                  <a:path w="4237" h="2702" extrusionOk="0">
                    <a:moveTo>
                      <a:pt x="1618" y="1"/>
                    </a:moveTo>
                    <a:cubicBezTo>
                      <a:pt x="1567" y="1"/>
                      <a:pt x="1515" y="12"/>
                      <a:pt x="1468" y="35"/>
                    </a:cubicBezTo>
                    <a:cubicBezTo>
                      <a:pt x="1401" y="102"/>
                      <a:pt x="1334" y="169"/>
                      <a:pt x="1268" y="236"/>
                    </a:cubicBezTo>
                    <a:cubicBezTo>
                      <a:pt x="1234" y="269"/>
                      <a:pt x="1234" y="302"/>
                      <a:pt x="1201" y="336"/>
                    </a:cubicBezTo>
                    <a:cubicBezTo>
                      <a:pt x="1101" y="369"/>
                      <a:pt x="1034" y="369"/>
                      <a:pt x="968" y="402"/>
                    </a:cubicBezTo>
                    <a:cubicBezTo>
                      <a:pt x="767" y="502"/>
                      <a:pt x="567" y="602"/>
                      <a:pt x="434" y="736"/>
                    </a:cubicBezTo>
                    <a:cubicBezTo>
                      <a:pt x="267" y="836"/>
                      <a:pt x="134" y="969"/>
                      <a:pt x="34" y="1136"/>
                    </a:cubicBezTo>
                    <a:cubicBezTo>
                      <a:pt x="0" y="1203"/>
                      <a:pt x="0" y="1270"/>
                      <a:pt x="0" y="1336"/>
                    </a:cubicBezTo>
                    <a:cubicBezTo>
                      <a:pt x="34" y="1403"/>
                      <a:pt x="67" y="1503"/>
                      <a:pt x="134" y="1570"/>
                    </a:cubicBezTo>
                    <a:cubicBezTo>
                      <a:pt x="234" y="1703"/>
                      <a:pt x="334" y="1837"/>
                      <a:pt x="501" y="1937"/>
                    </a:cubicBezTo>
                    <a:cubicBezTo>
                      <a:pt x="667" y="2003"/>
                      <a:pt x="801" y="2037"/>
                      <a:pt x="968" y="2070"/>
                    </a:cubicBezTo>
                    <a:cubicBezTo>
                      <a:pt x="1168" y="2070"/>
                      <a:pt x="1368" y="2104"/>
                      <a:pt x="1568" y="2104"/>
                    </a:cubicBezTo>
                    <a:lnTo>
                      <a:pt x="1668" y="2237"/>
                    </a:lnTo>
                    <a:cubicBezTo>
                      <a:pt x="1701" y="2337"/>
                      <a:pt x="1735" y="2404"/>
                      <a:pt x="1801" y="2504"/>
                    </a:cubicBezTo>
                    <a:cubicBezTo>
                      <a:pt x="1874" y="2576"/>
                      <a:pt x="1981" y="2701"/>
                      <a:pt x="2086" y="2701"/>
                    </a:cubicBezTo>
                    <a:cubicBezTo>
                      <a:pt x="2126" y="2701"/>
                      <a:pt x="2165" y="2683"/>
                      <a:pt x="2202" y="2637"/>
                    </a:cubicBezTo>
                    <a:cubicBezTo>
                      <a:pt x="2235" y="2571"/>
                      <a:pt x="2268" y="2504"/>
                      <a:pt x="2302" y="2437"/>
                    </a:cubicBezTo>
                    <a:cubicBezTo>
                      <a:pt x="2302" y="2370"/>
                      <a:pt x="2335" y="2304"/>
                      <a:pt x="2402" y="2270"/>
                    </a:cubicBezTo>
                    <a:cubicBezTo>
                      <a:pt x="2435" y="2270"/>
                      <a:pt x="2469" y="2237"/>
                      <a:pt x="2469" y="2204"/>
                    </a:cubicBezTo>
                    <a:cubicBezTo>
                      <a:pt x="2502" y="2170"/>
                      <a:pt x="2435" y="2104"/>
                      <a:pt x="2402" y="2070"/>
                    </a:cubicBezTo>
                    <a:cubicBezTo>
                      <a:pt x="2335" y="2070"/>
                      <a:pt x="2302" y="2037"/>
                      <a:pt x="2235" y="2037"/>
                    </a:cubicBezTo>
                    <a:cubicBezTo>
                      <a:pt x="2302" y="2003"/>
                      <a:pt x="2369" y="2003"/>
                      <a:pt x="2435" y="1970"/>
                    </a:cubicBezTo>
                    <a:cubicBezTo>
                      <a:pt x="2535" y="1937"/>
                      <a:pt x="2602" y="1903"/>
                      <a:pt x="2702" y="1870"/>
                    </a:cubicBezTo>
                    <a:cubicBezTo>
                      <a:pt x="2869" y="1737"/>
                      <a:pt x="3069" y="1637"/>
                      <a:pt x="3269" y="1570"/>
                    </a:cubicBezTo>
                    <a:cubicBezTo>
                      <a:pt x="3319" y="1561"/>
                      <a:pt x="3369" y="1557"/>
                      <a:pt x="3419" y="1557"/>
                    </a:cubicBezTo>
                    <a:cubicBezTo>
                      <a:pt x="3567" y="1557"/>
                      <a:pt x="3711" y="1595"/>
                      <a:pt x="3836" y="1670"/>
                    </a:cubicBezTo>
                    <a:cubicBezTo>
                      <a:pt x="3903" y="1737"/>
                      <a:pt x="3970" y="1803"/>
                      <a:pt x="4036" y="1870"/>
                    </a:cubicBezTo>
                    <a:cubicBezTo>
                      <a:pt x="4063" y="1897"/>
                      <a:pt x="4090" y="1946"/>
                      <a:pt x="4135" y="1946"/>
                    </a:cubicBezTo>
                    <a:cubicBezTo>
                      <a:pt x="4146" y="1946"/>
                      <a:pt x="4157" y="1943"/>
                      <a:pt x="4170" y="1937"/>
                    </a:cubicBezTo>
                    <a:cubicBezTo>
                      <a:pt x="4203" y="1937"/>
                      <a:pt x="4203" y="1837"/>
                      <a:pt x="4203" y="1803"/>
                    </a:cubicBezTo>
                    <a:cubicBezTo>
                      <a:pt x="4203" y="1703"/>
                      <a:pt x="4203" y="1603"/>
                      <a:pt x="4170" y="1503"/>
                    </a:cubicBezTo>
                    <a:cubicBezTo>
                      <a:pt x="4136" y="1436"/>
                      <a:pt x="4103" y="1370"/>
                      <a:pt x="4036" y="1303"/>
                    </a:cubicBezTo>
                    <a:cubicBezTo>
                      <a:pt x="3970" y="1236"/>
                      <a:pt x="3970" y="1170"/>
                      <a:pt x="4036" y="1103"/>
                    </a:cubicBezTo>
                    <a:cubicBezTo>
                      <a:pt x="4070" y="1069"/>
                      <a:pt x="4103" y="1036"/>
                      <a:pt x="4103" y="1003"/>
                    </a:cubicBezTo>
                    <a:cubicBezTo>
                      <a:pt x="4203" y="836"/>
                      <a:pt x="4237" y="636"/>
                      <a:pt x="4203" y="436"/>
                    </a:cubicBezTo>
                    <a:cubicBezTo>
                      <a:pt x="4103" y="436"/>
                      <a:pt x="4036" y="502"/>
                      <a:pt x="3970" y="569"/>
                    </a:cubicBezTo>
                    <a:lnTo>
                      <a:pt x="3903" y="602"/>
                    </a:lnTo>
                    <a:cubicBezTo>
                      <a:pt x="3870" y="669"/>
                      <a:pt x="3803" y="736"/>
                      <a:pt x="3736" y="769"/>
                    </a:cubicBezTo>
                    <a:cubicBezTo>
                      <a:pt x="3611" y="844"/>
                      <a:pt x="3448" y="882"/>
                      <a:pt x="3305" y="882"/>
                    </a:cubicBezTo>
                    <a:cubicBezTo>
                      <a:pt x="3257" y="882"/>
                      <a:pt x="3211" y="878"/>
                      <a:pt x="3169" y="869"/>
                    </a:cubicBezTo>
                    <a:cubicBezTo>
                      <a:pt x="3069" y="869"/>
                      <a:pt x="2969" y="803"/>
                      <a:pt x="2869" y="769"/>
                    </a:cubicBezTo>
                    <a:cubicBezTo>
                      <a:pt x="2902" y="736"/>
                      <a:pt x="2902" y="669"/>
                      <a:pt x="2869" y="636"/>
                    </a:cubicBezTo>
                    <a:cubicBezTo>
                      <a:pt x="2836" y="569"/>
                      <a:pt x="2769" y="536"/>
                      <a:pt x="2702" y="502"/>
                    </a:cubicBezTo>
                    <a:cubicBezTo>
                      <a:pt x="2669" y="469"/>
                      <a:pt x="2535" y="402"/>
                      <a:pt x="2435" y="336"/>
                    </a:cubicBezTo>
                    <a:cubicBezTo>
                      <a:pt x="2268" y="236"/>
                      <a:pt x="2068" y="202"/>
                      <a:pt x="1868" y="102"/>
                    </a:cubicBezTo>
                    <a:cubicBezTo>
                      <a:pt x="1804" y="37"/>
                      <a:pt x="1711" y="1"/>
                      <a:pt x="16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7" name="Google Shape;557;p37"/>
              <p:cNvSpPr/>
              <p:nvPr/>
            </p:nvSpPr>
            <p:spPr>
              <a:xfrm>
                <a:off x="3171310" y="4360796"/>
                <a:ext cx="165373" cy="103344"/>
              </a:xfrm>
              <a:custGeom>
                <a:avLst/>
                <a:gdLst/>
                <a:ahLst/>
                <a:cxnLst/>
                <a:rect l="l" t="t" r="r" b="b"/>
                <a:pathLst>
                  <a:path w="4271" h="2669" extrusionOk="0">
                    <a:moveTo>
                      <a:pt x="1552" y="1"/>
                    </a:moveTo>
                    <a:cubicBezTo>
                      <a:pt x="1477" y="1"/>
                      <a:pt x="1401" y="17"/>
                      <a:pt x="1335" y="51"/>
                    </a:cubicBezTo>
                    <a:cubicBezTo>
                      <a:pt x="1268" y="117"/>
                      <a:pt x="1201" y="184"/>
                      <a:pt x="1168" y="251"/>
                    </a:cubicBezTo>
                    <a:cubicBezTo>
                      <a:pt x="1135" y="318"/>
                      <a:pt x="1101" y="351"/>
                      <a:pt x="1101" y="384"/>
                    </a:cubicBezTo>
                    <a:cubicBezTo>
                      <a:pt x="1001" y="418"/>
                      <a:pt x="934" y="451"/>
                      <a:pt x="868" y="484"/>
                    </a:cubicBezTo>
                    <a:cubicBezTo>
                      <a:pt x="668" y="584"/>
                      <a:pt x="501" y="685"/>
                      <a:pt x="367" y="818"/>
                    </a:cubicBezTo>
                    <a:cubicBezTo>
                      <a:pt x="201" y="951"/>
                      <a:pt x="101" y="1118"/>
                      <a:pt x="0" y="1285"/>
                    </a:cubicBezTo>
                    <a:cubicBezTo>
                      <a:pt x="0" y="1352"/>
                      <a:pt x="0" y="1418"/>
                      <a:pt x="0" y="1485"/>
                    </a:cubicBezTo>
                    <a:cubicBezTo>
                      <a:pt x="34" y="1552"/>
                      <a:pt x="101" y="1619"/>
                      <a:pt x="134" y="1685"/>
                    </a:cubicBezTo>
                    <a:cubicBezTo>
                      <a:pt x="267" y="1852"/>
                      <a:pt x="401" y="1952"/>
                      <a:pt x="568" y="2019"/>
                    </a:cubicBezTo>
                    <a:cubicBezTo>
                      <a:pt x="701" y="2086"/>
                      <a:pt x="868" y="2119"/>
                      <a:pt x="1035" y="2119"/>
                    </a:cubicBezTo>
                    <a:lnTo>
                      <a:pt x="1635" y="2119"/>
                    </a:lnTo>
                    <a:cubicBezTo>
                      <a:pt x="1668" y="2152"/>
                      <a:pt x="1702" y="2186"/>
                      <a:pt x="1735" y="2252"/>
                    </a:cubicBezTo>
                    <a:cubicBezTo>
                      <a:pt x="1768" y="2319"/>
                      <a:pt x="1835" y="2419"/>
                      <a:pt x="1902" y="2486"/>
                    </a:cubicBezTo>
                    <a:cubicBezTo>
                      <a:pt x="1975" y="2559"/>
                      <a:pt x="2103" y="2669"/>
                      <a:pt x="2218" y="2669"/>
                    </a:cubicBezTo>
                    <a:cubicBezTo>
                      <a:pt x="2260" y="2669"/>
                      <a:pt x="2300" y="2655"/>
                      <a:pt x="2335" y="2619"/>
                    </a:cubicBezTo>
                    <a:cubicBezTo>
                      <a:pt x="2369" y="2519"/>
                      <a:pt x="2369" y="2452"/>
                      <a:pt x="2402" y="2386"/>
                    </a:cubicBezTo>
                    <a:cubicBezTo>
                      <a:pt x="2402" y="2319"/>
                      <a:pt x="2436" y="2252"/>
                      <a:pt x="2502" y="2219"/>
                    </a:cubicBezTo>
                    <a:cubicBezTo>
                      <a:pt x="2502" y="2186"/>
                      <a:pt x="2536" y="2152"/>
                      <a:pt x="2569" y="2152"/>
                    </a:cubicBezTo>
                    <a:cubicBezTo>
                      <a:pt x="2569" y="2086"/>
                      <a:pt x="2502" y="2052"/>
                      <a:pt x="2469" y="2052"/>
                    </a:cubicBezTo>
                    <a:cubicBezTo>
                      <a:pt x="2436" y="2019"/>
                      <a:pt x="2369" y="2019"/>
                      <a:pt x="2302" y="1985"/>
                    </a:cubicBezTo>
                    <a:cubicBezTo>
                      <a:pt x="2369" y="1952"/>
                      <a:pt x="2436" y="1952"/>
                      <a:pt x="2502" y="1919"/>
                    </a:cubicBezTo>
                    <a:cubicBezTo>
                      <a:pt x="2602" y="1885"/>
                      <a:pt x="2669" y="1852"/>
                      <a:pt x="2736" y="1785"/>
                    </a:cubicBezTo>
                    <a:cubicBezTo>
                      <a:pt x="2903" y="1652"/>
                      <a:pt x="3103" y="1518"/>
                      <a:pt x="3303" y="1452"/>
                    </a:cubicBezTo>
                    <a:cubicBezTo>
                      <a:pt x="3374" y="1428"/>
                      <a:pt x="3445" y="1417"/>
                      <a:pt x="3514" y="1417"/>
                    </a:cubicBezTo>
                    <a:cubicBezTo>
                      <a:pt x="3641" y="1417"/>
                      <a:pt x="3762" y="1454"/>
                      <a:pt x="3870" y="1518"/>
                    </a:cubicBezTo>
                    <a:cubicBezTo>
                      <a:pt x="3937" y="1552"/>
                      <a:pt x="4037" y="1619"/>
                      <a:pt x="4103" y="1685"/>
                    </a:cubicBezTo>
                    <a:cubicBezTo>
                      <a:pt x="4103" y="1712"/>
                      <a:pt x="4147" y="1761"/>
                      <a:pt x="4199" y="1761"/>
                    </a:cubicBezTo>
                    <a:cubicBezTo>
                      <a:pt x="4211" y="1761"/>
                      <a:pt x="4224" y="1758"/>
                      <a:pt x="4237" y="1752"/>
                    </a:cubicBezTo>
                    <a:cubicBezTo>
                      <a:pt x="4270" y="1719"/>
                      <a:pt x="4270" y="1619"/>
                      <a:pt x="4270" y="1585"/>
                    </a:cubicBezTo>
                    <a:cubicBezTo>
                      <a:pt x="4237" y="1452"/>
                      <a:pt x="4170" y="1352"/>
                      <a:pt x="4103" y="1252"/>
                    </a:cubicBezTo>
                    <a:cubicBezTo>
                      <a:pt x="4070" y="1185"/>
                      <a:pt x="4037" y="1118"/>
                      <a:pt x="3970" y="1051"/>
                    </a:cubicBezTo>
                    <a:cubicBezTo>
                      <a:pt x="3903" y="1018"/>
                      <a:pt x="3903" y="918"/>
                      <a:pt x="3937" y="885"/>
                    </a:cubicBezTo>
                    <a:cubicBezTo>
                      <a:pt x="3970" y="851"/>
                      <a:pt x="4003" y="785"/>
                      <a:pt x="4003" y="751"/>
                    </a:cubicBezTo>
                    <a:cubicBezTo>
                      <a:pt x="4070" y="584"/>
                      <a:pt x="4070" y="384"/>
                      <a:pt x="4037" y="184"/>
                    </a:cubicBezTo>
                    <a:lnTo>
                      <a:pt x="4037" y="184"/>
                    </a:lnTo>
                    <a:cubicBezTo>
                      <a:pt x="3970" y="218"/>
                      <a:pt x="3870" y="251"/>
                      <a:pt x="3837" y="351"/>
                    </a:cubicBezTo>
                    <a:lnTo>
                      <a:pt x="3770" y="384"/>
                    </a:lnTo>
                    <a:cubicBezTo>
                      <a:pt x="3736" y="451"/>
                      <a:pt x="3670" y="518"/>
                      <a:pt x="3603" y="551"/>
                    </a:cubicBezTo>
                    <a:cubicBezTo>
                      <a:pt x="3465" y="662"/>
                      <a:pt x="3304" y="726"/>
                      <a:pt x="3139" y="726"/>
                    </a:cubicBezTo>
                    <a:cubicBezTo>
                      <a:pt x="3105" y="726"/>
                      <a:pt x="3070" y="724"/>
                      <a:pt x="3036" y="718"/>
                    </a:cubicBezTo>
                    <a:cubicBezTo>
                      <a:pt x="2936" y="718"/>
                      <a:pt x="2836" y="685"/>
                      <a:pt x="2769" y="618"/>
                    </a:cubicBezTo>
                    <a:cubicBezTo>
                      <a:pt x="2802" y="618"/>
                      <a:pt x="2802" y="551"/>
                      <a:pt x="2769" y="518"/>
                    </a:cubicBezTo>
                    <a:cubicBezTo>
                      <a:pt x="2736" y="451"/>
                      <a:pt x="2669" y="418"/>
                      <a:pt x="2636" y="418"/>
                    </a:cubicBezTo>
                    <a:cubicBezTo>
                      <a:pt x="2536" y="384"/>
                      <a:pt x="2436" y="318"/>
                      <a:pt x="2335" y="284"/>
                    </a:cubicBezTo>
                    <a:cubicBezTo>
                      <a:pt x="2135" y="184"/>
                      <a:pt x="1935" y="151"/>
                      <a:pt x="1768" y="51"/>
                    </a:cubicBezTo>
                    <a:cubicBezTo>
                      <a:pt x="1702" y="17"/>
                      <a:pt x="1627" y="1"/>
                      <a:pt x="1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8" name="Google Shape;558;p37"/>
              <p:cNvSpPr/>
              <p:nvPr/>
            </p:nvSpPr>
            <p:spPr>
              <a:xfrm>
                <a:off x="5185306" y="4643151"/>
                <a:ext cx="165373" cy="103382"/>
              </a:xfrm>
              <a:custGeom>
                <a:avLst/>
                <a:gdLst/>
                <a:ahLst/>
                <a:cxnLst/>
                <a:rect l="l" t="t" r="r" b="b"/>
                <a:pathLst>
                  <a:path w="4271" h="2670" extrusionOk="0">
                    <a:moveTo>
                      <a:pt x="1585" y="1"/>
                    </a:moveTo>
                    <a:cubicBezTo>
                      <a:pt x="1510" y="1"/>
                      <a:pt x="1435" y="18"/>
                      <a:pt x="1369" y="51"/>
                    </a:cubicBezTo>
                    <a:cubicBezTo>
                      <a:pt x="1302" y="118"/>
                      <a:pt x="1235" y="184"/>
                      <a:pt x="1202" y="285"/>
                    </a:cubicBezTo>
                    <a:cubicBezTo>
                      <a:pt x="1168" y="318"/>
                      <a:pt x="1135" y="351"/>
                      <a:pt x="1135" y="385"/>
                    </a:cubicBezTo>
                    <a:cubicBezTo>
                      <a:pt x="1035" y="418"/>
                      <a:pt x="968" y="451"/>
                      <a:pt x="902" y="485"/>
                    </a:cubicBezTo>
                    <a:cubicBezTo>
                      <a:pt x="701" y="585"/>
                      <a:pt x="535" y="685"/>
                      <a:pt x="401" y="818"/>
                    </a:cubicBezTo>
                    <a:cubicBezTo>
                      <a:pt x="234" y="952"/>
                      <a:pt x="134" y="1118"/>
                      <a:pt x="34" y="1285"/>
                    </a:cubicBezTo>
                    <a:cubicBezTo>
                      <a:pt x="1" y="1352"/>
                      <a:pt x="1" y="1419"/>
                      <a:pt x="34" y="1485"/>
                    </a:cubicBezTo>
                    <a:cubicBezTo>
                      <a:pt x="68" y="1552"/>
                      <a:pt x="101" y="1619"/>
                      <a:pt x="168" y="1686"/>
                    </a:cubicBezTo>
                    <a:cubicBezTo>
                      <a:pt x="268" y="1852"/>
                      <a:pt x="401" y="1952"/>
                      <a:pt x="568" y="2019"/>
                    </a:cubicBezTo>
                    <a:cubicBezTo>
                      <a:pt x="735" y="2086"/>
                      <a:pt x="902" y="2119"/>
                      <a:pt x="1068" y="2119"/>
                    </a:cubicBezTo>
                    <a:lnTo>
                      <a:pt x="1669" y="2119"/>
                    </a:lnTo>
                    <a:cubicBezTo>
                      <a:pt x="1702" y="2153"/>
                      <a:pt x="1702" y="2186"/>
                      <a:pt x="1736" y="2253"/>
                    </a:cubicBezTo>
                    <a:cubicBezTo>
                      <a:pt x="1802" y="2353"/>
                      <a:pt x="1836" y="2419"/>
                      <a:pt x="1936" y="2519"/>
                    </a:cubicBezTo>
                    <a:cubicBezTo>
                      <a:pt x="1984" y="2568"/>
                      <a:pt x="2104" y="2670"/>
                      <a:pt x="2217" y="2670"/>
                    </a:cubicBezTo>
                    <a:cubicBezTo>
                      <a:pt x="2259" y="2670"/>
                      <a:pt x="2300" y="2656"/>
                      <a:pt x="2336" y="2620"/>
                    </a:cubicBezTo>
                    <a:cubicBezTo>
                      <a:pt x="2369" y="2553"/>
                      <a:pt x="2403" y="2453"/>
                      <a:pt x="2403" y="2386"/>
                    </a:cubicBezTo>
                    <a:cubicBezTo>
                      <a:pt x="2436" y="2319"/>
                      <a:pt x="2469" y="2253"/>
                      <a:pt x="2503" y="2219"/>
                    </a:cubicBezTo>
                    <a:cubicBezTo>
                      <a:pt x="2536" y="2186"/>
                      <a:pt x="2569" y="2186"/>
                      <a:pt x="2569" y="2153"/>
                    </a:cubicBezTo>
                    <a:cubicBezTo>
                      <a:pt x="2603" y="2119"/>
                      <a:pt x="2536" y="2052"/>
                      <a:pt x="2503" y="2052"/>
                    </a:cubicBezTo>
                    <a:cubicBezTo>
                      <a:pt x="2436" y="2019"/>
                      <a:pt x="2369" y="2019"/>
                      <a:pt x="2336" y="1986"/>
                    </a:cubicBezTo>
                    <a:cubicBezTo>
                      <a:pt x="2403" y="1986"/>
                      <a:pt x="2469" y="1952"/>
                      <a:pt x="2536" y="1919"/>
                    </a:cubicBezTo>
                    <a:cubicBezTo>
                      <a:pt x="2603" y="1886"/>
                      <a:pt x="2703" y="1852"/>
                      <a:pt x="2770" y="1786"/>
                    </a:cubicBezTo>
                    <a:cubicBezTo>
                      <a:pt x="2936" y="1652"/>
                      <a:pt x="3103" y="1552"/>
                      <a:pt x="3337" y="1452"/>
                    </a:cubicBezTo>
                    <a:cubicBezTo>
                      <a:pt x="3398" y="1440"/>
                      <a:pt x="3463" y="1432"/>
                      <a:pt x="3530" y="1432"/>
                    </a:cubicBezTo>
                    <a:cubicBezTo>
                      <a:pt x="3646" y="1432"/>
                      <a:pt x="3765" y="1455"/>
                      <a:pt x="3870" y="1519"/>
                    </a:cubicBezTo>
                    <a:cubicBezTo>
                      <a:pt x="3970" y="1552"/>
                      <a:pt x="4037" y="1619"/>
                      <a:pt x="4104" y="1686"/>
                    </a:cubicBezTo>
                    <a:cubicBezTo>
                      <a:pt x="4131" y="1712"/>
                      <a:pt x="4180" y="1761"/>
                      <a:pt x="4215" y="1761"/>
                    </a:cubicBezTo>
                    <a:cubicBezTo>
                      <a:pt x="4223" y="1761"/>
                      <a:pt x="4231" y="1759"/>
                      <a:pt x="4237" y="1752"/>
                    </a:cubicBezTo>
                    <a:cubicBezTo>
                      <a:pt x="4271" y="1719"/>
                      <a:pt x="4271" y="1619"/>
                      <a:pt x="4271" y="1585"/>
                    </a:cubicBezTo>
                    <a:cubicBezTo>
                      <a:pt x="4237" y="1485"/>
                      <a:pt x="4204" y="1352"/>
                      <a:pt x="4137" y="1252"/>
                    </a:cubicBezTo>
                    <a:cubicBezTo>
                      <a:pt x="4104" y="1185"/>
                      <a:pt x="4071" y="1118"/>
                      <a:pt x="4004" y="1052"/>
                    </a:cubicBezTo>
                    <a:cubicBezTo>
                      <a:pt x="3970" y="1018"/>
                      <a:pt x="3937" y="952"/>
                      <a:pt x="3970" y="885"/>
                    </a:cubicBezTo>
                    <a:cubicBezTo>
                      <a:pt x="4004" y="852"/>
                      <a:pt x="4037" y="818"/>
                      <a:pt x="4037" y="752"/>
                    </a:cubicBezTo>
                    <a:cubicBezTo>
                      <a:pt x="4104" y="585"/>
                      <a:pt x="4137" y="385"/>
                      <a:pt x="4104" y="218"/>
                    </a:cubicBezTo>
                    <a:cubicBezTo>
                      <a:pt x="4004" y="218"/>
                      <a:pt x="3904" y="251"/>
                      <a:pt x="3870" y="351"/>
                    </a:cubicBezTo>
                    <a:lnTo>
                      <a:pt x="3804" y="385"/>
                    </a:lnTo>
                    <a:cubicBezTo>
                      <a:pt x="3770" y="451"/>
                      <a:pt x="3704" y="518"/>
                      <a:pt x="3637" y="551"/>
                    </a:cubicBezTo>
                    <a:cubicBezTo>
                      <a:pt x="3499" y="662"/>
                      <a:pt x="3338" y="727"/>
                      <a:pt x="3173" y="727"/>
                    </a:cubicBezTo>
                    <a:cubicBezTo>
                      <a:pt x="3139" y="727"/>
                      <a:pt x="3104" y="724"/>
                      <a:pt x="3070" y="718"/>
                    </a:cubicBezTo>
                    <a:cubicBezTo>
                      <a:pt x="2970" y="718"/>
                      <a:pt x="2870" y="685"/>
                      <a:pt x="2803" y="651"/>
                    </a:cubicBezTo>
                    <a:cubicBezTo>
                      <a:pt x="2836" y="618"/>
                      <a:pt x="2836" y="551"/>
                      <a:pt x="2803" y="518"/>
                    </a:cubicBezTo>
                    <a:cubicBezTo>
                      <a:pt x="2770" y="485"/>
                      <a:pt x="2703" y="418"/>
                      <a:pt x="2670" y="418"/>
                    </a:cubicBezTo>
                    <a:cubicBezTo>
                      <a:pt x="2569" y="385"/>
                      <a:pt x="2469" y="318"/>
                      <a:pt x="2369" y="285"/>
                    </a:cubicBezTo>
                    <a:cubicBezTo>
                      <a:pt x="2169" y="184"/>
                      <a:pt x="1936" y="151"/>
                      <a:pt x="1802" y="51"/>
                    </a:cubicBezTo>
                    <a:cubicBezTo>
                      <a:pt x="1736" y="18"/>
                      <a:pt x="1661" y="1"/>
                      <a:pt x="15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37"/>
              <p:cNvSpPr/>
              <p:nvPr/>
            </p:nvSpPr>
            <p:spPr>
              <a:xfrm>
                <a:off x="8953153" y="4723715"/>
                <a:ext cx="164057" cy="104583"/>
              </a:xfrm>
              <a:custGeom>
                <a:avLst/>
                <a:gdLst/>
                <a:ahLst/>
                <a:cxnLst/>
                <a:rect l="l" t="t" r="r" b="b"/>
                <a:pathLst>
                  <a:path w="4237" h="2701" extrusionOk="0">
                    <a:moveTo>
                      <a:pt x="1618" y="0"/>
                    </a:moveTo>
                    <a:cubicBezTo>
                      <a:pt x="1567" y="0"/>
                      <a:pt x="1516" y="11"/>
                      <a:pt x="1468" y="35"/>
                    </a:cubicBezTo>
                    <a:cubicBezTo>
                      <a:pt x="1402" y="102"/>
                      <a:pt x="1335" y="168"/>
                      <a:pt x="1268" y="235"/>
                    </a:cubicBezTo>
                    <a:cubicBezTo>
                      <a:pt x="1235" y="268"/>
                      <a:pt x="1235" y="302"/>
                      <a:pt x="1201" y="335"/>
                    </a:cubicBezTo>
                    <a:cubicBezTo>
                      <a:pt x="1101" y="368"/>
                      <a:pt x="1035" y="402"/>
                      <a:pt x="968" y="402"/>
                    </a:cubicBezTo>
                    <a:cubicBezTo>
                      <a:pt x="768" y="502"/>
                      <a:pt x="601" y="602"/>
                      <a:pt x="434" y="735"/>
                    </a:cubicBezTo>
                    <a:cubicBezTo>
                      <a:pt x="267" y="835"/>
                      <a:pt x="134" y="969"/>
                      <a:pt x="67" y="1136"/>
                    </a:cubicBezTo>
                    <a:cubicBezTo>
                      <a:pt x="1" y="1202"/>
                      <a:pt x="1" y="1269"/>
                      <a:pt x="1" y="1336"/>
                    </a:cubicBezTo>
                    <a:cubicBezTo>
                      <a:pt x="34" y="1402"/>
                      <a:pt x="67" y="1503"/>
                      <a:pt x="134" y="1569"/>
                    </a:cubicBezTo>
                    <a:cubicBezTo>
                      <a:pt x="234" y="1736"/>
                      <a:pt x="367" y="1836"/>
                      <a:pt x="501" y="1936"/>
                    </a:cubicBezTo>
                    <a:cubicBezTo>
                      <a:pt x="668" y="2003"/>
                      <a:pt x="834" y="2036"/>
                      <a:pt x="968" y="2070"/>
                    </a:cubicBezTo>
                    <a:cubicBezTo>
                      <a:pt x="1168" y="2103"/>
                      <a:pt x="1368" y="2103"/>
                      <a:pt x="1602" y="2103"/>
                    </a:cubicBezTo>
                    <a:cubicBezTo>
                      <a:pt x="1602" y="2136"/>
                      <a:pt x="1635" y="2203"/>
                      <a:pt x="1668" y="2236"/>
                    </a:cubicBezTo>
                    <a:cubicBezTo>
                      <a:pt x="1702" y="2336"/>
                      <a:pt x="1735" y="2403"/>
                      <a:pt x="1802" y="2503"/>
                    </a:cubicBezTo>
                    <a:cubicBezTo>
                      <a:pt x="1874" y="2576"/>
                      <a:pt x="1982" y="2701"/>
                      <a:pt x="2086" y="2701"/>
                    </a:cubicBezTo>
                    <a:cubicBezTo>
                      <a:pt x="2126" y="2701"/>
                      <a:pt x="2165" y="2683"/>
                      <a:pt x="2202" y="2637"/>
                    </a:cubicBezTo>
                    <a:cubicBezTo>
                      <a:pt x="2235" y="2570"/>
                      <a:pt x="2269" y="2503"/>
                      <a:pt x="2302" y="2437"/>
                    </a:cubicBezTo>
                    <a:cubicBezTo>
                      <a:pt x="2302" y="2370"/>
                      <a:pt x="2336" y="2303"/>
                      <a:pt x="2402" y="2270"/>
                    </a:cubicBezTo>
                    <a:cubicBezTo>
                      <a:pt x="2436" y="2270"/>
                      <a:pt x="2469" y="2236"/>
                      <a:pt x="2469" y="2203"/>
                    </a:cubicBezTo>
                    <a:cubicBezTo>
                      <a:pt x="2502" y="2170"/>
                      <a:pt x="2436" y="2103"/>
                      <a:pt x="2402" y="2103"/>
                    </a:cubicBezTo>
                    <a:cubicBezTo>
                      <a:pt x="2336" y="2070"/>
                      <a:pt x="2302" y="2070"/>
                      <a:pt x="2235" y="2036"/>
                    </a:cubicBezTo>
                    <a:cubicBezTo>
                      <a:pt x="2302" y="2036"/>
                      <a:pt x="2402" y="2003"/>
                      <a:pt x="2469" y="1970"/>
                    </a:cubicBezTo>
                    <a:cubicBezTo>
                      <a:pt x="2536" y="1970"/>
                      <a:pt x="2636" y="1903"/>
                      <a:pt x="2702" y="1869"/>
                    </a:cubicBezTo>
                    <a:cubicBezTo>
                      <a:pt x="2869" y="1736"/>
                      <a:pt x="3069" y="1636"/>
                      <a:pt x="3270" y="1603"/>
                    </a:cubicBezTo>
                    <a:cubicBezTo>
                      <a:pt x="3340" y="1579"/>
                      <a:pt x="3411" y="1568"/>
                      <a:pt x="3481" y="1568"/>
                    </a:cubicBezTo>
                    <a:cubicBezTo>
                      <a:pt x="3607" y="1568"/>
                      <a:pt x="3729" y="1605"/>
                      <a:pt x="3837" y="1669"/>
                    </a:cubicBezTo>
                    <a:cubicBezTo>
                      <a:pt x="3903" y="1736"/>
                      <a:pt x="3970" y="1803"/>
                      <a:pt x="4037" y="1869"/>
                    </a:cubicBezTo>
                    <a:cubicBezTo>
                      <a:pt x="4070" y="1903"/>
                      <a:pt x="4137" y="1970"/>
                      <a:pt x="4170" y="1970"/>
                    </a:cubicBezTo>
                    <a:cubicBezTo>
                      <a:pt x="4237" y="1936"/>
                      <a:pt x="4204" y="1836"/>
                      <a:pt x="4204" y="1803"/>
                    </a:cubicBezTo>
                    <a:cubicBezTo>
                      <a:pt x="4204" y="1669"/>
                      <a:pt x="4170" y="1569"/>
                      <a:pt x="4137" y="1469"/>
                    </a:cubicBezTo>
                    <a:cubicBezTo>
                      <a:pt x="4103" y="1402"/>
                      <a:pt x="4037" y="1336"/>
                      <a:pt x="4003" y="1269"/>
                    </a:cubicBezTo>
                    <a:cubicBezTo>
                      <a:pt x="3937" y="1202"/>
                      <a:pt x="3937" y="1136"/>
                      <a:pt x="4003" y="1102"/>
                    </a:cubicBezTo>
                    <a:cubicBezTo>
                      <a:pt x="4037" y="1036"/>
                      <a:pt x="4070" y="1002"/>
                      <a:pt x="4070" y="969"/>
                    </a:cubicBezTo>
                    <a:cubicBezTo>
                      <a:pt x="4137" y="802"/>
                      <a:pt x="4170" y="602"/>
                      <a:pt x="4170" y="435"/>
                    </a:cubicBezTo>
                    <a:cubicBezTo>
                      <a:pt x="4070" y="435"/>
                      <a:pt x="4003" y="468"/>
                      <a:pt x="3937" y="535"/>
                    </a:cubicBezTo>
                    <a:lnTo>
                      <a:pt x="3870" y="602"/>
                    </a:lnTo>
                    <a:cubicBezTo>
                      <a:pt x="3803" y="635"/>
                      <a:pt x="3770" y="702"/>
                      <a:pt x="3703" y="735"/>
                    </a:cubicBezTo>
                    <a:cubicBezTo>
                      <a:pt x="3539" y="818"/>
                      <a:pt x="3374" y="877"/>
                      <a:pt x="3209" y="877"/>
                    </a:cubicBezTo>
                    <a:cubicBezTo>
                      <a:pt x="3174" y="877"/>
                      <a:pt x="3138" y="875"/>
                      <a:pt x="3103" y="869"/>
                    </a:cubicBezTo>
                    <a:cubicBezTo>
                      <a:pt x="3003" y="835"/>
                      <a:pt x="2936" y="802"/>
                      <a:pt x="2836" y="735"/>
                    </a:cubicBezTo>
                    <a:cubicBezTo>
                      <a:pt x="2869" y="735"/>
                      <a:pt x="2903" y="669"/>
                      <a:pt x="2869" y="635"/>
                    </a:cubicBezTo>
                    <a:cubicBezTo>
                      <a:pt x="2836" y="569"/>
                      <a:pt x="2769" y="535"/>
                      <a:pt x="2702" y="502"/>
                    </a:cubicBezTo>
                    <a:cubicBezTo>
                      <a:pt x="2636" y="468"/>
                      <a:pt x="2536" y="402"/>
                      <a:pt x="2436" y="335"/>
                    </a:cubicBezTo>
                    <a:cubicBezTo>
                      <a:pt x="2269" y="235"/>
                      <a:pt x="2069" y="202"/>
                      <a:pt x="1869" y="102"/>
                    </a:cubicBezTo>
                    <a:cubicBezTo>
                      <a:pt x="1804" y="37"/>
                      <a:pt x="1712" y="0"/>
                      <a:pt x="16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37"/>
              <p:cNvSpPr/>
              <p:nvPr/>
            </p:nvSpPr>
            <p:spPr>
              <a:xfrm flipH="1">
                <a:off x="7639146" y="4540189"/>
                <a:ext cx="165334" cy="102337"/>
              </a:xfrm>
              <a:custGeom>
                <a:avLst/>
                <a:gdLst/>
                <a:ahLst/>
                <a:cxnLst/>
                <a:rect l="l" t="t" r="r" b="b"/>
                <a:pathLst>
                  <a:path w="4270" h="2643" extrusionOk="0">
                    <a:moveTo>
                      <a:pt x="1563" y="0"/>
                    </a:moveTo>
                    <a:cubicBezTo>
                      <a:pt x="1508" y="0"/>
                      <a:pt x="1452" y="11"/>
                      <a:pt x="1401" y="37"/>
                    </a:cubicBezTo>
                    <a:cubicBezTo>
                      <a:pt x="1334" y="103"/>
                      <a:pt x="1268" y="170"/>
                      <a:pt x="1201" y="237"/>
                    </a:cubicBezTo>
                    <a:cubicBezTo>
                      <a:pt x="1201" y="270"/>
                      <a:pt x="1168" y="337"/>
                      <a:pt x="1134" y="370"/>
                    </a:cubicBezTo>
                    <a:cubicBezTo>
                      <a:pt x="1068" y="370"/>
                      <a:pt x="968" y="404"/>
                      <a:pt x="901" y="470"/>
                    </a:cubicBezTo>
                    <a:cubicBezTo>
                      <a:pt x="734" y="537"/>
                      <a:pt x="534" y="670"/>
                      <a:pt x="400" y="804"/>
                    </a:cubicBezTo>
                    <a:cubicBezTo>
                      <a:pt x="234" y="904"/>
                      <a:pt x="134" y="1037"/>
                      <a:pt x="34" y="1204"/>
                    </a:cubicBezTo>
                    <a:cubicBezTo>
                      <a:pt x="0" y="1271"/>
                      <a:pt x="0" y="1338"/>
                      <a:pt x="34" y="1404"/>
                    </a:cubicBezTo>
                    <a:cubicBezTo>
                      <a:pt x="34" y="1471"/>
                      <a:pt x="100" y="1571"/>
                      <a:pt x="134" y="1638"/>
                    </a:cubicBezTo>
                    <a:cubicBezTo>
                      <a:pt x="234" y="1771"/>
                      <a:pt x="400" y="1905"/>
                      <a:pt x="567" y="1971"/>
                    </a:cubicBezTo>
                    <a:cubicBezTo>
                      <a:pt x="701" y="2038"/>
                      <a:pt x="867" y="2071"/>
                      <a:pt x="1034" y="2071"/>
                    </a:cubicBezTo>
                    <a:lnTo>
                      <a:pt x="1635" y="2071"/>
                    </a:lnTo>
                    <a:cubicBezTo>
                      <a:pt x="1668" y="2105"/>
                      <a:pt x="1701" y="2172"/>
                      <a:pt x="1701" y="2205"/>
                    </a:cubicBezTo>
                    <a:cubicBezTo>
                      <a:pt x="1768" y="2305"/>
                      <a:pt x="1835" y="2372"/>
                      <a:pt x="1902" y="2472"/>
                    </a:cubicBezTo>
                    <a:cubicBezTo>
                      <a:pt x="1948" y="2541"/>
                      <a:pt x="2058" y="2643"/>
                      <a:pt x="2166" y="2643"/>
                    </a:cubicBezTo>
                    <a:cubicBezTo>
                      <a:pt x="2214" y="2643"/>
                      <a:pt x="2261" y="2623"/>
                      <a:pt x="2302" y="2572"/>
                    </a:cubicBezTo>
                    <a:cubicBezTo>
                      <a:pt x="2335" y="2505"/>
                      <a:pt x="2369" y="2438"/>
                      <a:pt x="2369" y="2338"/>
                    </a:cubicBezTo>
                    <a:cubicBezTo>
                      <a:pt x="2369" y="2305"/>
                      <a:pt x="2402" y="2238"/>
                      <a:pt x="2469" y="2205"/>
                    </a:cubicBezTo>
                    <a:cubicBezTo>
                      <a:pt x="2502" y="2172"/>
                      <a:pt x="2535" y="2138"/>
                      <a:pt x="2535" y="2105"/>
                    </a:cubicBezTo>
                    <a:cubicBezTo>
                      <a:pt x="2569" y="2071"/>
                      <a:pt x="2502" y="2038"/>
                      <a:pt x="2469" y="2005"/>
                    </a:cubicBezTo>
                    <a:cubicBezTo>
                      <a:pt x="2402" y="2005"/>
                      <a:pt x="2335" y="2005"/>
                      <a:pt x="2302" y="1971"/>
                    </a:cubicBezTo>
                    <a:cubicBezTo>
                      <a:pt x="2369" y="1938"/>
                      <a:pt x="2435" y="1938"/>
                      <a:pt x="2502" y="1905"/>
                    </a:cubicBezTo>
                    <a:cubicBezTo>
                      <a:pt x="2569" y="1871"/>
                      <a:pt x="2669" y="1838"/>
                      <a:pt x="2735" y="1771"/>
                    </a:cubicBezTo>
                    <a:cubicBezTo>
                      <a:pt x="2902" y="1638"/>
                      <a:pt x="3102" y="1538"/>
                      <a:pt x="3303" y="1471"/>
                    </a:cubicBezTo>
                    <a:cubicBezTo>
                      <a:pt x="3373" y="1447"/>
                      <a:pt x="3444" y="1436"/>
                      <a:pt x="3514" y="1436"/>
                    </a:cubicBezTo>
                    <a:cubicBezTo>
                      <a:pt x="3640" y="1436"/>
                      <a:pt x="3762" y="1473"/>
                      <a:pt x="3870" y="1538"/>
                    </a:cubicBezTo>
                    <a:cubicBezTo>
                      <a:pt x="3936" y="1571"/>
                      <a:pt x="4003" y="1638"/>
                      <a:pt x="4070" y="1705"/>
                    </a:cubicBezTo>
                    <a:cubicBezTo>
                      <a:pt x="4097" y="1732"/>
                      <a:pt x="4146" y="1780"/>
                      <a:pt x="4181" y="1780"/>
                    </a:cubicBezTo>
                    <a:cubicBezTo>
                      <a:pt x="4189" y="1780"/>
                      <a:pt x="4197" y="1778"/>
                      <a:pt x="4203" y="1771"/>
                    </a:cubicBezTo>
                    <a:cubicBezTo>
                      <a:pt x="4270" y="1738"/>
                      <a:pt x="4237" y="1671"/>
                      <a:pt x="4237" y="1604"/>
                    </a:cubicBezTo>
                    <a:cubicBezTo>
                      <a:pt x="4237" y="1504"/>
                      <a:pt x="4170" y="1404"/>
                      <a:pt x="4136" y="1338"/>
                    </a:cubicBezTo>
                    <a:cubicBezTo>
                      <a:pt x="4070" y="1238"/>
                      <a:pt x="4036" y="1171"/>
                      <a:pt x="3970" y="1137"/>
                    </a:cubicBezTo>
                    <a:cubicBezTo>
                      <a:pt x="3936" y="1071"/>
                      <a:pt x="3903" y="1004"/>
                      <a:pt x="3970" y="937"/>
                    </a:cubicBezTo>
                    <a:cubicBezTo>
                      <a:pt x="4003" y="904"/>
                      <a:pt x="4036" y="871"/>
                      <a:pt x="4070" y="837"/>
                    </a:cubicBezTo>
                    <a:cubicBezTo>
                      <a:pt x="4136" y="670"/>
                      <a:pt x="4136" y="470"/>
                      <a:pt x="4103" y="270"/>
                    </a:cubicBezTo>
                    <a:lnTo>
                      <a:pt x="4103" y="270"/>
                    </a:lnTo>
                    <a:cubicBezTo>
                      <a:pt x="4036" y="304"/>
                      <a:pt x="3936" y="337"/>
                      <a:pt x="3903" y="404"/>
                    </a:cubicBezTo>
                    <a:lnTo>
                      <a:pt x="3836" y="470"/>
                    </a:lnTo>
                    <a:cubicBezTo>
                      <a:pt x="3770" y="504"/>
                      <a:pt x="3736" y="570"/>
                      <a:pt x="3669" y="637"/>
                    </a:cubicBezTo>
                    <a:cubicBezTo>
                      <a:pt x="3532" y="719"/>
                      <a:pt x="3372" y="779"/>
                      <a:pt x="3209" y="779"/>
                    </a:cubicBezTo>
                    <a:cubicBezTo>
                      <a:pt x="3173" y="779"/>
                      <a:pt x="3138" y="776"/>
                      <a:pt x="3102" y="771"/>
                    </a:cubicBezTo>
                    <a:cubicBezTo>
                      <a:pt x="3002" y="737"/>
                      <a:pt x="2902" y="704"/>
                      <a:pt x="2802" y="670"/>
                    </a:cubicBezTo>
                    <a:cubicBezTo>
                      <a:pt x="2836" y="637"/>
                      <a:pt x="2869" y="604"/>
                      <a:pt x="2836" y="570"/>
                    </a:cubicBezTo>
                    <a:cubicBezTo>
                      <a:pt x="2802" y="504"/>
                      <a:pt x="2735" y="470"/>
                      <a:pt x="2669" y="437"/>
                    </a:cubicBezTo>
                    <a:cubicBezTo>
                      <a:pt x="2602" y="404"/>
                      <a:pt x="2502" y="337"/>
                      <a:pt x="2402" y="304"/>
                    </a:cubicBezTo>
                    <a:cubicBezTo>
                      <a:pt x="2202" y="203"/>
                      <a:pt x="2002" y="170"/>
                      <a:pt x="1801" y="70"/>
                    </a:cubicBezTo>
                    <a:cubicBezTo>
                      <a:pt x="1740" y="29"/>
                      <a:pt x="1652" y="0"/>
                      <a:pt x="1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1" name="Google Shape;561;p37"/>
              <p:cNvSpPr/>
              <p:nvPr/>
            </p:nvSpPr>
            <p:spPr>
              <a:xfrm>
                <a:off x="89437" y="4828430"/>
                <a:ext cx="165373" cy="102066"/>
              </a:xfrm>
              <a:custGeom>
                <a:avLst/>
                <a:gdLst/>
                <a:ahLst/>
                <a:cxnLst/>
                <a:rect l="l" t="t" r="r" b="b"/>
                <a:pathLst>
                  <a:path w="4271" h="2636" extrusionOk="0">
                    <a:moveTo>
                      <a:pt x="1598" y="1"/>
                    </a:moveTo>
                    <a:cubicBezTo>
                      <a:pt x="1527" y="1"/>
                      <a:pt x="1452" y="17"/>
                      <a:pt x="1368" y="51"/>
                    </a:cubicBezTo>
                    <a:cubicBezTo>
                      <a:pt x="1302" y="84"/>
                      <a:pt x="1268" y="151"/>
                      <a:pt x="1202" y="251"/>
                    </a:cubicBezTo>
                    <a:cubicBezTo>
                      <a:pt x="1168" y="284"/>
                      <a:pt x="1168" y="318"/>
                      <a:pt x="1135" y="351"/>
                    </a:cubicBezTo>
                    <a:cubicBezTo>
                      <a:pt x="1068" y="384"/>
                      <a:pt x="968" y="418"/>
                      <a:pt x="901" y="451"/>
                    </a:cubicBezTo>
                    <a:cubicBezTo>
                      <a:pt x="701" y="551"/>
                      <a:pt x="535" y="651"/>
                      <a:pt x="368" y="785"/>
                    </a:cubicBezTo>
                    <a:cubicBezTo>
                      <a:pt x="234" y="885"/>
                      <a:pt x="101" y="1052"/>
                      <a:pt x="34" y="1218"/>
                    </a:cubicBezTo>
                    <a:cubicBezTo>
                      <a:pt x="1" y="1252"/>
                      <a:pt x="1" y="1352"/>
                      <a:pt x="34" y="1418"/>
                    </a:cubicBezTo>
                    <a:cubicBezTo>
                      <a:pt x="68" y="1485"/>
                      <a:pt x="101" y="1552"/>
                      <a:pt x="168" y="1619"/>
                    </a:cubicBezTo>
                    <a:cubicBezTo>
                      <a:pt x="268" y="1785"/>
                      <a:pt x="401" y="1885"/>
                      <a:pt x="568" y="1952"/>
                    </a:cubicBezTo>
                    <a:cubicBezTo>
                      <a:pt x="735" y="2019"/>
                      <a:pt x="901" y="2052"/>
                      <a:pt x="1035" y="2052"/>
                    </a:cubicBezTo>
                    <a:cubicBezTo>
                      <a:pt x="1135" y="2069"/>
                      <a:pt x="1235" y="2077"/>
                      <a:pt x="1335" y="2077"/>
                    </a:cubicBezTo>
                    <a:cubicBezTo>
                      <a:pt x="1435" y="2077"/>
                      <a:pt x="1535" y="2069"/>
                      <a:pt x="1635" y="2052"/>
                    </a:cubicBezTo>
                    <a:lnTo>
                      <a:pt x="1735" y="2186"/>
                    </a:lnTo>
                    <a:cubicBezTo>
                      <a:pt x="1769" y="2286"/>
                      <a:pt x="1835" y="2386"/>
                      <a:pt x="1902" y="2453"/>
                    </a:cubicBezTo>
                    <a:cubicBezTo>
                      <a:pt x="1951" y="2526"/>
                      <a:pt x="2090" y="2636"/>
                      <a:pt x="2200" y="2636"/>
                    </a:cubicBezTo>
                    <a:cubicBezTo>
                      <a:pt x="2240" y="2636"/>
                      <a:pt x="2276" y="2621"/>
                      <a:pt x="2302" y="2586"/>
                    </a:cubicBezTo>
                    <a:cubicBezTo>
                      <a:pt x="2336" y="2519"/>
                      <a:pt x="2369" y="2419"/>
                      <a:pt x="2369" y="2352"/>
                    </a:cubicBezTo>
                    <a:cubicBezTo>
                      <a:pt x="2403" y="2286"/>
                      <a:pt x="2436" y="2219"/>
                      <a:pt x="2469" y="2186"/>
                    </a:cubicBezTo>
                    <a:cubicBezTo>
                      <a:pt x="2503" y="2186"/>
                      <a:pt x="2536" y="2152"/>
                      <a:pt x="2569" y="2119"/>
                    </a:cubicBezTo>
                    <a:cubicBezTo>
                      <a:pt x="2569" y="2086"/>
                      <a:pt x="2503" y="2019"/>
                      <a:pt x="2469" y="2019"/>
                    </a:cubicBezTo>
                    <a:cubicBezTo>
                      <a:pt x="2403" y="1986"/>
                      <a:pt x="2369" y="1986"/>
                      <a:pt x="2302" y="1952"/>
                    </a:cubicBezTo>
                    <a:cubicBezTo>
                      <a:pt x="2369" y="1952"/>
                      <a:pt x="2436" y="1919"/>
                      <a:pt x="2503" y="1919"/>
                    </a:cubicBezTo>
                    <a:cubicBezTo>
                      <a:pt x="2603" y="1852"/>
                      <a:pt x="2669" y="1819"/>
                      <a:pt x="2736" y="1752"/>
                    </a:cubicBezTo>
                    <a:cubicBezTo>
                      <a:pt x="2903" y="1619"/>
                      <a:pt x="3103" y="1519"/>
                      <a:pt x="3303" y="1452"/>
                    </a:cubicBezTo>
                    <a:cubicBezTo>
                      <a:pt x="3376" y="1440"/>
                      <a:pt x="3450" y="1432"/>
                      <a:pt x="3521" y="1432"/>
                    </a:cubicBezTo>
                    <a:cubicBezTo>
                      <a:pt x="3645" y="1432"/>
                      <a:pt x="3765" y="1455"/>
                      <a:pt x="3870" y="1519"/>
                    </a:cubicBezTo>
                    <a:cubicBezTo>
                      <a:pt x="3970" y="1585"/>
                      <a:pt x="4037" y="1619"/>
                      <a:pt x="4104" y="1719"/>
                    </a:cubicBezTo>
                    <a:cubicBezTo>
                      <a:pt x="4137" y="1719"/>
                      <a:pt x="4170" y="1785"/>
                      <a:pt x="4237" y="1785"/>
                    </a:cubicBezTo>
                    <a:cubicBezTo>
                      <a:pt x="4271" y="1752"/>
                      <a:pt x="4271" y="1652"/>
                      <a:pt x="4271" y="1619"/>
                    </a:cubicBezTo>
                    <a:cubicBezTo>
                      <a:pt x="4237" y="1519"/>
                      <a:pt x="4170" y="1418"/>
                      <a:pt x="4104" y="1318"/>
                    </a:cubicBezTo>
                    <a:cubicBezTo>
                      <a:pt x="4070" y="1252"/>
                      <a:pt x="4037" y="1185"/>
                      <a:pt x="3970" y="1118"/>
                    </a:cubicBezTo>
                    <a:cubicBezTo>
                      <a:pt x="3904" y="1052"/>
                      <a:pt x="3904" y="1018"/>
                      <a:pt x="3970" y="951"/>
                    </a:cubicBezTo>
                    <a:cubicBezTo>
                      <a:pt x="4004" y="918"/>
                      <a:pt x="4004" y="851"/>
                      <a:pt x="4037" y="818"/>
                    </a:cubicBezTo>
                    <a:cubicBezTo>
                      <a:pt x="4104" y="651"/>
                      <a:pt x="4137" y="451"/>
                      <a:pt x="4104" y="284"/>
                    </a:cubicBezTo>
                    <a:cubicBezTo>
                      <a:pt x="4004" y="284"/>
                      <a:pt x="3937" y="318"/>
                      <a:pt x="3870" y="384"/>
                    </a:cubicBezTo>
                    <a:lnTo>
                      <a:pt x="3837" y="451"/>
                    </a:lnTo>
                    <a:cubicBezTo>
                      <a:pt x="3770" y="518"/>
                      <a:pt x="3703" y="551"/>
                      <a:pt x="3637" y="618"/>
                    </a:cubicBezTo>
                    <a:cubicBezTo>
                      <a:pt x="3500" y="700"/>
                      <a:pt x="3340" y="760"/>
                      <a:pt x="3176" y="760"/>
                    </a:cubicBezTo>
                    <a:cubicBezTo>
                      <a:pt x="3141" y="760"/>
                      <a:pt x="3105" y="757"/>
                      <a:pt x="3070" y="751"/>
                    </a:cubicBezTo>
                    <a:cubicBezTo>
                      <a:pt x="2970" y="751"/>
                      <a:pt x="2870" y="718"/>
                      <a:pt x="2803" y="651"/>
                    </a:cubicBezTo>
                    <a:cubicBezTo>
                      <a:pt x="2836" y="651"/>
                      <a:pt x="2836" y="585"/>
                      <a:pt x="2803" y="551"/>
                    </a:cubicBezTo>
                    <a:cubicBezTo>
                      <a:pt x="2769" y="484"/>
                      <a:pt x="2736" y="451"/>
                      <a:pt x="2669" y="451"/>
                    </a:cubicBezTo>
                    <a:cubicBezTo>
                      <a:pt x="2569" y="384"/>
                      <a:pt x="2469" y="351"/>
                      <a:pt x="2369" y="284"/>
                    </a:cubicBezTo>
                    <a:cubicBezTo>
                      <a:pt x="2202" y="184"/>
                      <a:pt x="2002" y="151"/>
                      <a:pt x="1802" y="51"/>
                    </a:cubicBezTo>
                    <a:cubicBezTo>
                      <a:pt x="1735" y="17"/>
                      <a:pt x="1669"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2" name="Google Shape;562;p37"/>
              <p:cNvSpPr/>
              <p:nvPr/>
            </p:nvSpPr>
            <p:spPr>
              <a:xfrm flipH="1">
                <a:off x="6410538" y="4563493"/>
                <a:ext cx="165373" cy="102105"/>
              </a:xfrm>
              <a:custGeom>
                <a:avLst/>
                <a:gdLst/>
                <a:ahLst/>
                <a:cxnLst/>
                <a:rect l="l" t="t" r="r" b="b"/>
                <a:pathLst>
                  <a:path w="4271" h="2637" extrusionOk="0">
                    <a:moveTo>
                      <a:pt x="1565" y="0"/>
                    </a:moveTo>
                    <a:cubicBezTo>
                      <a:pt x="1508" y="0"/>
                      <a:pt x="1452" y="11"/>
                      <a:pt x="1401" y="37"/>
                    </a:cubicBezTo>
                    <a:cubicBezTo>
                      <a:pt x="1335" y="103"/>
                      <a:pt x="1268" y="170"/>
                      <a:pt x="1235" y="237"/>
                    </a:cubicBezTo>
                    <a:cubicBezTo>
                      <a:pt x="1201" y="270"/>
                      <a:pt x="1168" y="304"/>
                      <a:pt x="1168" y="370"/>
                    </a:cubicBezTo>
                    <a:cubicBezTo>
                      <a:pt x="1068" y="370"/>
                      <a:pt x="1001" y="404"/>
                      <a:pt x="901" y="437"/>
                    </a:cubicBezTo>
                    <a:cubicBezTo>
                      <a:pt x="734" y="537"/>
                      <a:pt x="567" y="637"/>
                      <a:pt x="401" y="804"/>
                    </a:cubicBezTo>
                    <a:cubicBezTo>
                      <a:pt x="267" y="904"/>
                      <a:pt x="134" y="1037"/>
                      <a:pt x="67" y="1204"/>
                    </a:cubicBezTo>
                    <a:cubicBezTo>
                      <a:pt x="34" y="1271"/>
                      <a:pt x="0" y="1338"/>
                      <a:pt x="34" y="1404"/>
                    </a:cubicBezTo>
                    <a:cubicBezTo>
                      <a:pt x="67" y="1471"/>
                      <a:pt x="100" y="1571"/>
                      <a:pt x="167" y="1638"/>
                    </a:cubicBezTo>
                    <a:cubicBezTo>
                      <a:pt x="267" y="1771"/>
                      <a:pt x="401" y="1905"/>
                      <a:pt x="567" y="1971"/>
                    </a:cubicBezTo>
                    <a:cubicBezTo>
                      <a:pt x="734" y="2038"/>
                      <a:pt x="901" y="2072"/>
                      <a:pt x="1068" y="2072"/>
                    </a:cubicBezTo>
                    <a:lnTo>
                      <a:pt x="1668" y="2072"/>
                    </a:lnTo>
                    <a:lnTo>
                      <a:pt x="1735" y="2205"/>
                    </a:lnTo>
                    <a:cubicBezTo>
                      <a:pt x="1768" y="2305"/>
                      <a:pt x="1835" y="2372"/>
                      <a:pt x="1902" y="2472"/>
                    </a:cubicBezTo>
                    <a:cubicBezTo>
                      <a:pt x="1974" y="2520"/>
                      <a:pt x="2097" y="2637"/>
                      <a:pt x="2198" y="2637"/>
                    </a:cubicBezTo>
                    <a:cubicBezTo>
                      <a:pt x="2238" y="2637"/>
                      <a:pt x="2274" y="2619"/>
                      <a:pt x="2302" y="2572"/>
                    </a:cubicBezTo>
                    <a:cubicBezTo>
                      <a:pt x="2335" y="2505"/>
                      <a:pt x="2369" y="2438"/>
                      <a:pt x="2369" y="2338"/>
                    </a:cubicBezTo>
                    <a:cubicBezTo>
                      <a:pt x="2402" y="2272"/>
                      <a:pt x="2435" y="2238"/>
                      <a:pt x="2469" y="2205"/>
                    </a:cubicBezTo>
                    <a:cubicBezTo>
                      <a:pt x="2502" y="2205"/>
                      <a:pt x="2536" y="2138"/>
                      <a:pt x="2569" y="2105"/>
                    </a:cubicBezTo>
                    <a:cubicBezTo>
                      <a:pt x="2569" y="2072"/>
                      <a:pt x="2502" y="2038"/>
                      <a:pt x="2469" y="2005"/>
                    </a:cubicBezTo>
                    <a:cubicBezTo>
                      <a:pt x="2402" y="2005"/>
                      <a:pt x="2369" y="1971"/>
                      <a:pt x="2302" y="1971"/>
                    </a:cubicBezTo>
                    <a:cubicBezTo>
                      <a:pt x="2369" y="1938"/>
                      <a:pt x="2435" y="1938"/>
                      <a:pt x="2502" y="1905"/>
                    </a:cubicBezTo>
                    <a:cubicBezTo>
                      <a:pt x="2602" y="1871"/>
                      <a:pt x="2669" y="1805"/>
                      <a:pt x="2769" y="1771"/>
                    </a:cubicBezTo>
                    <a:cubicBezTo>
                      <a:pt x="2902" y="1638"/>
                      <a:pt x="3103" y="1538"/>
                      <a:pt x="3303" y="1471"/>
                    </a:cubicBezTo>
                    <a:cubicBezTo>
                      <a:pt x="3374" y="1447"/>
                      <a:pt x="3445" y="1436"/>
                      <a:pt x="3514" y="1436"/>
                    </a:cubicBezTo>
                    <a:cubicBezTo>
                      <a:pt x="3641" y="1436"/>
                      <a:pt x="3762" y="1473"/>
                      <a:pt x="3870" y="1538"/>
                    </a:cubicBezTo>
                    <a:cubicBezTo>
                      <a:pt x="3970" y="1571"/>
                      <a:pt x="4037" y="1638"/>
                      <a:pt x="4103" y="1705"/>
                    </a:cubicBezTo>
                    <a:cubicBezTo>
                      <a:pt x="4130" y="1732"/>
                      <a:pt x="4157" y="1780"/>
                      <a:pt x="4202" y="1780"/>
                    </a:cubicBezTo>
                    <a:cubicBezTo>
                      <a:pt x="4213" y="1780"/>
                      <a:pt x="4224" y="1778"/>
                      <a:pt x="4237" y="1771"/>
                    </a:cubicBezTo>
                    <a:cubicBezTo>
                      <a:pt x="4270" y="1771"/>
                      <a:pt x="4270" y="1638"/>
                      <a:pt x="4270" y="1605"/>
                    </a:cubicBezTo>
                    <a:cubicBezTo>
                      <a:pt x="4237" y="1504"/>
                      <a:pt x="4170" y="1404"/>
                      <a:pt x="4137" y="1338"/>
                    </a:cubicBezTo>
                    <a:cubicBezTo>
                      <a:pt x="4103" y="1238"/>
                      <a:pt x="4037" y="1171"/>
                      <a:pt x="4003" y="1138"/>
                    </a:cubicBezTo>
                    <a:cubicBezTo>
                      <a:pt x="3937" y="1071"/>
                      <a:pt x="3937" y="1004"/>
                      <a:pt x="4003" y="937"/>
                    </a:cubicBezTo>
                    <a:lnTo>
                      <a:pt x="4070" y="837"/>
                    </a:lnTo>
                    <a:cubicBezTo>
                      <a:pt x="4137" y="637"/>
                      <a:pt x="4137" y="470"/>
                      <a:pt x="4103" y="270"/>
                    </a:cubicBezTo>
                    <a:cubicBezTo>
                      <a:pt x="4037" y="270"/>
                      <a:pt x="3937" y="337"/>
                      <a:pt x="3903" y="404"/>
                    </a:cubicBezTo>
                    <a:lnTo>
                      <a:pt x="3836" y="437"/>
                    </a:lnTo>
                    <a:cubicBezTo>
                      <a:pt x="3770" y="504"/>
                      <a:pt x="3736" y="570"/>
                      <a:pt x="3670" y="604"/>
                    </a:cubicBezTo>
                    <a:cubicBezTo>
                      <a:pt x="3503" y="737"/>
                      <a:pt x="3303" y="771"/>
                      <a:pt x="3103" y="771"/>
                    </a:cubicBezTo>
                    <a:cubicBezTo>
                      <a:pt x="3003" y="737"/>
                      <a:pt x="2902" y="704"/>
                      <a:pt x="2802" y="671"/>
                    </a:cubicBezTo>
                    <a:cubicBezTo>
                      <a:pt x="2836" y="637"/>
                      <a:pt x="2869" y="604"/>
                      <a:pt x="2836" y="570"/>
                    </a:cubicBezTo>
                    <a:cubicBezTo>
                      <a:pt x="2802" y="504"/>
                      <a:pt x="2736" y="470"/>
                      <a:pt x="2669" y="437"/>
                    </a:cubicBezTo>
                    <a:lnTo>
                      <a:pt x="2402" y="304"/>
                    </a:lnTo>
                    <a:cubicBezTo>
                      <a:pt x="2202" y="204"/>
                      <a:pt x="2002" y="170"/>
                      <a:pt x="1835" y="70"/>
                    </a:cubicBezTo>
                    <a:cubicBezTo>
                      <a:pt x="1753" y="29"/>
                      <a:pt x="1657" y="0"/>
                      <a:pt x="15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63" name="Google Shape;563;p37"/>
            <p:cNvSpPr/>
            <p:nvPr/>
          </p:nvSpPr>
          <p:spPr>
            <a:xfrm>
              <a:off x="-2160150" y="3661010"/>
              <a:ext cx="14325173" cy="1632339"/>
            </a:xfrm>
            <a:custGeom>
              <a:avLst/>
              <a:gdLst/>
              <a:ahLst/>
              <a:cxnLst/>
              <a:rect l="l" t="t" r="r" b="b"/>
              <a:pathLst>
                <a:path w="152436" h="17369" extrusionOk="0">
                  <a:moveTo>
                    <a:pt x="50508" y="1"/>
                  </a:moveTo>
                  <a:cubicBezTo>
                    <a:pt x="47549" y="1"/>
                    <a:pt x="44430" y="1151"/>
                    <a:pt x="41585" y="2247"/>
                  </a:cubicBezTo>
                  <a:cubicBezTo>
                    <a:pt x="28122" y="7515"/>
                    <a:pt x="14195" y="11490"/>
                    <a:pt x="0" y="14100"/>
                  </a:cubicBezTo>
                  <a:lnTo>
                    <a:pt x="0" y="17368"/>
                  </a:lnTo>
                  <a:lnTo>
                    <a:pt x="152436" y="17368"/>
                  </a:lnTo>
                  <a:lnTo>
                    <a:pt x="152436" y="9027"/>
                  </a:lnTo>
                  <a:cubicBezTo>
                    <a:pt x="151776" y="9188"/>
                    <a:pt x="151222" y="9272"/>
                    <a:pt x="150669" y="9272"/>
                  </a:cubicBezTo>
                  <a:cubicBezTo>
                    <a:pt x="149629" y="9272"/>
                    <a:pt x="148596" y="8973"/>
                    <a:pt x="146875" y="8320"/>
                  </a:cubicBezTo>
                  <a:cubicBezTo>
                    <a:pt x="144880" y="7555"/>
                    <a:pt x="142781" y="7169"/>
                    <a:pt x="140682" y="7169"/>
                  </a:cubicBezTo>
                  <a:cubicBezTo>
                    <a:pt x="138829" y="7169"/>
                    <a:pt x="136976" y="7470"/>
                    <a:pt x="135192" y="8076"/>
                  </a:cubicBezTo>
                  <a:cubicBezTo>
                    <a:pt x="134111" y="8429"/>
                    <a:pt x="133029" y="8922"/>
                    <a:pt x="131911" y="8922"/>
                  </a:cubicBezTo>
                  <a:cubicBezTo>
                    <a:pt x="131794" y="8922"/>
                    <a:pt x="131676" y="8916"/>
                    <a:pt x="131558" y="8905"/>
                  </a:cubicBezTo>
                  <a:cubicBezTo>
                    <a:pt x="129729" y="8759"/>
                    <a:pt x="128339" y="7246"/>
                    <a:pt x="126851" y="6124"/>
                  </a:cubicBezTo>
                  <a:cubicBezTo>
                    <a:pt x="124679" y="4538"/>
                    <a:pt x="122078" y="3720"/>
                    <a:pt x="119455" y="3720"/>
                  </a:cubicBezTo>
                  <a:cubicBezTo>
                    <a:pt x="117926" y="3720"/>
                    <a:pt x="116389" y="3998"/>
                    <a:pt x="114925" y="4564"/>
                  </a:cubicBezTo>
                  <a:cubicBezTo>
                    <a:pt x="112013" y="5723"/>
                    <a:pt x="109377" y="8009"/>
                    <a:pt x="106281" y="8009"/>
                  </a:cubicBezTo>
                  <a:cubicBezTo>
                    <a:pt x="106187" y="8009"/>
                    <a:pt x="106093" y="8007"/>
                    <a:pt x="105998" y="8002"/>
                  </a:cubicBezTo>
                  <a:cubicBezTo>
                    <a:pt x="104364" y="7929"/>
                    <a:pt x="102852" y="7198"/>
                    <a:pt x="101266" y="6807"/>
                  </a:cubicBezTo>
                  <a:cubicBezTo>
                    <a:pt x="100266" y="6570"/>
                    <a:pt x="99258" y="6476"/>
                    <a:pt x="98245" y="6476"/>
                  </a:cubicBezTo>
                  <a:cubicBezTo>
                    <a:pt x="94450" y="6476"/>
                    <a:pt x="90583" y="7793"/>
                    <a:pt x="86738" y="7793"/>
                  </a:cubicBezTo>
                  <a:cubicBezTo>
                    <a:pt x="86133" y="7793"/>
                    <a:pt x="85529" y="7761"/>
                    <a:pt x="84925" y="7685"/>
                  </a:cubicBezTo>
                  <a:cubicBezTo>
                    <a:pt x="80087" y="7078"/>
                    <a:pt x="75719" y="3715"/>
                    <a:pt x="70877" y="3715"/>
                  </a:cubicBezTo>
                  <a:cubicBezTo>
                    <a:pt x="70666" y="3715"/>
                    <a:pt x="70455" y="3721"/>
                    <a:pt x="70243" y="3734"/>
                  </a:cubicBezTo>
                  <a:cubicBezTo>
                    <a:pt x="67616" y="3887"/>
                    <a:pt x="65005" y="5063"/>
                    <a:pt x="62478" y="5063"/>
                  </a:cubicBezTo>
                  <a:cubicBezTo>
                    <a:pt x="61766" y="5063"/>
                    <a:pt x="61061" y="4970"/>
                    <a:pt x="60365" y="4734"/>
                  </a:cubicBezTo>
                  <a:cubicBezTo>
                    <a:pt x="58194" y="4003"/>
                    <a:pt x="56706" y="2051"/>
                    <a:pt x="54706" y="978"/>
                  </a:cubicBezTo>
                  <a:cubicBezTo>
                    <a:pt x="53380" y="279"/>
                    <a:pt x="51963" y="1"/>
                    <a:pt x="50508" y="1"/>
                  </a:cubicBezTo>
                  <a:close/>
                </a:path>
              </a:pathLst>
            </a:custGeom>
            <a:gradFill>
              <a:gsLst>
                <a:gs pos="0">
                  <a:srgbClr val="D0F3FF">
                    <a:alpha val="71764"/>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6843706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974BC-25E9-9D1C-7B96-C79EDB1A4E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14204E-D89A-9AF0-A139-EC70C3A525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DB2208-5FF9-29CA-E187-883355624C12}"/>
              </a:ext>
            </a:extLst>
          </p:cNvPr>
          <p:cNvSpPr>
            <a:spLocks noGrp="1"/>
          </p:cNvSpPr>
          <p:nvPr>
            <p:ph type="dt" sz="half" idx="10"/>
          </p:nvPr>
        </p:nvSpPr>
        <p:spPr/>
        <p:txBody>
          <a:bodyPr/>
          <a:lstStyle/>
          <a:p>
            <a:fld id="{BF46AEB7-4B5F-4A0A-B96E-580801907303}" type="datetimeFigureOut">
              <a:rPr lang="en-US" smtClean="0"/>
              <a:t>11/23/2025</a:t>
            </a:fld>
            <a:endParaRPr lang="en-US"/>
          </a:p>
        </p:txBody>
      </p:sp>
      <p:sp>
        <p:nvSpPr>
          <p:cNvPr id="5" name="Footer Placeholder 4">
            <a:extLst>
              <a:ext uri="{FF2B5EF4-FFF2-40B4-BE49-F238E27FC236}">
                <a16:creationId xmlns:a16="http://schemas.microsoft.com/office/drawing/2014/main" id="{807EEA68-EFC4-1D74-9DA6-70C2DA8AEE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BF973D-A7E6-8518-6567-46CA270861F7}"/>
              </a:ext>
            </a:extLst>
          </p:cNvPr>
          <p:cNvSpPr>
            <a:spLocks noGrp="1"/>
          </p:cNvSpPr>
          <p:nvPr>
            <p:ph type="sldNum" sz="quarter" idx="12"/>
          </p:nvPr>
        </p:nvSpPr>
        <p:spPr/>
        <p:txBody>
          <a:bodyPr/>
          <a:lstStyle/>
          <a:p>
            <a:fld id="{D3CC6B76-5E94-42CA-A6BB-CA3FA42B21BB}" type="slidenum">
              <a:rPr lang="en-US" smtClean="0"/>
              <a:t>‹#›</a:t>
            </a:fld>
            <a:endParaRPr lang="en-US"/>
          </a:p>
        </p:txBody>
      </p:sp>
    </p:spTree>
    <p:extLst>
      <p:ext uri="{BB962C8B-B14F-4D97-AF65-F5344CB8AC3E}">
        <p14:creationId xmlns:p14="http://schemas.microsoft.com/office/powerpoint/2010/main" val="9919329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567"/>
        <p:cNvGrpSpPr/>
        <p:nvPr/>
      </p:nvGrpSpPr>
      <p:grpSpPr>
        <a:xfrm>
          <a:off x="0" y="0"/>
          <a:ext cx="0" cy="0"/>
          <a:chOff x="0" y="0"/>
          <a:chExt cx="0" cy="0"/>
        </a:xfrm>
      </p:grpSpPr>
    </p:spTree>
    <p:extLst>
      <p:ext uri="{BB962C8B-B14F-4D97-AF65-F5344CB8AC3E}">
        <p14:creationId xmlns:p14="http://schemas.microsoft.com/office/powerpoint/2010/main" val="214238510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2.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a:blip r:embed="rId40">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716800"/>
            <a:ext cx="6236800" cy="5716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accent3"/>
              </a:buClr>
              <a:buSzPts val="3000"/>
              <a:buFont typeface="Abel"/>
              <a:buNone/>
              <a:defRPr sz="3000">
                <a:solidFill>
                  <a:schemeClr val="accent3"/>
                </a:solidFill>
                <a:latin typeface="Abel"/>
                <a:ea typeface="Abel"/>
                <a:cs typeface="Abel"/>
                <a:sym typeface="Abel"/>
              </a:defRPr>
            </a:lvl1pPr>
            <a:lvl2pPr lvl="1">
              <a:spcBef>
                <a:spcPts val="0"/>
              </a:spcBef>
              <a:spcAft>
                <a:spcPts val="0"/>
              </a:spcAft>
              <a:buClr>
                <a:schemeClr val="accent3"/>
              </a:buClr>
              <a:buSzPts val="3000"/>
              <a:buFont typeface="Abel"/>
              <a:buNone/>
              <a:defRPr sz="3000">
                <a:solidFill>
                  <a:schemeClr val="accent3"/>
                </a:solidFill>
                <a:latin typeface="Abel"/>
                <a:ea typeface="Abel"/>
                <a:cs typeface="Abel"/>
                <a:sym typeface="Abel"/>
              </a:defRPr>
            </a:lvl2pPr>
            <a:lvl3pPr lvl="2">
              <a:spcBef>
                <a:spcPts val="0"/>
              </a:spcBef>
              <a:spcAft>
                <a:spcPts val="0"/>
              </a:spcAft>
              <a:buClr>
                <a:schemeClr val="accent3"/>
              </a:buClr>
              <a:buSzPts val="3000"/>
              <a:buFont typeface="Abel"/>
              <a:buNone/>
              <a:defRPr sz="3000">
                <a:solidFill>
                  <a:schemeClr val="accent3"/>
                </a:solidFill>
                <a:latin typeface="Abel"/>
                <a:ea typeface="Abel"/>
                <a:cs typeface="Abel"/>
                <a:sym typeface="Abel"/>
              </a:defRPr>
            </a:lvl3pPr>
            <a:lvl4pPr lvl="3">
              <a:spcBef>
                <a:spcPts val="0"/>
              </a:spcBef>
              <a:spcAft>
                <a:spcPts val="0"/>
              </a:spcAft>
              <a:buClr>
                <a:schemeClr val="accent3"/>
              </a:buClr>
              <a:buSzPts val="3000"/>
              <a:buFont typeface="Abel"/>
              <a:buNone/>
              <a:defRPr sz="3000">
                <a:solidFill>
                  <a:schemeClr val="accent3"/>
                </a:solidFill>
                <a:latin typeface="Abel"/>
                <a:ea typeface="Abel"/>
                <a:cs typeface="Abel"/>
                <a:sym typeface="Abel"/>
              </a:defRPr>
            </a:lvl4pPr>
            <a:lvl5pPr lvl="4">
              <a:spcBef>
                <a:spcPts val="0"/>
              </a:spcBef>
              <a:spcAft>
                <a:spcPts val="0"/>
              </a:spcAft>
              <a:buClr>
                <a:schemeClr val="accent3"/>
              </a:buClr>
              <a:buSzPts val="3000"/>
              <a:buFont typeface="Abel"/>
              <a:buNone/>
              <a:defRPr sz="3000">
                <a:solidFill>
                  <a:schemeClr val="accent3"/>
                </a:solidFill>
                <a:latin typeface="Abel"/>
                <a:ea typeface="Abel"/>
                <a:cs typeface="Abel"/>
                <a:sym typeface="Abel"/>
              </a:defRPr>
            </a:lvl5pPr>
            <a:lvl6pPr lvl="5">
              <a:spcBef>
                <a:spcPts val="0"/>
              </a:spcBef>
              <a:spcAft>
                <a:spcPts val="0"/>
              </a:spcAft>
              <a:buClr>
                <a:schemeClr val="accent3"/>
              </a:buClr>
              <a:buSzPts val="3000"/>
              <a:buFont typeface="Abel"/>
              <a:buNone/>
              <a:defRPr sz="3000">
                <a:solidFill>
                  <a:schemeClr val="accent3"/>
                </a:solidFill>
                <a:latin typeface="Abel"/>
                <a:ea typeface="Abel"/>
                <a:cs typeface="Abel"/>
                <a:sym typeface="Abel"/>
              </a:defRPr>
            </a:lvl6pPr>
            <a:lvl7pPr lvl="6">
              <a:spcBef>
                <a:spcPts val="0"/>
              </a:spcBef>
              <a:spcAft>
                <a:spcPts val="0"/>
              </a:spcAft>
              <a:buClr>
                <a:schemeClr val="accent3"/>
              </a:buClr>
              <a:buSzPts val="3000"/>
              <a:buFont typeface="Abel"/>
              <a:buNone/>
              <a:defRPr sz="3000">
                <a:solidFill>
                  <a:schemeClr val="accent3"/>
                </a:solidFill>
                <a:latin typeface="Abel"/>
                <a:ea typeface="Abel"/>
                <a:cs typeface="Abel"/>
                <a:sym typeface="Abel"/>
              </a:defRPr>
            </a:lvl7pPr>
            <a:lvl8pPr lvl="7">
              <a:spcBef>
                <a:spcPts val="0"/>
              </a:spcBef>
              <a:spcAft>
                <a:spcPts val="0"/>
              </a:spcAft>
              <a:buClr>
                <a:schemeClr val="accent3"/>
              </a:buClr>
              <a:buSzPts val="3000"/>
              <a:buFont typeface="Abel"/>
              <a:buNone/>
              <a:defRPr sz="3000">
                <a:solidFill>
                  <a:schemeClr val="accent3"/>
                </a:solidFill>
                <a:latin typeface="Abel"/>
                <a:ea typeface="Abel"/>
                <a:cs typeface="Abel"/>
                <a:sym typeface="Abel"/>
              </a:defRPr>
            </a:lvl8pPr>
            <a:lvl9pPr lvl="8">
              <a:spcBef>
                <a:spcPts val="0"/>
              </a:spcBef>
              <a:spcAft>
                <a:spcPts val="0"/>
              </a:spcAft>
              <a:buClr>
                <a:schemeClr val="accent3"/>
              </a:buClr>
              <a:buSzPts val="3000"/>
              <a:buFont typeface="Abel"/>
              <a:buNone/>
              <a:defRPr sz="3000">
                <a:solidFill>
                  <a:schemeClr val="accent3"/>
                </a:solidFill>
                <a:latin typeface="Abel"/>
                <a:ea typeface="Abel"/>
                <a:cs typeface="Abel"/>
                <a:sym typeface="Abel"/>
              </a:defRPr>
            </a:lvl9pPr>
          </a:lstStyle>
          <a:p>
            <a:endParaRPr/>
          </a:p>
        </p:txBody>
      </p:sp>
      <p:sp>
        <p:nvSpPr>
          <p:cNvPr id="7" name="Google Shape;7;p1"/>
          <p:cNvSpPr txBox="1">
            <a:spLocks noGrp="1"/>
          </p:cNvSpPr>
          <p:nvPr>
            <p:ph type="body" idx="1"/>
          </p:nvPr>
        </p:nvSpPr>
        <p:spPr>
          <a:xfrm>
            <a:off x="950967" y="1526667"/>
            <a:ext cx="10290000" cy="46120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accent6"/>
              </a:buClr>
              <a:buSzPts val="1800"/>
              <a:buFont typeface="Poppins"/>
              <a:buChar char="●"/>
              <a:defRPr sz="1800">
                <a:solidFill>
                  <a:schemeClr val="accent6"/>
                </a:solidFill>
                <a:latin typeface="Poppins"/>
                <a:ea typeface="Poppins"/>
                <a:cs typeface="Poppins"/>
                <a:sym typeface="Poppins"/>
              </a:defRPr>
            </a:lvl1pPr>
            <a:lvl2pPr marL="914400" lvl="1" indent="-317500">
              <a:lnSpc>
                <a:spcPct val="100000"/>
              </a:lnSpc>
              <a:spcBef>
                <a:spcPts val="0"/>
              </a:spcBef>
              <a:spcAft>
                <a:spcPts val="0"/>
              </a:spcAft>
              <a:buClr>
                <a:schemeClr val="accent6"/>
              </a:buClr>
              <a:buSzPts val="1400"/>
              <a:buFont typeface="Poppins"/>
              <a:buChar char="○"/>
              <a:defRPr>
                <a:solidFill>
                  <a:schemeClr val="accent6"/>
                </a:solidFill>
                <a:latin typeface="Poppins"/>
                <a:ea typeface="Poppins"/>
                <a:cs typeface="Poppins"/>
                <a:sym typeface="Poppins"/>
              </a:defRPr>
            </a:lvl2pPr>
            <a:lvl3pPr marL="1371600" lvl="2" indent="-317500">
              <a:lnSpc>
                <a:spcPct val="100000"/>
              </a:lnSpc>
              <a:spcBef>
                <a:spcPts val="0"/>
              </a:spcBef>
              <a:spcAft>
                <a:spcPts val="0"/>
              </a:spcAft>
              <a:buClr>
                <a:schemeClr val="accent6"/>
              </a:buClr>
              <a:buSzPts val="1400"/>
              <a:buFont typeface="Poppins"/>
              <a:buChar char="■"/>
              <a:defRPr>
                <a:solidFill>
                  <a:schemeClr val="accent6"/>
                </a:solidFill>
                <a:latin typeface="Poppins"/>
                <a:ea typeface="Poppins"/>
                <a:cs typeface="Poppins"/>
                <a:sym typeface="Poppins"/>
              </a:defRPr>
            </a:lvl3pPr>
            <a:lvl4pPr marL="1828800" lvl="3" indent="-317500">
              <a:lnSpc>
                <a:spcPct val="100000"/>
              </a:lnSpc>
              <a:spcBef>
                <a:spcPts val="0"/>
              </a:spcBef>
              <a:spcAft>
                <a:spcPts val="0"/>
              </a:spcAft>
              <a:buClr>
                <a:schemeClr val="accent6"/>
              </a:buClr>
              <a:buSzPts val="1400"/>
              <a:buFont typeface="Poppins"/>
              <a:buChar char="●"/>
              <a:defRPr>
                <a:solidFill>
                  <a:schemeClr val="accent6"/>
                </a:solidFill>
                <a:latin typeface="Poppins"/>
                <a:ea typeface="Poppins"/>
                <a:cs typeface="Poppins"/>
                <a:sym typeface="Poppins"/>
              </a:defRPr>
            </a:lvl4pPr>
            <a:lvl5pPr marL="2286000" lvl="4" indent="-317500">
              <a:lnSpc>
                <a:spcPct val="100000"/>
              </a:lnSpc>
              <a:spcBef>
                <a:spcPts val="0"/>
              </a:spcBef>
              <a:spcAft>
                <a:spcPts val="0"/>
              </a:spcAft>
              <a:buClr>
                <a:schemeClr val="accent6"/>
              </a:buClr>
              <a:buSzPts val="1400"/>
              <a:buFont typeface="Poppins"/>
              <a:buChar char="○"/>
              <a:defRPr>
                <a:solidFill>
                  <a:schemeClr val="accent6"/>
                </a:solidFill>
                <a:latin typeface="Poppins"/>
                <a:ea typeface="Poppins"/>
                <a:cs typeface="Poppins"/>
                <a:sym typeface="Poppins"/>
              </a:defRPr>
            </a:lvl5pPr>
            <a:lvl6pPr marL="2743200" lvl="5" indent="-317500">
              <a:lnSpc>
                <a:spcPct val="100000"/>
              </a:lnSpc>
              <a:spcBef>
                <a:spcPts val="0"/>
              </a:spcBef>
              <a:spcAft>
                <a:spcPts val="0"/>
              </a:spcAft>
              <a:buClr>
                <a:schemeClr val="accent6"/>
              </a:buClr>
              <a:buSzPts val="1400"/>
              <a:buFont typeface="Poppins"/>
              <a:buChar char="■"/>
              <a:defRPr>
                <a:solidFill>
                  <a:schemeClr val="accent6"/>
                </a:solidFill>
                <a:latin typeface="Poppins"/>
                <a:ea typeface="Poppins"/>
                <a:cs typeface="Poppins"/>
                <a:sym typeface="Poppins"/>
              </a:defRPr>
            </a:lvl6pPr>
            <a:lvl7pPr marL="3200400" lvl="6" indent="-317500">
              <a:lnSpc>
                <a:spcPct val="100000"/>
              </a:lnSpc>
              <a:spcBef>
                <a:spcPts val="0"/>
              </a:spcBef>
              <a:spcAft>
                <a:spcPts val="0"/>
              </a:spcAft>
              <a:buClr>
                <a:schemeClr val="accent6"/>
              </a:buClr>
              <a:buSzPts val="1400"/>
              <a:buFont typeface="Poppins"/>
              <a:buChar char="●"/>
              <a:defRPr>
                <a:solidFill>
                  <a:schemeClr val="accent6"/>
                </a:solidFill>
                <a:latin typeface="Poppins"/>
                <a:ea typeface="Poppins"/>
                <a:cs typeface="Poppins"/>
                <a:sym typeface="Poppins"/>
              </a:defRPr>
            </a:lvl7pPr>
            <a:lvl8pPr marL="3657600" lvl="7" indent="-317500">
              <a:lnSpc>
                <a:spcPct val="100000"/>
              </a:lnSpc>
              <a:spcBef>
                <a:spcPts val="0"/>
              </a:spcBef>
              <a:spcAft>
                <a:spcPts val="0"/>
              </a:spcAft>
              <a:buClr>
                <a:schemeClr val="accent6"/>
              </a:buClr>
              <a:buSzPts val="1400"/>
              <a:buFont typeface="Poppins"/>
              <a:buChar char="○"/>
              <a:defRPr>
                <a:solidFill>
                  <a:schemeClr val="accent6"/>
                </a:solidFill>
                <a:latin typeface="Poppins"/>
                <a:ea typeface="Poppins"/>
                <a:cs typeface="Poppins"/>
                <a:sym typeface="Poppins"/>
              </a:defRPr>
            </a:lvl8pPr>
            <a:lvl9pPr marL="4114800" lvl="8" indent="-317500">
              <a:lnSpc>
                <a:spcPct val="100000"/>
              </a:lnSpc>
              <a:spcBef>
                <a:spcPts val="0"/>
              </a:spcBef>
              <a:spcAft>
                <a:spcPts val="0"/>
              </a:spcAft>
              <a:buClr>
                <a:schemeClr val="accent6"/>
              </a:buClr>
              <a:buSzPts val="1400"/>
              <a:buFont typeface="Poppins"/>
              <a:buChar char="■"/>
              <a:defRPr>
                <a:solidFill>
                  <a:schemeClr val="accent6"/>
                </a:solidFill>
                <a:latin typeface="Poppins"/>
                <a:ea typeface="Poppins"/>
                <a:cs typeface="Poppins"/>
                <a:sym typeface="Poppins"/>
              </a:defRPr>
            </a:lvl9pPr>
          </a:lstStyle>
          <a:p>
            <a:endParaRPr/>
          </a:p>
        </p:txBody>
      </p:sp>
      <p:graphicFrame>
        <p:nvGraphicFramePr>
          <p:cNvPr id="2" name="think-cell data - do not delete" hidden="1">
            <a:extLst>
              <a:ext uri="{FF2B5EF4-FFF2-40B4-BE49-F238E27FC236}">
                <a16:creationId xmlns:a16="http://schemas.microsoft.com/office/drawing/2014/main" id="{61389E45-205B-D204-A013-355BA02C9630}"/>
              </a:ext>
            </a:extLst>
          </p:cNvPr>
          <p:cNvGraphicFramePr>
            <a:graphicFrameLocks noChangeAspect="1"/>
          </p:cNvGraphicFramePr>
          <p:nvPr userDrawn="1">
            <p:custDataLst>
              <p:tags r:id="rId39"/>
            </p:custDataLst>
            <p:extLst>
              <p:ext uri="{D42A27DB-BD31-4B8C-83A1-F6EECF244321}">
                <p14:modId xmlns:p14="http://schemas.microsoft.com/office/powerpoint/2010/main" val="36873999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1" imgW="395" imgH="396" progId="TCLayout.ActiveDocument.1">
                  <p:embed/>
                </p:oleObj>
              </mc:Choice>
              <mc:Fallback>
                <p:oleObj name="think-cell Slide" r:id="rId41" imgW="395" imgH="396" progId="TCLayout.ActiveDocument.1">
                  <p:embed/>
                  <p:pic>
                    <p:nvPicPr>
                      <p:cNvPr id="8" name="think-cell data - do not delete" hidden="1">
                        <a:extLst>
                          <a:ext uri="{FF2B5EF4-FFF2-40B4-BE49-F238E27FC236}">
                            <a16:creationId xmlns:a16="http://schemas.microsoft.com/office/drawing/2014/main" id="{2265C095-D912-A50B-DF7B-708479FDCDDE}"/>
                          </a:ext>
                        </a:extLst>
                      </p:cNvPr>
                      <p:cNvPicPr/>
                      <p:nvPr/>
                    </p:nvPicPr>
                    <p:blipFill>
                      <a:blip r:embed="rId42"/>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54251688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8" r:id="rId37"/>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64"/>
        <p:cNvGrpSpPr/>
        <p:nvPr/>
      </p:nvGrpSpPr>
      <p:grpSpPr>
        <a:xfrm>
          <a:off x="0" y="0"/>
          <a:ext cx="0" cy="0"/>
          <a:chOff x="0" y="0"/>
          <a:chExt cx="0" cy="0"/>
        </a:xfrm>
      </p:grpSpPr>
      <p:sp>
        <p:nvSpPr>
          <p:cNvPr id="565" name="Google Shape;565;p38"/>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566" name="Google Shape;566;p38"/>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2987005017"/>
      </p:ext>
    </p:extLst>
  </p:cSld>
  <p:clrMap bg1="lt1" tx1="dk1" bg2="dk2" tx2="lt2" accent1="accent1" accent2="accent2" accent3="accent3" accent4="accent4" accent5="accent5" accent6="accent6" hlink="hlink" folHlink="folHlink"/>
  <p:sldLayoutIdLst>
    <p:sldLayoutId id="2147483700" r:id="rId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7.xml"/><Relationship Id="rId1" Type="http://schemas.openxmlformats.org/officeDocument/2006/relationships/tags" Target="../tags/tag2.xml"/><Relationship Id="rId4"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3" name="Google Shape;573;p40"/>
          <p:cNvSpPr txBox="1">
            <a:spLocks noGrp="1"/>
          </p:cNvSpPr>
          <p:nvPr>
            <p:ph type="subTitle" idx="1"/>
          </p:nvPr>
        </p:nvSpPr>
        <p:spPr>
          <a:xfrm>
            <a:off x="175282" y="3293726"/>
            <a:ext cx="7302323" cy="1862949"/>
          </a:xfrm>
          <a:prstGeom prst="rect">
            <a:avLst/>
          </a:prstGeom>
        </p:spPr>
        <p:txBody>
          <a:bodyPr spcFirstLastPara="1" wrap="square" lIns="121900" tIns="121900" rIns="121900" bIns="121900" anchor="ctr" anchorCtr="0">
            <a:noAutofit/>
          </a:bodyPr>
          <a:lstStyle/>
          <a:p>
            <a:pPr algn="l">
              <a:lnSpc>
                <a:spcPct val="150000"/>
              </a:lnSpc>
            </a:pPr>
            <a:r>
              <a:rPr lang="en-US" b="1" dirty="0"/>
              <a:t>Group 1: </a:t>
            </a:r>
            <a:r>
              <a:rPr lang="en-US" dirty="0"/>
              <a:t>Jessica Owens, Skylar </a:t>
            </a:r>
            <a:r>
              <a:rPr lang="en-US" dirty="0" err="1"/>
              <a:t>Peven</a:t>
            </a:r>
            <a:r>
              <a:rPr lang="en-US" dirty="0"/>
              <a:t>, Vijay Sharma</a:t>
            </a:r>
          </a:p>
          <a:p>
            <a:pPr algn="l">
              <a:lnSpc>
                <a:spcPct val="150000"/>
              </a:lnSpc>
            </a:pPr>
            <a:r>
              <a:rPr lang="en-US" dirty="0"/>
              <a:t>Predictive Analytics 630-T302</a:t>
            </a:r>
          </a:p>
          <a:p>
            <a:pPr algn="l">
              <a:lnSpc>
                <a:spcPct val="150000"/>
              </a:lnSpc>
            </a:pPr>
            <a:r>
              <a:rPr lang="en-US" dirty="0"/>
              <a:t>Professor Andrew Hua</a:t>
            </a:r>
          </a:p>
          <a:p>
            <a:endParaRPr lang="en-US" dirty="0"/>
          </a:p>
        </p:txBody>
      </p:sp>
      <p:sp>
        <p:nvSpPr>
          <p:cNvPr id="574" name="Google Shape;574;p40"/>
          <p:cNvSpPr txBox="1">
            <a:spLocks noGrp="1"/>
          </p:cNvSpPr>
          <p:nvPr>
            <p:ph type="ctrTitle" idx="2"/>
          </p:nvPr>
        </p:nvSpPr>
        <p:spPr>
          <a:xfrm>
            <a:off x="676629" y="362189"/>
            <a:ext cx="6396337" cy="2871079"/>
          </a:xfrm>
          <a:prstGeom prst="rect">
            <a:avLst/>
          </a:prstGeom>
        </p:spPr>
        <p:txBody>
          <a:bodyPr spcFirstLastPara="1" wrap="square" lIns="121900" tIns="121900" rIns="121900" bIns="121900" anchor="ctr" anchorCtr="0">
            <a:noAutofit/>
          </a:bodyPr>
          <a:lstStyle/>
          <a:p>
            <a:pPr>
              <a:buClr>
                <a:schemeClr val="dk1"/>
              </a:buClr>
              <a:buSzPts val="1100"/>
            </a:pPr>
            <a:r>
              <a:rPr lang="en-US" sz="7200" b="1"/>
              <a:t>Titanic Survival Prediction Model </a:t>
            </a:r>
            <a:endParaRPr sz="7200">
              <a:solidFill>
                <a:schemeClr val="accent5"/>
              </a:solidFill>
            </a:endParaRPr>
          </a:p>
        </p:txBody>
      </p:sp>
      <p:grpSp>
        <p:nvGrpSpPr>
          <p:cNvPr id="575" name="Google Shape;575;p40"/>
          <p:cNvGrpSpPr/>
          <p:nvPr/>
        </p:nvGrpSpPr>
        <p:grpSpPr>
          <a:xfrm>
            <a:off x="6758827" y="1262329"/>
            <a:ext cx="10866347" cy="9178244"/>
            <a:chOff x="2701133" y="829600"/>
            <a:chExt cx="3921548" cy="3484351"/>
          </a:xfrm>
        </p:grpSpPr>
        <p:sp>
          <p:nvSpPr>
            <p:cNvPr id="576" name="Google Shape;576;p40"/>
            <p:cNvSpPr/>
            <p:nvPr/>
          </p:nvSpPr>
          <p:spPr>
            <a:xfrm>
              <a:off x="3772318" y="1182419"/>
              <a:ext cx="67899" cy="1399447"/>
            </a:xfrm>
            <a:custGeom>
              <a:avLst/>
              <a:gdLst/>
              <a:ahLst/>
              <a:cxnLst/>
              <a:rect l="l" t="t" r="r" b="b"/>
              <a:pathLst>
                <a:path w="2220" h="45756" extrusionOk="0">
                  <a:moveTo>
                    <a:pt x="2220" y="1"/>
                  </a:moveTo>
                  <a:lnTo>
                    <a:pt x="0" y="45756"/>
                  </a:lnTo>
                  <a:lnTo>
                    <a:pt x="2098" y="44878"/>
                  </a:lnTo>
                  <a:lnTo>
                    <a:pt x="2220" y="1"/>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577" name="Google Shape;577;p40"/>
            <p:cNvSpPr/>
            <p:nvPr/>
          </p:nvSpPr>
          <p:spPr>
            <a:xfrm>
              <a:off x="3123349" y="1997731"/>
              <a:ext cx="560990" cy="490859"/>
            </a:xfrm>
            <a:custGeom>
              <a:avLst/>
              <a:gdLst/>
              <a:ahLst/>
              <a:cxnLst/>
              <a:rect l="l" t="t" r="r" b="b"/>
              <a:pathLst>
                <a:path w="18342" h="16049" extrusionOk="0">
                  <a:moveTo>
                    <a:pt x="1293" y="1"/>
                  </a:moveTo>
                  <a:lnTo>
                    <a:pt x="2220" y="12732"/>
                  </a:lnTo>
                  <a:lnTo>
                    <a:pt x="18341" y="16049"/>
                  </a:lnTo>
                  <a:lnTo>
                    <a:pt x="0" y="14049"/>
                  </a:lnTo>
                  <a:close/>
                </a:path>
              </a:pathLst>
            </a:custGeom>
            <a:solidFill>
              <a:schemeClr val="dk2"/>
            </a:solidFill>
            <a:ln>
              <a:noFill/>
            </a:ln>
          </p:spPr>
          <p:txBody>
            <a:bodyPr spcFirstLastPara="1" wrap="square" lIns="121900" tIns="121900" rIns="121900" bIns="121900" anchor="ctr" anchorCtr="0">
              <a:noAutofit/>
            </a:bodyPr>
            <a:lstStyle/>
            <a:p>
              <a:endParaRPr sz="1867"/>
            </a:p>
          </p:txBody>
        </p:sp>
        <p:sp>
          <p:nvSpPr>
            <p:cNvPr id="578" name="Google Shape;578;p40"/>
            <p:cNvSpPr/>
            <p:nvPr/>
          </p:nvSpPr>
          <p:spPr>
            <a:xfrm>
              <a:off x="3162864" y="1997731"/>
              <a:ext cx="521474" cy="490859"/>
            </a:xfrm>
            <a:custGeom>
              <a:avLst/>
              <a:gdLst/>
              <a:ahLst/>
              <a:cxnLst/>
              <a:rect l="l" t="t" r="r" b="b"/>
              <a:pathLst>
                <a:path w="17050" h="16049" extrusionOk="0">
                  <a:moveTo>
                    <a:pt x="1" y="1"/>
                  </a:moveTo>
                  <a:lnTo>
                    <a:pt x="928" y="12732"/>
                  </a:lnTo>
                  <a:lnTo>
                    <a:pt x="17049" y="16049"/>
                  </a:lnTo>
                  <a:lnTo>
                    <a:pt x="1391" y="12244"/>
                  </a:lnTo>
                  <a:lnTo>
                    <a:pt x="1" y="1"/>
                  </a:lnTo>
                  <a:close/>
                </a:path>
              </a:pathLst>
            </a:custGeom>
            <a:solidFill>
              <a:srgbClr val="FDFEFF"/>
            </a:solidFill>
            <a:ln>
              <a:noFill/>
            </a:ln>
          </p:spPr>
          <p:txBody>
            <a:bodyPr spcFirstLastPara="1" wrap="square" lIns="121900" tIns="121900" rIns="121900" bIns="121900" anchor="ctr" anchorCtr="0">
              <a:noAutofit/>
            </a:bodyPr>
            <a:lstStyle/>
            <a:p>
              <a:endParaRPr sz="1867"/>
            </a:p>
          </p:txBody>
        </p:sp>
        <p:grpSp>
          <p:nvGrpSpPr>
            <p:cNvPr id="579" name="Google Shape;579;p40"/>
            <p:cNvGrpSpPr/>
            <p:nvPr/>
          </p:nvGrpSpPr>
          <p:grpSpPr>
            <a:xfrm>
              <a:off x="2983120" y="829600"/>
              <a:ext cx="3307549" cy="1747018"/>
              <a:chOff x="2983120" y="829600"/>
              <a:chExt cx="3307549" cy="1747018"/>
            </a:xfrm>
          </p:grpSpPr>
          <p:sp>
            <p:nvSpPr>
              <p:cNvPr id="580" name="Google Shape;580;p40"/>
              <p:cNvSpPr/>
              <p:nvPr/>
            </p:nvSpPr>
            <p:spPr>
              <a:xfrm>
                <a:off x="2983854" y="829600"/>
                <a:ext cx="3306116" cy="1647859"/>
              </a:xfrm>
              <a:custGeom>
                <a:avLst/>
                <a:gdLst/>
                <a:ahLst/>
                <a:cxnLst/>
                <a:rect l="l" t="t" r="r" b="b"/>
                <a:pathLst>
                  <a:path w="108096" h="53878" extrusionOk="0">
                    <a:moveTo>
                      <a:pt x="101267" y="53877"/>
                    </a:moveTo>
                    <a:lnTo>
                      <a:pt x="108096" y="38780"/>
                    </a:lnTo>
                    <a:lnTo>
                      <a:pt x="106949" y="28073"/>
                    </a:lnTo>
                    <a:lnTo>
                      <a:pt x="101779" y="24366"/>
                    </a:lnTo>
                    <a:lnTo>
                      <a:pt x="95486" y="27707"/>
                    </a:lnTo>
                    <a:lnTo>
                      <a:pt x="89169" y="24170"/>
                    </a:lnTo>
                    <a:lnTo>
                      <a:pt x="83364" y="30390"/>
                    </a:lnTo>
                    <a:cubicBezTo>
                      <a:pt x="83364" y="30390"/>
                      <a:pt x="73999" y="26292"/>
                      <a:pt x="73706" y="26000"/>
                    </a:cubicBezTo>
                    <a:cubicBezTo>
                      <a:pt x="73413" y="25707"/>
                      <a:pt x="71023" y="23122"/>
                      <a:pt x="71023" y="23122"/>
                    </a:cubicBezTo>
                    <a:lnTo>
                      <a:pt x="64828" y="19122"/>
                    </a:lnTo>
                    <a:lnTo>
                      <a:pt x="59584" y="19878"/>
                    </a:lnTo>
                    <a:lnTo>
                      <a:pt x="56146" y="24439"/>
                    </a:lnTo>
                    <a:lnTo>
                      <a:pt x="45438" y="5366"/>
                    </a:lnTo>
                    <a:lnTo>
                      <a:pt x="35122" y="0"/>
                    </a:lnTo>
                    <a:lnTo>
                      <a:pt x="25561" y="8781"/>
                    </a:lnTo>
                    <a:lnTo>
                      <a:pt x="13732" y="12220"/>
                    </a:lnTo>
                    <a:lnTo>
                      <a:pt x="4561" y="16805"/>
                    </a:lnTo>
                    <a:lnTo>
                      <a:pt x="0" y="26731"/>
                    </a:lnTo>
                    <a:lnTo>
                      <a:pt x="1049" y="53877"/>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581" name="Google Shape;581;p40"/>
              <p:cNvSpPr/>
              <p:nvPr/>
            </p:nvSpPr>
            <p:spPr>
              <a:xfrm>
                <a:off x="4701010" y="1414400"/>
                <a:ext cx="1203275" cy="657241"/>
              </a:xfrm>
              <a:custGeom>
                <a:avLst/>
                <a:gdLst/>
                <a:ahLst/>
                <a:cxnLst/>
                <a:rect l="l" t="t" r="r" b="b"/>
                <a:pathLst>
                  <a:path w="39342" h="21489" extrusionOk="0">
                    <a:moveTo>
                      <a:pt x="8683" y="1"/>
                    </a:moveTo>
                    <a:lnTo>
                      <a:pt x="3439" y="757"/>
                    </a:lnTo>
                    <a:lnTo>
                      <a:pt x="1" y="5318"/>
                    </a:lnTo>
                    <a:lnTo>
                      <a:pt x="4708" y="2147"/>
                    </a:lnTo>
                    <a:lnTo>
                      <a:pt x="8391" y="1757"/>
                    </a:lnTo>
                    <a:lnTo>
                      <a:pt x="14390" y="4952"/>
                    </a:lnTo>
                    <a:lnTo>
                      <a:pt x="20244" y="16659"/>
                    </a:lnTo>
                    <a:lnTo>
                      <a:pt x="21390" y="11488"/>
                    </a:lnTo>
                    <a:lnTo>
                      <a:pt x="24000" y="14537"/>
                    </a:lnTo>
                    <a:lnTo>
                      <a:pt x="25195" y="13537"/>
                    </a:lnTo>
                    <a:lnTo>
                      <a:pt x="26268" y="17196"/>
                    </a:lnTo>
                    <a:lnTo>
                      <a:pt x="29927" y="21488"/>
                    </a:lnTo>
                    <a:lnTo>
                      <a:pt x="34122" y="7488"/>
                    </a:lnTo>
                    <a:lnTo>
                      <a:pt x="39341" y="8586"/>
                    </a:lnTo>
                    <a:lnTo>
                      <a:pt x="33024" y="5049"/>
                    </a:lnTo>
                    <a:lnTo>
                      <a:pt x="27219" y="11244"/>
                    </a:lnTo>
                    <a:cubicBezTo>
                      <a:pt x="27219" y="11244"/>
                      <a:pt x="17854" y="7147"/>
                      <a:pt x="17561" y="6854"/>
                    </a:cubicBezTo>
                    <a:cubicBezTo>
                      <a:pt x="17268" y="6586"/>
                      <a:pt x="14878" y="4001"/>
                      <a:pt x="14878" y="4001"/>
                    </a:cubicBezTo>
                    <a:lnTo>
                      <a:pt x="8683" y="1"/>
                    </a:lnTo>
                    <a:close/>
                  </a:path>
                </a:pathLst>
              </a:custGeom>
              <a:solidFill>
                <a:srgbClr val="FDFEFF"/>
              </a:solidFill>
              <a:ln>
                <a:noFill/>
              </a:ln>
            </p:spPr>
            <p:txBody>
              <a:bodyPr spcFirstLastPara="1" wrap="square" lIns="121900" tIns="121900" rIns="121900" bIns="121900" anchor="ctr" anchorCtr="0">
                <a:noAutofit/>
              </a:bodyPr>
              <a:lstStyle/>
              <a:p>
                <a:endParaRPr sz="1867"/>
              </a:p>
            </p:txBody>
          </p:sp>
          <p:sp>
            <p:nvSpPr>
              <p:cNvPr id="582" name="Google Shape;582;p40"/>
              <p:cNvSpPr/>
              <p:nvPr/>
            </p:nvSpPr>
            <p:spPr>
              <a:xfrm>
                <a:off x="4058006" y="829600"/>
                <a:ext cx="643050" cy="748231"/>
              </a:xfrm>
              <a:custGeom>
                <a:avLst/>
                <a:gdLst/>
                <a:ahLst/>
                <a:cxnLst/>
                <a:rect l="l" t="t" r="r" b="b"/>
                <a:pathLst>
                  <a:path w="21025" h="24464" extrusionOk="0">
                    <a:moveTo>
                      <a:pt x="1" y="0"/>
                    </a:moveTo>
                    <a:lnTo>
                      <a:pt x="6439" y="4976"/>
                    </a:lnTo>
                    <a:cubicBezTo>
                      <a:pt x="6439" y="4976"/>
                      <a:pt x="9561" y="5610"/>
                      <a:pt x="9561" y="6000"/>
                    </a:cubicBezTo>
                    <a:cubicBezTo>
                      <a:pt x="9561" y="6366"/>
                      <a:pt x="21025" y="24463"/>
                      <a:pt x="21025" y="24463"/>
                    </a:cubicBezTo>
                    <a:lnTo>
                      <a:pt x="10317" y="5366"/>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583" name="Google Shape;583;p40"/>
              <p:cNvSpPr/>
              <p:nvPr/>
            </p:nvSpPr>
            <p:spPr>
              <a:xfrm>
                <a:off x="5533485" y="1568819"/>
                <a:ext cx="211128" cy="503551"/>
              </a:xfrm>
              <a:custGeom>
                <a:avLst/>
                <a:gdLst/>
                <a:ahLst/>
                <a:cxnLst/>
                <a:rect l="l" t="t" r="r" b="b"/>
                <a:pathLst>
                  <a:path w="6903" h="16464" extrusionOk="0">
                    <a:moveTo>
                      <a:pt x="0" y="6195"/>
                    </a:moveTo>
                    <a:lnTo>
                      <a:pt x="2708" y="16464"/>
                    </a:lnTo>
                    <a:lnTo>
                      <a:pt x="6903" y="2439"/>
                    </a:lnTo>
                    <a:lnTo>
                      <a:pt x="5805" y="0"/>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584" name="Google Shape;584;p40"/>
              <p:cNvSpPr/>
              <p:nvPr/>
            </p:nvSpPr>
            <p:spPr>
              <a:xfrm>
                <a:off x="5141118" y="1536736"/>
                <a:ext cx="179045" cy="387176"/>
              </a:xfrm>
              <a:custGeom>
                <a:avLst/>
                <a:gdLst/>
                <a:ahLst/>
                <a:cxnLst/>
                <a:rect l="l" t="t" r="r" b="b"/>
                <a:pathLst>
                  <a:path w="5854" h="12659" extrusionOk="0">
                    <a:moveTo>
                      <a:pt x="513" y="1"/>
                    </a:moveTo>
                    <a:lnTo>
                      <a:pt x="0" y="952"/>
                    </a:lnTo>
                    <a:lnTo>
                      <a:pt x="5854" y="12659"/>
                    </a:lnTo>
                    <a:lnTo>
                      <a:pt x="3196" y="2854"/>
                    </a:lnTo>
                    <a:cubicBezTo>
                      <a:pt x="2878" y="2586"/>
                      <a:pt x="513" y="1"/>
                      <a:pt x="513" y="1"/>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585" name="Google Shape;585;p40"/>
              <p:cNvSpPr/>
              <p:nvPr/>
            </p:nvSpPr>
            <p:spPr>
              <a:xfrm>
                <a:off x="4701010" y="1436787"/>
                <a:ext cx="149224" cy="140263"/>
              </a:xfrm>
              <a:custGeom>
                <a:avLst/>
                <a:gdLst/>
                <a:ahLst/>
                <a:cxnLst/>
                <a:rect l="l" t="t" r="r" b="b"/>
                <a:pathLst>
                  <a:path w="4879" h="4586" extrusionOk="0">
                    <a:moveTo>
                      <a:pt x="4781" y="1391"/>
                    </a:moveTo>
                    <a:cubicBezTo>
                      <a:pt x="4878" y="1366"/>
                      <a:pt x="3439" y="1"/>
                      <a:pt x="3439" y="1"/>
                    </a:cubicBezTo>
                    <a:lnTo>
                      <a:pt x="1" y="4586"/>
                    </a:lnTo>
                    <a:cubicBezTo>
                      <a:pt x="1" y="4586"/>
                      <a:pt x="4708" y="1415"/>
                      <a:pt x="4781" y="1391"/>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586" name="Google Shape;586;p40"/>
              <p:cNvSpPr/>
              <p:nvPr/>
            </p:nvSpPr>
            <p:spPr>
              <a:xfrm>
                <a:off x="6096664" y="1574783"/>
                <a:ext cx="193236" cy="440883"/>
              </a:xfrm>
              <a:custGeom>
                <a:avLst/>
                <a:gdLst/>
                <a:ahLst/>
                <a:cxnLst/>
                <a:rect l="l" t="t" r="r" b="b"/>
                <a:pathLst>
                  <a:path w="6318" h="14415" extrusionOk="0">
                    <a:moveTo>
                      <a:pt x="1" y="1"/>
                    </a:moveTo>
                    <a:lnTo>
                      <a:pt x="6318" y="14415"/>
                    </a:lnTo>
                    <a:lnTo>
                      <a:pt x="5171" y="3708"/>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587" name="Google Shape;587;p40"/>
              <p:cNvSpPr/>
              <p:nvPr/>
            </p:nvSpPr>
            <p:spPr>
              <a:xfrm>
                <a:off x="6081005" y="1574783"/>
                <a:ext cx="208896" cy="902655"/>
              </a:xfrm>
              <a:custGeom>
                <a:avLst/>
                <a:gdLst/>
                <a:ahLst/>
                <a:cxnLst/>
                <a:rect l="l" t="t" r="r" b="b"/>
                <a:pathLst>
                  <a:path w="6830" h="29513" extrusionOk="0">
                    <a:moveTo>
                      <a:pt x="513" y="1"/>
                    </a:moveTo>
                    <a:lnTo>
                      <a:pt x="1" y="29512"/>
                    </a:lnTo>
                    <a:lnTo>
                      <a:pt x="6830" y="14415"/>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588" name="Google Shape;588;p40"/>
              <p:cNvSpPr/>
              <p:nvPr/>
            </p:nvSpPr>
            <p:spPr>
              <a:xfrm>
                <a:off x="5904228" y="1574783"/>
                <a:ext cx="192471" cy="902655"/>
              </a:xfrm>
              <a:custGeom>
                <a:avLst/>
                <a:gdLst/>
                <a:ahLst/>
                <a:cxnLst/>
                <a:rect l="l" t="t" r="r" b="b"/>
                <a:pathLst>
                  <a:path w="6293" h="29513" extrusionOk="0">
                    <a:moveTo>
                      <a:pt x="0" y="3342"/>
                    </a:moveTo>
                    <a:lnTo>
                      <a:pt x="5781" y="29512"/>
                    </a:lnTo>
                    <a:lnTo>
                      <a:pt x="6293" y="1"/>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589" name="Google Shape;589;p40"/>
              <p:cNvSpPr/>
              <p:nvPr/>
            </p:nvSpPr>
            <p:spPr>
              <a:xfrm>
                <a:off x="5620000" y="1659075"/>
                <a:ext cx="461038" cy="902681"/>
              </a:xfrm>
              <a:custGeom>
                <a:avLst/>
                <a:gdLst/>
                <a:ahLst/>
                <a:cxnLst/>
                <a:rect l="l" t="t" r="r" b="b"/>
                <a:pathLst>
                  <a:path w="15074" h="36927" extrusionOk="0">
                    <a:moveTo>
                      <a:pt x="4318" y="1"/>
                    </a:moveTo>
                    <a:lnTo>
                      <a:pt x="1" y="36927"/>
                    </a:lnTo>
                    <a:lnTo>
                      <a:pt x="15074" y="26756"/>
                    </a:lnTo>
                    <a:lnTo>
                      <a:pt x="9293" y="586"/>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590" name="Google Shape;590;p40"/>
              <p:cNvSpPr/>
              <p:nvPr/>
            </p:nvSpPr>
            <p:spPr>
              <a:xfrm>
                <a:off x="5616275" y="1659075"/>
                <a:ext cx="135797" cy="902681"/>
              </a:xfrm>
              <a:custGeom>
                <a:avLst/>
                <a:gdLst/>
                <a:ahLst/>
                <a:cxnLst/>
                <a:rect l="l" t="t" r="r" b="b"/>
                <a:pathLst>
                  <a:path w="4440" h="36927" extrusionOk="0">
                    <a:moveTo>
                      <a:pt x="1" y="13513"/>
                    </a:moveTo>
                    <a:lnTo>
                      <a:pt x="123" y="36927"/>
                    </a:lnTo>
                    <a:lnTo>
                      <a:pt x="4440" y="1"/>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591" name="Google Shape;591;p40"/>
              <p:cNvSpPr/>
              <p:nvPr/>
            </p:nvSpPr>
            <p:spPr>
              <a:xfrm>
                <a:off x="5141118" y="1565822"/>
                <a:ext cx="447611" cy="981717"/>
              </a:xfrm>
              <a:custGeom>
                <a:avLst/>
                <a:gdLst/>
                <a:ahLst/>
                <a:cxnLst/>
                <a:rect l="l" t="t" r="r" b="b"/>
                <a:pathLst>
                  <a:path w="14635" h="32098" extrusionOk="0">
                    <a:moveTo>
                      <a:pt x="7244" y="7001"/>
                    </a:moveTo>
                    <a:lnTo>
                      <a:pt x="14634" y="31586"/>
                    </a:lnTo>
                    <a:lnTo>
                      <a:pt x="2781" y="32098"/>
                    </a:lnTo>
                    <a:lnTo>
                      <a:pt x="0" y="1"/>
                    </a:lnTo>
                    <a:lnTo>
                      <a:pt x="5854" y="11708"/>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592" name="Google Shape;592;p40"/>
              <p:cNvSpPr/>
              <p:nvPr/>
            </p:nvSpPr>
            <p:spPr>
              <a:xfrm>
                <a:off x="4762913" y="1468105"/>
                <a:ext cx="226054" cy="1071240"/>
              </a:xfrm>
              <a:custGeom>
                <a:avLst/>
                <a:gdLst/>
                <a:ahLst/>
                <a:cxnLst/>
                <a:rect l="l" t="t" r="r" b="b"/>
                <a:pathLst>
                  <a:path w="7391" h="35025" extrusionOk="0">
                    <a:moveTo>
                      <a:pt x="6367" y="1"/>
                    </a:moveTo>
                    <a:lnTo>
                      <a:pt x="7391" y="35024"/>
                    </a:lnTo>
                    <a:lnTo>
                      <a:pt x="1" y="34903"/>
                    </a:lnTo>
                    <a:lnTo>
                      <a:pt x="2757" y="367"/>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593" name="Google Shape;593;p40"/>
              <p:cNvSpPr/>
              <p:nvPr/>
            </p:nvSpPr>
            <p:spPr>
              <a:xfrm>
                <a:off x="4254938" y="981756"/>
                <a:ext cx="457307" cy="1576993"/>
              </a:xfrm>
              <a:custGeom>
                <a:avLst/>
                <a:gdLst/>
                <a:ahLst/>
                <a:cxnLst/>
                <a:rect l="l" t="t" r="r" b="b"/>
                <a:pathLst>
                  <a:path w="14952" h="51561" extrusionOk="0">
                    <a:moveTo>
                      <a:pt x="14586" y="19488"/>
                    </a:moveTo>
                    <a:lnTo>
                      <a:pt x="14951" y="51561"/>
                    </a:lnTo>
                    <a:lnTo>
                      <a:pt x="4391" y="51561"/>
                    </a:lnTo>
                    <a:lnTo>
                      <a:pt x="5025" y="11830"/>
                    </a:lnTo>
                    <a:lnTo>
                      <a:pt x="0" y="1"/>
                    </a:lnTo>
                    <a:lnTo>
                      <a:pt x="3122" y="1025"/>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594" name="Google Shape;594;p40"/>
              <p:cNvSpPr/>
              <p:nvPr/>
            </p:nvSpPr>
            <p:spPr>
              <a:xfrm>
                <a:off x="3836453" y="1178688"/>
                <a:ext cx="338698" cy="1388253"/>
              </a:xfrm>
              <a:custGeom>
                <a:avLst/>
                <a:gdLst/>
                <a:ahLst/>
                <a:cxnLst/>
                <a:rect l="l" t="t" r="r" b="b"/>
                <a:pathLst>
                  <a:path w="11074" h="45390" extrusionOk="0">
                    <a:moveTo>
                      <a:pt x="7513" y="1"/>
                    </a:moveTo>
                    <a:lnTo>
                      <a:pt x="11074" y="45390"/>
                    </a:lnTo>
                    <a:lnTo>
                      <a:pt x="1" y="45000"/>
                    </a:lnTo>
                    <a:lnTo>
                      <a:pt x="123" y="123"/>
                    </a:lnTo>
                    <a:lnTo>
                      <a:pt x="4318" y="31122"/>
                    </a:lnTo>
                    <a:lnTo>
                      <a:pt x="6489" y="19415"/>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595" name="Google Shape;595;p40"/>
              <p:cNvSpPr/>
              <p:nvPr/>
            </p:nvSpPr>
            <p:spPr>
              <a:xfrm>
                <a:off x="3015939" y="1306992"/>
                <a:ext cx="656476" cy="1243482"/>
              </a:xfrm>
              <a:custGeom>
                <a:avLst/>
                <a:gdLst/>
                <a:ahLst/>
                <a:cxnLst/>
                <a:rect l="l" t="t" r="r" b="b"/>
                <a:pathLst>
                  <a:path w="21464" h="43342" extrusionOk="0">
                    <a:moveTo>
                      <a:pt x="12317" y="1"/>
                    </a:moveTo>
                    <a:lnTo>
                      <a:pt x="21463" y="43341"/>
                    </a:lnTo>
                    <a:lnTo>
                      <a:pt x="3390" y="41195"/>
                    </a:lnTo>
                    <a:lnTo>
                      <a:pt x="0" y="38268"/>
                    </a:lnTo>
                    <a:lnTo>
                      <a:pt x="4805" y="22586"/>
                    </a:lnTo>
                    <a:lnTo>
                      <a:pt x="4537" y="2976"/>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596" name="Google Shape;596;p40"/>
              <p:cNvSpPr/>
              <p:nvPr/>
            </p:nvSpPr>
            <p:spPr>
              <a:xfrm>
                <a:off x="3118119" y="1398007"/>
                <a:ext cx="44776" cy="599772"/>
              </a:xfrm>
              <a:custGeom>
                <a:avLst/>
                <a:gdLst/>
                <a:ahLst/>
                <a:cxnLst/>
                <a:rect l="l" t="t" r="r" b="b"/>
                <a:pathLst>
                  <a:path w="1464" h="19610" extrusionOk="0">
                    <a:moveTo>
                      <a:pt x="1196" y="0"/>
                    </a:moveTo>
                    <a:lnTo>
                      <a:pt x="1" y="366"/>
                    </a:lnTo>
                    <a:lnTo>
                      <a:pt x="1464" y="19610"/>
                    </a:lnTo>
                    <a:lnTo>
                      <a:pt x="1196" y="0"/>
                    </a:lnTo>
                    <a:close/>
                  </a:path>
                </a:pathLst>
              </a:custGeom>
              <a:solidFill>
                <a:srgbClr val="FDFEFF"/>
              </a:solidFill>
              <a:ln>
                <a:noFill/>
              </a:ln>
            </p:spPr>
            <p:txBody>
              <a:bodyPr spcFirstLastPara="1" wrap="square" lIns="121900" tIns="121900" rIns="121900" bIns="121900" anchor="ctr" anchorCtr="0">
                <a:noAutofit/>
              </a:bodyPr>
              <a:lstStyle/>
              <a:p>
                <a:endParaRPr sz="1867"/>
              </a:p>
            </p:txBody>
          </p:sp>
          <p:sp>
            <p:nvSpPr>
              <p:cNvPr id="597" name="Google Shape;597;p40"/>
              <p:cNvSpPr/>
              <p:nvPr/>
            </p:nvSpPr>
            <p:spPr>
              <a:xfrm>
                <a:off x="4198235" y="981756"/>
                <a:ext cx="210394" cy="1576993"/>
              </a:xfrm>
              <a:custGeom>
                <a:avLst/>
                <a:gdLst/>
                <a:ahLst/>
                <a:cxnLst/>
                <a:rect l="l" t="t" r="r" b="b"/>
                <a:pathLst>
                  <a:path w="6879" h="51561" extrusionOk="0">
                    <a:moveTo>
                      <a:pt x="1854" y="1"/>
                    </a:moveTo>
                    <a:lnTo>
                      <a:pt x="1" y="391"/>
                    </a:lnTo>
                    <a:lnTo>
                      <a:pt x="6001" y="12805"/>
                    </a:lnTo>
                    <a:lnTo>
                      <a:pt x="6245" y="51561"/>
                    </a:lnTo>
                    <a:lnTo>
                      <a:pt x="6879" y="11830"/>
                    </a:lnTo>
                    <a:lnTo>
                      <a:pt x="1854" y="1"/>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598" name="Google Shape;598;p40"/>
              <p:cNvSpPr/>
              <p:nvPr/>
            </p:nvSpPr>
            <p:spPr>
              <a:xfrm>
                <a:off x="3392625" y="1151100"/>
                <a:ext cx="379712" cy="1399403"/>
              </a:xfrm>
              <a:custGeom>
                <a:avLst/>
                <a:gdLst/>
                <a:ahLst/>
                <a:cxnLst/>
                <a:rect l="l" t="t" r="r" b="b"/>
                <a:pathLst>
                  <a:path w="12416" h="48439" extrusionOk="0">
                    <a:moveTo>
                      <a:pt x="1" y="5098"/>
                    </a:moveTo>
                    <a:lnTo>
                      <a:pt x="9147" y="48438"/>
                    </a:lnTo>
                    <a:lnTo>
                      <a:pt x="12415" y="46780"/>
                    </a:lnTo>
                    <a:lnTo>
                      <a:pt x="10879" y="0"/>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599" name="Google Shape;599;p40"/>
              <p:cNvSpPr/>
              <p:nvPr/>
            </p:nvSpPr>
            <p:spPr>
              <a:xfrm>
                <a:off x="4701010" y="1479299"/>
                <a:ext cx="146227" cy="1079436"/>
              </a:xfrm>
              <a:custGeom>
                <a:avLst/>
                <a:gdLst/>
                <a:ahLst/>
                <a:cxnLst/>
                <a:rect l="l" t="t" r="r" b="b"/>
                <a:pathLst>
                  <a:path w="4781" h="35293" extrusionOk="0">
                    <a:moveTo>
                      <a:pt x="1" y="3220"/>
                    </a:moveTo>
                    <a:lnTo>
                      <a:pt x="4781" y="1"/>
                    </a:lnTo>
                    <a:lnTo>
                      <a:pt x="2025" y="34537"/>
                    </a:lnTo>
                    <a:lnTo>
                      <a:pt x="366" y="35293"/>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600" name="Google Shape;600;p40"/>
              <p:cNvSpPr/>
              <p:nvPr/>
            </p:nvSpPr>
            <p:spPr>
              <a:xfrm>
                <a:off x="4066202" y="1178688"/>
                <a:ext cx="255171" cy="1388253"/>
              </a:xfrm>
              <a:custGeom>
                <a:avLst/>
                <a:gdLst/>
                <a:ahLst/>
                <a:cxnLst/>
                <a:rect l="l" t="t" r="r" b="b"/>
                <a:pathLst>
                  <a:path w="8343" h="45390" extrusionOk="0">
                    <a:moveTo>
                      <a:pt x="1" y="1"/>
                    </a:moveTo>
                    <a:lnTo>
                      <a:pt x="3562" y="45390"/>
                    </a:lnTo>
                    <a:lnTo>
                      <a:pt x="8342" y="44683"/>
                    </a:lnTo>
                    <a:lnTo>
                      <a:pt x="1" y="1"/>
                    </a:ln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601" name="Google Shape;601;p40"/>
              <p:cNvSpPr/>
              <p:nvPr/>
            </p:nvSpPr>
            <p:spPr>
              <a:xfrm>
                <a:off x="3837950" y="1188375"/>
                <a:ext cx="210394" cy="1388243"/>
              </a:xfrm>
              <a:custGeom>
                <a:avLst/>
                <a:gdLst/>
                <a:ahLst/>
                <a:cxnLst/>
                <a:rect l="l" t="t" r="r" b="b"/>
                <a:pathLst>
                  <a:path w="6879" h="47171" extrusionOk="0">
                    <a:moveTo>
                      <a:pt x="1" y="1"/>
                    </a:moveTo>
                    <a:lnTo>
                      <a:pt x="3757" y="46902"/>
                    </a:lnTo>
                    <a:lnTo>
                      <a:pt x="6879" y="47170"/>
                    </a:lnTo>
                    <a:lnTo>
                      <a:pt x="6440" y="19342"/>
                    </a:lnTo>
                    <a:lnTo>
                      <a:pt x="6440" y="19098"/>
                    </a:lnTo>
                    <a:lnTo>
                      <a:pt x="4269" y="30805"/>
                    </a:lnTo>
                    <a:lnTo>
                      <a:pt x="1" y="1"/>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602" name="Google Shape;602;p40"/>
              <p:cNvSpPr/>
              <p:nvPr/>
            </p:nvSpPr>
            <p:spPr>
              <a:xfrm>
                <a:off x="4276561" y="1373386"/>
                <a:ext cx="112675" cy="1185352"/>
              </a:xfrm>
              <a:custGeom>
                <a:avLst/>
                <a:gdLst/>
                <a:ahLst/>
                <a:cxnLst/>
                <a:rect l="l" t="t" r="r" b="b"/>
                <a:pathLst>
                  <a:path w="3684" h="38756" extrusionOk="0">
                    <a:moveTo>
                      <a:pt x="3440" y="0"/>
                    </a:moveTo>
                    <a:lnTo>
                      <a:pt x="1903" y="27366"/>
                    </a:lnTo>
                    <a:lnTo>
                      <a:pt x="1" y="23219"/>
                    </a:lnTo>
                    <a:lnTo>
                      <a:pt x="1464" y="38317"/>
                    </a:lnTo>
                    <a:lnTo>
                      <a:pt x="3684" y="38756"/>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603" name="Google Shape;603;p40"/>
              <p:cNvSpPr/>
              <p:nvPr/>
            </p:nvSpPr>
            <p:spPr>
              <a:xfrm>
                <a:off x="3015937" y="1986537"/>
                <a:ext cx="668405" cy="502053"/>
              </a:xfrm>
              <a:custGeom>
                <a:avLst/>
                <a:gdLst/>
                <a:ahLst/>
                <a:cxnLst/>
                <a:rect l="l" t="t" r="r" b="b"/>
                <a:pathLst>
                  <a:path w="21854" h="16415" extrusionOk="0">
                    <a:moveTo>
                      <a:pt x="0" y="16049"/>
                    </a:moveTo>
                    <a:cubicBezTo>
                      <a:pt x="0" y="16049"/>
                      <a:pt x="4537" y="1"/>
                      <a:pt x="4805" y="367"/>
                    </a:cubicBezTo>
                    <a:cubicBezTo>
                      <a:pt x="5049" y="757"/>
                      <a:pt x="3512" y="14415"/>
                      <a:pt x="3512" y="14415"/>
                    </a:cubicBezTo>
                    <a:lnTo>
                      <a:pt x="21853" y="16415"/>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604" name="Google Shape;604;p40"/>
              <p:cNvSpPr/>
              <p:nvPr/>
            </p:nvSpPr>
            <p:spPr>
              <a:xfrm>
                <a:off x="5904228" y="1574783"/>
                <a:ext cx="386441" cy="902655"/>
              </a:xfrm>
              <a:custGeom>
                <a:avLst/>
                <a:gdLst/>
                <a:ahLst/>
                <a:cxnLst/>
                <a:rect l="l" t="t" r="r" b="b"/>
                <a:pathLst>
                  <a:path w="12635" h="29513" extrusionOk="0">
                    <a:moveTo>
                      <a:pt x="7268" y="22634"/>
                    </a:moveTo>
                    <a:cubicBezTo>
                      <a:pt x="7268" y="22781"/>
                      <a:pt x="6317" y="1"/>
                      <a:pt x="6317" y="1"/>
                    </a:cubicBezTo>
                    <a:lnTo>
                      <a:pt x="5220" y="23195"/>
                    </a:lnTo>
                    <a:lnTo>
                      <a:pt x="0" y="3342"/>
                    </a:lnTo>
                    <a:lnTo>
                      <a:pt x="5805" y="29512"/>
                    </a:lnTo>
                    <a:lnTo>
                      <a:pt x="12634" y="14415"/>
                    </a:lnTo>
                    <a:cubicBezTo>
                      <a:pt x="12634" y="14415"/>
                      <a:pt x="7268" y="22488"/>
                      <a:pt x="7268" y="22634"/>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605" name="Google Shape;605;p40"/>
              <p:cNvSpPr/>
              <p:nvPr/>
            </p:nvSpPr>
            <p:spPr>
              <a:xfrm>
                <a:off x="2983120" y="829600"/>
                <a:ext cx="1271877" cy="818332"/>
              </a:xfrm>
              <a:custGeom>
                <a:avLst/>
                <a:gdLst/>
                <a:ahLst/>
                <a:cxnLst/>
                <a:rect l="l" t="t" r="r" b="b"/>
                <a:pathLst>
                  <a:path w="41585" h="26756" extrusionOk="0">
                    <a:moveTo>
                      <a:pt x="35146" y="0"/>
                    </a:moveTo>
                    <a:lnTo>
                      <a:pt x="25609" y="8781"/>
                    </a:lnTo>
                    <a:lnTo>
                      <a:pt x="13756" y="12220"/>
                    </a:lnTo>
                    <a:lnTo>
                      <a:pt x="4585" y="16805"/>
                    </a:lnTo>
                    <a:lnTo>
                      <a:pt x="0" y="26756"/>
                    </a:lnTo>
                    <a:lnTo>
                      <a:pt x="5171" y="18732"/>
                    </a:lnTo>
                    <a:lnTo>
                      <a:pt x="13390" y="15610"/>
                    </a:lnTo>
                    <a:lnTo>
                      <a:pt x="28024" y="11537"/>
                    </a:lnTo>
                    <a:lnTo>
                      <a:pt x="35414" y="11415"/>
                    </a:lnTo>
                    <a:lnTo>
                      <a:pt x="41584" y="4976"/>
                    </a:lnTo>
                    <a:lnTo>
                      <a:pt x="35146" y="0"/>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grpSp>
        <p:sp>
          <p:nvSpPr>
            <p:cNvPr id="606" name="Google Shape;606;p40"/>
            <p:cNvSpPr/>
            <p:nvPr/>
          </p:nvSpPr>
          <p:spPr>
            <a:xfrm>
              <a:off x="2701133" y="2477383"/>
              <a:ext cx="3921548" cy="1836568"/>
            </a:xfrm>
            <a:custGeom>
              <a:avLst/>
              <a:gdLst/>
              <a:ahLst/>
              <a:cxnLst/>
              <a:rect l="l" t="t" r="r" b="b"/>
              <a:pathLst>
                <a:path w="128218" h="60048" extrusionOk="0">
                  <a:moveTo>
                    <a:pt x="5927" y="16927"/>
                  </a:moveTo>
                  <a:lnTo>
                    <a:pt x="952" y="21683"/>
                  </a:lnTo>
                  <a:lnTo>
                    <a:pt x="1" y="29707"/>
                  </a:lnTo>
                  <a:lnTo>
                    <a:pt x="4781" y="36975"/>
                  </a:lnTo>
                  <a:lnTo>
                    <a:pt x="9220" y="43828"/>
                  </a:lnTo>
                  <a:lnTo>
                    <a:pt x="19342" y="51853"/>
                  </a:lnTo>
                  <a:lnTo>
                    <a:pt x="26610" y="49316"/>
                  </a:lnTo>
                  <a:lnTo>
                    <a:pt x="34439" y="45463"/>
                  </a:lnTo>
                  <a:lnTo>
                    <a:pt x="42073" y="44999"/>
                  </a:lnTo>
                  <a:lnTo>
                    <a:pt x="46097" y="48731"/>
                  </a:lnTo>
                  <a:lnTo>
                    <a:pt x="51244" y="56438"/>
                  </a:lnTo>
                  <a:lnTo>
                    <a:pt x="59658" y="55560"/>
                  </a:lnTo>
                  <a:lnTo>
                    <a:pt x="60804" y="50218"/>
                  </a:lnTo>
                  <a:lnTo>
                    <a:pt x="62902" y="44999"/>
                  </a:lnTo>
                  <a:lnTo>
                    <a:pt x="70146" y="47975"/>
                  </a:lnTo>
                  <a:lnTo>
                    <a:pt x="73194" y="59706"/>
                  </a:lnTo>
                  <a:cubicBezTo>
                    <a:pt x="73194" y="59706"/>
                    <a:pt x="73316" y="59828"/>
                    <a:pt x="73511" y="60048"/>
                  </a:cubicBezTo>
                  <a:lnTo>
                    <a:pt x="102925" y="60048"/>
                  </a:lnTo>
                  <a:lnTo>
                    <a:pt x="104535" y="51828"/>
                  </a:lnTo>
                  <a:lnTo>
                    <a:pt x="115047" y="40243"/>
                  </a:lnTo>
                  <a:lnTo>
                    <a:pt x="123242" y="28048"/>
                  </a:lnTo>
                  <a:lnTo>
                    <a:pt x="128217" y="15292"/>
                  </a:lnTo>
                  <a:lnTo>
                    <a:pt x="124779" y="9195"/>
                  </a:lnTo>
                  <a:lnTo>
                    <a:pt x="114852" y="5927"/>
                  </a:lnTo>
                  <a:lnTo>
                    <a:pt x="110072" y="732"/>
                  </a:lnTo>
                  <a:lnTo>
                    <a:pt x="110511" y="0"/>
                  </a:lnTo>
                  <a:lnTo>
                    <a:pt x="10293" y="0"/>
                  </a:lnTo>
                  <a:lnTo>
                    <a:pt x="10561" y="5341"/>
                  </a:lnTo>
                  <a:close/>
                </a:path>
              </a:pathLst>
            </a:custGeom>
            <a:solidFill>
              <a:srgbClr val="6B919E">
                <a:alpha val="21230"/>
              </a:srgbClr>
            </a:solidFill>
            <a:ln>
              <a:noFill/>
            </a:ln>
          </p:spPr>
          <p:txBody>
            <a:bodyPr spcFirstLastPara="1" wrap="square" lIns="121900" tIns="121900" rIns="121900" bIns="121900" anchor="ctr" anchorCtr="0">
              <a:noAutofit/>
            </a:bodyPr>
            <a:lstStyle/>
            <a:p>
              <a:endParaRPr sz="1867"/>
            </a:p>
          </p:txBody>
        </p:sp>
        <p:sp>
          <p:nvSpPr>
            <p:cNvPr id="607" name="Google Shape;607;p40"/>
            <p:cNvSpPr/>
            <p:nvPr/>
          </p:nvSpPr>
          <p:spPr>
            <a:xfrm>
              <a:off x="3015939" y="2477378"/>
              <a:ext cx="3313005" cy="210528"/>
            </a:xfrm>
            <a:custGeom>
              <a:avLst/>
              <a:gdLst/>
              <a:ahLst/>
              <a:cxnLst/>
              <a:rect l="l" t="t" r="r" b="b"/>
              <a:pathLst>
                <a:path w="110877" h="4709" extrusionOk="0">
                  <a:moveTo>
                    <a:pt x="1" y="0"/>
                  </a:moveTo>
                  <a:lnTo>
                    <a:pt x="416" y="1683"/>
                  </a:lnTo>
                  <a:cubicBezTo>
                    <a:pt x="1080" y="1671"/>
                    <a:pt x="1749" y="1661"/>
                    <a:pt x="2420" y="1661"/>
                  </a:cubicBezTo>
                  <a:cubicBezTo>
                    <a:pt x="5863" y="1661"/>
                    <a:pt x="9342" y="1924"/>
                    <a:pt x="12342" y="3537"/>
                  </a:cubicBezTo>
                  <a:cubicBezTo>
                    <a:pt x="13267" y="4040"/>
                    <a:pt x="14276" y="4708"/>
                    <a:pt x="15299" y="4708"/>
                  </a:cubicBezTo>
                  <a:cubicBezTo>
                    <a:pt x="15516" y="4708"/>
                    <a:pt x="15734" y="4678"/>
                    <a:pt x="15952" y="4610"/>
                  </a:cubicBezTo>
                  <a:cubicBezTo>
                    <a:pt x="16464" y="4439"/>
                    <a:pt x="16903" y="4073"/>
                    <a:pt x="17391" y="3805"/>
                  </a:cubicBezTo>
                  <a:cubicBezTo>
                    <a:pt x="18269" y="3317"/>
                    <a:pt x="19318" y="3195"/>
                    <a:pt x="20318" y="3073"/>
                  </a:cubicBezTo>
                  <a:cubicBezTo>
                    <a:pt x="25975" y="2467"/>
                    <a:pt x="31652" y="2272"/>
                    <a:pt x="37337" y="2272"/>
                  </a:cubicBezTo>
                  <a:cubicBezTo>
                    <a:pt x="47436" y="2272"/>
                    <a:pt x="57562" y="2887"/>
                    <a:pt x="67658" y="2903"/>
                  </a:cubicBezTo>
                  <a:cubicBezTo>
                    <a:pt x="74292" y="2903"/>
                    <a:pt x="80902" y="2659"/>
                    <a:pt x="87511" y="2415"/>
                  </a:cubicBezTo>
                  <a:lnTo>
                    <a:pt x="110877" y="1512"/>
                  </a:lnTo>
                  <a:lnTo>
                    <a:pt x="110877" y="1512"/>
                  </a:lnTo>
                  <a:cubicBezTo>
                    <a:pt x="110842" y="1514"/>
                    <a:pt x="110808" y="1514"/>
                    <a:pt x="110773" y="1514"/>
                  </a:cubicBezTo>
                  <a:cubicBezTo>
                    <a:pt x="109515" y="1514"/>
                    <a:pt x="107841" y="678"/>
                    <a:pt x="106560" y="488"/>
                  </a:cubicBezTo>
                  <a:cubicBezTo>
                    <a:pt x="106246" y="447"/>
                    <a:pt x="105877" y="440"/>
                    <a:pt x="105487" y="440"/>
                  </a:cubicBezTo>
                  <a:cubicBezTo>
                    <a:pt x="105300" y="440"/>
                    <a:pt x="105109" y="442"/>
                    <a:pt x="104917" y="442"/>
                  </a:cubicBezTo>
                  <a:cubicBezTo>
                    <a:pt x="104069" y="442"/>
                    <a:pt x="103196" y="413"/>
                    <a:pt x="102609" y="98"/>
                  </a:cubicBezTo>
                  <a:cubicBezTo>
                    <a:pt x="102535" y="73"/>
                    <a:pt x="102462" y="25"/>
                    <a:pt x="102413" y="0"/>
                  </a:cubicBezTo>
                  <a:close/>
                </a:path>
              </a:pathLst>
            </a:custGeom>
            <a:solidFill>
              <a:schemeClr val="accent3"/>
            </a:solidFill>
            <a:ln>
              <a:noFill/>
            </a:ln>
          </p:spPr>
          <p:txBody>
            <a:bodyPr spcFirstLastPara="1" wrap="square" lIns="121900" tIns="121900" rIns="121900" bIns="121900" anchor="ctr" anchorCtr="0">
              <a:noAutofit/>
            </a:bodyPr>
            <a:lstStyle/>
            <a:p>
              <a:endParaRPr sz="1867"/>
            </a:p>
          </p:txBody>
        </p:sp>
      </p:grpSp>
      <p:grpSp>
        <p:nvGrpSpPr>
          <p:cNvPr id="608" name="Google Shape;608;p40"/>
          <p:cNvGrpSpPr/>
          <p:nvPr/>
        </p:nvGrpSpPr>
        <p:grpSpPr>
          <a:xfrm>
            <a:off x="2281186" y="4908387"/>
            <a:ext cx="2908749" cy="897464"/>
            <a:chOff x="799450" y="3532500"/>
            <a:chExt cx="1937100" cy="597672"/>
          </a:xfrm>
        </p:grpSpPr>
        <p:grpSp>
          <p:nvGrpSpPr>
            <p:cNvPr id="609" name="Google Shape;609;p40"/>
            <p:cNvGrpSpPr/>
            <p:nvPr/>
          </p:nvGrpSpPr>
          <p:grpSpPr>
            <a:xfrm>
              <a:off x="883550" y="3532500"/>
              <a:ext cx="1754875" cy="355800"/>
              <a:chOff x="883550" y="3532500"/>
              <a:chExt cx="1754875" cy="355800"/>
            </a:xfrm>
          </p:grpSpPr>
          <p:sp>
            <p:nvSpPr>
              <p:cNvPr id="610" name="Google Shape;610;p40"/>
              <p:cNvSpPr/>
              <p:nvPr/>
            </p:nvSpPr>
            <p:spPr>
              <a:xfrm>
                <a:off x="1031075" y="3557600"/>
                <a:ext cx="1369225" cy="36100"/>
              </a:xfrm>
              <a:custGeom>
                <a:avLst/>
                <a:gdLst/>
                <a:ahLst/>
                <a:cxnLst/>
                <a:rect l="l" t="t" r="r" b="b"/>
                <a:pathLst>
                  <a:path w="54769" h="1444" extrusionOk="0">
                    <a:moveTo>
                      <a:pt x="0" y="381"/>
                    </a:moveTo>
                    <a:cubicBezTo>
                      <a:pt x="5112" y="556"/>
                      <a:pt x="21543" y="1492"/>
                      <a:pt x="30671" y="1428"/>
                    </a:cubicBezTo>
                    <a:cubicBezTo>
                      <a:pt x="39799" y="1365"/>
                      <a:pt x="50753" y="238"/>
                      <a:pt x="54769" y="0"/>
                    </a:cubicBezTo>
                  </a:path>
                </a:pathLst>
              </a:custGeom>
              <a:noFill/>
              <a:ln w="9525" cap="flat" cmpd="sng">
                <a:solidFill>
                  <a:srgbClr val="FFFFFF"/>
                </a:solidFill>
                <a:prstDash val="solid"/>
                <a:round/>
                <a:headEnd type="none" w="med" len="med"/>
                <a:tailEnd type="none" w="med" len="med"/>
              </a:ln>
            </p:spPr>
            <p:txBody>
              <a:bodyPr/>
              <a:lstStyle/>
              <a:p>
                <a:endParaRPr lang="en-US" sz="1867"/>
              </a:p>
            </p:txBody>
          </p:sp>
          <p:cxnSp>
            <p:nvCxnSpPr>
              <p:cNvPr id="611" name="Google Shape;611;p40"/>
              <p:cNvCxnSpPr/>
              <p:nvPr/>
            </p:nvCxnSpPr>
            <p:spPr>
              <a:xfrm rot="10800000" flipH="1">
                <a:off x="883550" y="3581550"/>
                <a:ext cx="143700" cy="301500"/>
              </a:xfrm>
              <a:prstGeom prst="straightConnector1">
                <a:avLst/>
              </a:prstGeom>
              <a:noFill/>
              <a:ln w="9525" cap="flat" cmpd="sng">
                <a:solidFill>
                  <a:srgbClr val="FFFFFF"/>
                </a:solidFill>
                <a:prstDash val="solid"/>
                <a:round/>
                <a:headEnd type="none" w="med" len="med"/>
                <a:tailEnd type="none" w="med" len="med"/>
              </a:ln>
            </p:spPr>
          </p:cxnSp>
          <p:cxnSp>
            <p:nvCxnSpPr>
              <p:cNvPr id="612" name="Google Shape;612;p40"/>
              <p:cNvCxnSpPr/>
              <p:nvPr/>
            </p:nvCxnSpPr>
            <p:spPr>
              <a:xfrm rot="10800000" flipH="1">
                <a:off x="966900" y="3584925"/>
                <a:ext cx="62400" cy="297900"/>
              </a:xfrm>
              <a:prstGeom prst="straightConnector1">
                <a:avLst/>
              </a:prstGeom>
              <a:noFill/>
              <a:ln w="9525" cap="flat" cmpd="sng">
                <a:solidFill>
                  <a:srgbClr val="FFFFFF"/>
                </a:solidFill>
                <a:prstDash val="solid"/>
                <a:round/>
                <a:headEnd type="none" w="med" len="med"/>
                <a:tailEnd type="none" w="med" len="med"/>
              </a:ln>
            </p:spPr>
          </p:cxnSp>
          <p:cxnSp>
            <p:nvCxnSpPr>
              <p:cNvPr id="613" name="Google Shape;613;p40"/>
              <p:cNvCxnSpPr/>
              <p:nvPr/>
            </p:nvCxnSpPr>
            <p:spPr>
              <a:xfrm rot="10800000">
                <a:off x="1015125" y="3532500"/>
                <a:ext cx="108600" cy="355800"/>
              </a:xfrm>
              <a:prstGeom prst="straightConnector1">
                <a:avLst/>
              </a:prstGeom>
              <a:noFill/>
              <a:ln w="9525" cap="flat" cmpd="sng">
                <a:solidFill>
                  <a:schemeClr val="accent6"/>
                </a:solidFill>
                <a:prstDash val="solid"/>
                <a:round/>
                <a:headEnd type="none" w="med" len="med"/>
                <a:tailEnd type="oval" w="med" len="med"/>
              </a:ln>
            </p:spPr>
          </p:cxnSp>
          <p:cxnSp>
            <p:nvCxnSpPr>
              <p:cNvPr id="614" name="Google Shape;614;p40"/>
              <p:cNvCxnSpPr/>
              <p:nvPr/>
            </p:nvCxnSpPr>
            <p:spPr>
              <a:xfrm rot="10800000">
                <a:off x="2404725" y="3586050"/>
                <a:ext cx="233700" cy="297000"/>
              </a:xfrm>
              <a:prstGeom prst="straightConnector1">
                <a:avLst/>
              </a:prstGeom>
              <a:noFill/>
              <a:ln w="9525" cap="flat" cmpd="sng">
                <a:solidFill>
                  <a:srgbClr val="FFFFFF"/>
                </a:solidFill>
                <a:prstDash val="solid"/>
                <a:round/>
                <a:headEnd type="none" w="med" len="med"/>
                <a:tailEnd type="none" w="med" len="med"/>
              </a:ln>
            </p:spPr>
          </p:cxnSp>
          <p:cxnSp>
            <p:nvCxnSpPr>
              <p:cNvPr id="615" name="Google Shape;615;p40"/>
              <p:cNvCxnSpPr/>
              <p:nvPr/>
            </p:nvCxnSpPr>
            <p:spPr>
              <a:xfrm rot="10800000">
                <a:off x="2404775" y="3593325"/>
                <a:ext cx="150300" cy="289500"/>
              </a:xfrm>
              <a:prstGeom prst="straightConnector1">
                <a:avLst/>
              </a:prstGeom>
              <a:noFill/>
              <a:ln w="9525" cap="flat" cmpd="sng">
                <a:solidFill>
                  <a:srgbClr val="FFFFFF"/>
                </a:solidFill>
                <a:prstDash val="solid"/>
                <a:round/>
                <a:headEnd type="none" w="med" len="med"/>
                <a:tailEnd type="none" w="med" len="med"/>
              </a:ln>
            </p:spPr>
          </p:cxnSp>
          <p:cxnSp>
            <p:nvCxnSpPr>
              <p:cNvPr id="616" name="Google Shape;616;p40"/>
              <p:cNvCxnSpPr/>
              <p:nvPr/>
            </p:nvCxnSpPr>
            <p:spPr>
              <a:xfrm rot="10800000">
                <a:off x="2384075" y="3532500"/>
                <a:ext cx="108600" cy="355800"/>
              </a:xfrm>
              <a:prstGeom prst="straightConnector1">
                <a:avLst/>
              </a:prstGeom>
              <a:noFill/>
              <a:ln w="9525" cap="flat" cmpd="sng">
                <a:solidFill>
                  <a:schemeClr val="accent6"/>
                </a:solidFill>
                <a:prstDash val="solid"/>
                <a:round/>
                <a:headEnd type="none" w="med" len="med"/>
                <a:tailEnd type="oval" w="med" len="med"/>
              </a:ln>
            </p:spPr>
          </p:cxnSp>
        </p:grpSp>
        <p:grpSp>
          <p:nvGrpSpPr>
            <p:cNvPr id="617" name="Google Shape;617;p40"/>
            <p:cNvGrpSpPr/>
            <p:nvPr/>
          </p:nvGrpSpPr>
          <p:grpSpPr>
            <a:xfrm>
              <a:off x="799450" y="3882200"/>
              <a:ext cx="1937100" cy="247972"/>
              <a:chOff x="799450" y="3882200"/>
              <a:chExt cx="1937100" cy="247972"/>
            </a:xfrm>
          </p:grpSpPr>
          <p:grpSp>
            <p:nvGrpSpPr>
              <p:cNvPr id="618" name="Google Shape;618;p40"/>
              <p:cNvGrpSpPr/>
              <p:nvPr/>
            </p:nvGrpSpPr>
            <p:grpSpPr>
              <a:xfrm>
                <a:off x="799450" y="3932909"/>
                <a:ext cx="1937100" cy="197263"/>
                <a:chOff x="799450" y="3983858"/>
                <a:chExt cx="1937100" cy="146392"/>
              </a:xfrm>
            </p:grpSpPr>
            <p:sp>
              <p:nvSpPr>
                <p:cNvPr id="619" name="Google Shape;619;p40"/>
                <p:cNvSpPr/>
                <p:nvPr/>
              </p:nvSpPr>
              <p:spPr>
                <a:xfrm rot="10800000">
                  <a:off x="814925" y="4056750"/>
                  <a:ext cx="1907400" cy="73500"/>
                </a:xfrm>
                <a:prstGeom prst="trapezoid">
                  <a:avLst>
                    <a:gd name="adj" fmla="val 15343"/>
                  </a:avLst>
                </a:prstGeom>
                <a:solidFill>
                  <a:schemeClr val="accent5"/>
                </a:solidFill>
                <a:ln>
                  <a:noFill/>
                </a:ln>
              </p:spPr>
              <p:txBody>
                <a:bodyPr spcFirstLastPara="1" wrap="square" lIns="121900" tIns="121900" rIns="121900" bIns="121900" anchor="ctr" anchorCtr="0">
                  <a:noAutofit/>
                </a:bodyPr>
                <a:lstStyle/>
                <a:p>
                  <a:endParaRPr sz="1867"/>
                </a:p>
              </p:txBody>
            </p:sp>
            <p:sp>
              <p:nvSpPr>
                <p:cNvPr id="620" name="Google Shape;620;p40"/>
                <p:cNvSpPr/>
                <p:nvPr/>
              </p:nvSpPr>
              <p:spPr>
                <a:xfrm rot="10800000">
                  <a:off x="799450" y="3983858"/>
                  <a:ext cx="1937100" cy="73500"/>
                </a:xfrm>
                <a:prstGeom prst="trapezoid">
                  <a:avLst>
                    <a:gd name="adj" fmla="val 15343"/>
                  </a:avLst>
                </a:prstGeom>
                <a:solidFill>
                  <a:schemeClr val="accent6"/>
                </a:solidFill>
                <a:ln>
                  <a:noFill/>
                </a:ln>
              </p:spPr>
              <p:txBody>
                <a:bodyPr spcFirstLastPara="1" wrap="square" lIns="121900" tIns="121900" rIns="121900" bIns="121900" anchor="ctr" anchorCtr="0">
                  <a:noAutofit/>
                </a:bodyPr>
                <a:lstStyle/>
                <a:p>
                  <a:endParaRPr sz="1867"/>
                </a:p>
              </p:txBody>
            </p:sp>
          </p:grpSp>
          <p:grpSp>
            <p:nvGrpSpPr>
              <p:cNvPr id="621" name="Google Shape;621;p40"/>
              <p:cNvGrpSpPr/>
              <p:nvPr/>
            </p:nvGrpSpPr>
            <p:grpSpPr>
              <a:xfrm>
                <a:off x="839650" y="3882200"/>
                <a:ext cx="1842600" cy="50700"/>
                <a:chOff x="839650" y="3882200"/>
                <a:chExt cx="1842600" cy="50700"/>
              </a:xfrm>
            </p:grpSpPr>
            <p:sp>
              <p:nvSpPr>
                <p:cNvPr id="622" name="Google Shape;622;p40"/>
                <p:cNvSpPr/>
                <p:nvPr/>
              </p:nvSpPr>
              <p:spPr>
                <a:xfrm>
                  <a:off x="839650" y="3882200"/>
                  <a:ext cx="1842600" cy="50700"/>
                </a:xfrm>
                <a:prstGeom prst="rect">
                  <a:avLst/>
                </a:prstGeom>
                <a:solidFill>
                  <a:srgbClr val="FFFFFF"/>
                </a:solidFill>
                <a:ln>
                  <a:noFill/>
                </a:ln>
              </p:spPr>
              <p:txBody>
                <a:bodyPr spcFirstLastPara="1" wrap="square" lIns="121900" tIns="121900" rIns="121900" bIns="121900" anchor="ctr" anchorCtr="0">
                  <a:noAutofit/>
                </a:bodyPr>
                <a:lstStyle/>
                <a:p>
                  <a:endParaRPr sz="1867"/>
                </a:p>
              </p:txBody>
            </p:sp>
            <p:grpSp>
              <p:nvGrpSpPr>
                <p:cNvPr id="623" name="Google Shape;623;p40"/>
                <p:cNvGrpSpPr/>
                <p:nvPr/>
              </p:nvGrpSpPr>
              <p:grpSpPr>
                <a:xfrm>
                  <a:off x="869023" y="3894092"/>
                  <a:ext cx="1783854" cy="26904"/>
                  <a:chOff x="869023" y="3894092"/>
                  <a:chExt cx="1783854" cy="26904"/>
                </a:xfrm>
              </p:grpSpPr>
              <p:sp>
                <p:nvSpPr>
                  <p:cNvPr id="624" name="Google Shape;624;p40"/>
                  <p:cNvSpPr/>
                  <p:nvPr/>
                </p:nvSpPr>
                <p:spPr>
                  <a:xfrm>
                    <a:off x="8690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25" name="Google Shape;625;p40"/>
                  <p:cNvSpPr/>
                  <p:nvPr/>
                </p:nvSpPr>
                <p:spPr>
                  <a:xfrm>
                    <a:off x="9365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26" name="Google Shape;626;p40"/>
                  <p:cNvSpPr/>
                  <p:nvPr/>
                </p:nvSpPr>
                <p:spPr>
                  <a:xfrm>
                    <a:off x="10041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27" name="Google Shape;627;p40"/>
                  <p:cNvSpPr/>
                  <p:nvPr/>
                </p:nvSpPr>
                <p:spPr>
                  <a:xfrm>
                    <a:off x="10717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28" name="Google Shape;628;p40"/>
                  <p:cNvSpPr/>
                  <p:nvPr/>
                </p:nvSpPr>
                <p:spPr>
                  <a:xfrm>
                    <a:off x="11393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29" name="Google Shape;629;p40"/>
                  <p:cNvSpPr/>
                  <p:nvPr/>
                </p:nvSpPr>
                <p:spPr>
                  <a:xfrm>
                    <a:off x="12068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30" name="Google Shape;630;p40"/>
                  <p:cNvSpPr/>
                  <p:nvPr/>
                </p:nvSpPr>
                <p:spPr>
                  <a:xfrm>
                    <a:off x="12744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31" name="Google Shape;631;p40"/>
                  <p:cNvSpPr/>
                  <p:nvPr/>
                </p:nvSpPr>
                <p:spPr>
                  <a:xfrm>
                    <a:off x="13420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32" name="Google Shape;632;p40"/>
                  <p:cNvSpPr/>
                  <p:nvPr/>
                </p:nvSpPr>
                <p:spPr>
                  <a:xfrm>
                    <a:off x="14096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33" name="Google Shape;633;p40"/>
                  <p:cNvSpPr/>
                  <p:nvPr/>
                </p:nvSpPr>
                <p:spPr>
                  <a:xfrm>
                    <a:off x="14771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34" name="Google Shape;634;p40"/>
                  <p:cNvSpPr/>
                  <p:nvPr/>
                </p:nvSpPr>
                <p:spPr>
                  <a:xfrm>
                    <a:off x="15447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35" name="Google Shape;635;p40"/>
                  <p:cNvSpPr/>
                  <p:nvPr/>
                </p:nvSpPr>
                <p:spPr>
                  <a:xfrm>
                    <a:off x="16123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36" name="Google Shape;636;p40"/>
                  <p:cNvSpPr/>
                  <p:nvPr/>
                </p:nvSpPr>
                <p:spPr>
                  <a:xfrm>
                    <a:off x="16799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37" name="Google Shape;637;p40"/>
                  <p:cNvSpPr/>
                  <p:nvPr/>
                </p:nvSpPr>
                <p:spPr>
                  <a:xfrm>
                    <a:off x="17474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38" name="Google Shape;638;p40"/>
                  <p:cNvSpPr/>
                  <p:nvPr/>
                </p:nvSpPr>
                <p:spPr>
                  <a:xfrm>
                    <a:off x="18150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39" name="Google Shape;639;p40"/>
                  <p:cNvSpPr/>
                  <p:nvPr/>
                </p:nvSpPr>
                <p:spPr>
                  <a:xfrm>
                    <a:off x="18826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40" name="Google Shape;640;p40"/>
                  <p:cNvSpPr/>
                  <p:nvPr/>
                </p:nvSpPr>
                <p:spPr>
                  <a:xfrm>
                    <a:off x="19502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41" name="Google Shape;641;p40"/>
                  <p:cNvSpPr/>
                  <p:nvPr/>
                </p:nvSpPr>
                <p:spPr>
                  <a:xfrm>
                    <a:off x="20177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42" name="Google Shape;642;p40"/>
                  <p:cNvSpPr/>
                  <p:nvPr/>
                </p:nvSpPr>
                <p:spPr>
                  <a:xfrm>
                    <a:off x="20853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43" name="Google Shape;643;p40"/>
                  <p:cNvSpPr/>
                  <p:nvPr/>
                </p:nvSpPr>
                <p:spPr>
                  <a:xfrm>
                    <a:off x="21529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44" name="Google Shape;644;p40"/>
                  <p:cNvSpPr/>
                  <p:nvPr/>
                </p:nvSpPr>
                <p:spPr>
                  <a:xfrm>
                    <a:off x="22205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45" name="Google Shape;645;p40"/>
                  <p:cNvSpPr/>
                  <p:nvPr/>
                </p:nvSpPr>
                <p:spPr>
                  <a:xfrm>
                    <a:off x="22880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46" name="Google Shape;646;p40"/>
                  <p:cNvSpPr/>
                  <p:nvPr/>
                </p:nvSpPr>
                <p:spPr>
                  <a:xfrm>
                    <a:off x="23556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47" name="Google Shape;647;p40"/>
                  <p:cNvSpPr/>
                  <p:nvPr/>
                </p:nvSpPr>
                <p:spPr>
                  <a:xfrm>
                    <a:off x="24232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48" name="Google Shape;648;p40"/>
                  <p:cNvSpPr/>
                  <p:nvPr/>
                </p:nvSpPr>
                <p:spPr>
                  <a:xfrm>
                    <a:off x="24908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49" name="Google Shape;649;p40"/>
                  <p:cNvSpPr/>
                  <p:nvPr/>
                </p:nvSpPr>
                <p:spPr>
                  <a:xfrm>
                    <a:off x="25583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50" name="Google Shape;650;p40"/>
                  <p:cNvSpPr/>
                  <p:nvPr/>
                </p:nvSpPr>
                <p:spPr>
                  <a:xfrm>
                    <a:off x="26259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grpSp>
          </p:grpSp>
        </p:grpSp>
        <p:grpSp>
          <p:nvGrpSpPr>
            <p:cNvPr id="651" name="Google Shape;651;p40"/>
            <p:cNvGrpSpPr/>
            <p:nvPr/>
          </p:nvGrpSpPr>
          <p:grpSpPr>
            <a:xfrm>
              <a:off x="1359775" y="3698075"/>
              <a:ext cx="66749" cy="184126"/>
              <a:chOff x="1274300" y="3698075"/>
              <a:chExt cx="66749" cy="184126"/>
            </a:xfrm>
          </p:grpSpPr>
          <p:sp>
            <p:nvSpPr>
              <p:cNvPr id="652" name="Google Shape;652;p40"/>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653" name="Google Shape;653;p40"/>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nvGrpSpPr>
            <p:cNvPr id="654" name="Google Shape;654;p40"/>
            <p:cNvGrpSpPr/>
            <p:nvPr/>
          </p:nvGrpSpPr>
          <p:grpSpPr>
            <a:xfrm>
              <a:off x="1600275" y="3698075"/>
              <a:ext cx="66749" cy="184126"/>
              <a:chOff x="1274300" y="3698075"/>
              <a:chExt cx="66749" cy="184126"/>
            </a:xfrm>
          </p:grpSpPr>
          <p:sp>
            <p:nvSpPr>
              <p:cNvPr id="655" name="Google Shape;655;p40"/>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656" name="Google Shape;656;p40"/>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nvGrpSpPr>
            <p:cNvPr id="657" name="Google Shape;657;p40"/>
            <p:cNvGrpSpPr/>
            <p:nvPr/>
          </p:nvGrpSpPr>
          <p:grpSpPr>
            <a:xfrm>
              <a:off x="1840775" y="3698075"/>
              <a:ext cx="66749" cy="184126"/>
              <a:chOff x="1274300" y="3698075"/>
              <a:chExt cx="66749" cy="184126"/>
            </a:xfrm>
          </p:grpSpPr>
          <p:sp>
            <p:nvSpPr>
              <p:cNvPr id="658" name="Google Shape;658;p40"/>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659" name="Google Shape;659;p40"/>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nvGrpSpPr>
            <p:cNvPr id="660" name="Google Shape;660;p40"/>
            <p:cNvGrpSpPr/>
            <p:nvPr/>
          </p:nvGrpSpPr>
          <p:grpSpPr>
            <a:xfrm>
              <a:off x="2081275" y="3698075"/>
              <a:ext cx="66749" cy="184126"/>
              <a:chOff x="1274300" y="3698075"/>
              <a:chExt cx="66749" cy="184126"/>
            </a:xfrm>
          </p:grpSpPr>
          <p:sp>
            <p:nvSpPr>
              <p:cNvPr id="661" name="Google Shape;661;p40"/>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662" name="Google Shape;662;p40"/>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pic>
        <p:nvPicPr>
          <p:cNvPr id="7" name="Slide 1">
            <a:hlinkClick r:id="" action="ppaction://media"/>
            <a:extLst>
              <a:ext uri="{FF2B5EF4-FFF2-40B4-BE49-F238E27FC236}">
                <a16:creationId xmlns:a16="http://schemas.microsoft.com/office/drawing/2014/main" id="{2742B606-6394-62E0-05DF-C0C8CA473D5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466883" y="663521"/>
            <a:ext cx="406400" cy="4064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169"/>
    </mc:Choice>
    <mc:Fallback>
      <p:transition spd="slow" advTm="201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0169"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42"/>
          <p:cNvSpPr/>
          <p:nvPr/>
        </p:nvSpPr>
        <p:spPr>
          <a:xfrm flipH="1">
            <a:off x="950963" y="2015335"/>
            <a:ext cx="917067" cy="104867"/>
          </a:xfrm>
          <a:custGeom>
            <a:avLst/>
            <a:gdLst/>
            <a:ahLst/>
            <a:cxnLst/>
            <a:rect l="l" t="t" r="r" b="b"/>
            <a:pathLst>
              <a:path w="27512" h="1277" extrusionOk="0">
                <a:moveTo>
                  <a:pt x="17675" y="1"/>
                </a:moveTo>
                <a:cubicBezTo>
                  <a:pt x="17336" y="1"/>
                  <a:pt x="17018" y="52"/>
                  <a:pt x="16732" y="179"/>
                </a:cubicBezTo>
                <a:cubicBezTo>
                  <a:pt x="15906" y="528"/>
                  <a:pt x="13395" y="697"/>
                  <a:pt x="11870" y="697"/>
                </a:cubicBezTo>
                <a:cubicBezTo>
                  <a:pt x="11368" y="697"/>
                  <a:pt x="10974" y="679"/>
                  <a:pt x="10781" y="643"/>
                </a:cubicBezTo>
                <a:cubicBezTo>
                  <a:pt x="10159" y="572"/>
                  <a:pt x="9532" y="536"/>
                  <a:pt x="8908" y="536"/>
                </a:cubicBezTo>
                <a:cubicBezTo>
                  <a:pt x="8233" y="536"/>
                  <a:pt x="7561" y="578"/>
                  <a:pt x="6903" y="667"/>
                </a:cubicBezTo>
                <a:cubicBezTo>
                  <a:pt x="6714" y="696"/>
                  <a:pt x="6496" y="707"/>
                  <a:pt x="6259" y="707"/>
                </a:cubicBezTo>
                <a:cubicBezTo>
                  <a:pt x="5567" y="707"/>
                  <a:pt x="4713" y="615"/>
                  <a:pt x="3960" y="615"/>
                </a:cubicBezTo>
                <a:cubicBezTo>
                  <a:pt x="3669" y="615"/>
                  <a:pt x="3392" y="629"/>
                  <a:pt x="3147" y="667"/>
                </a:cubicBezTo>
                <a:cubicBezTo>
                  <a:pt x="2049" y="813"/>
                  <a:pt x="0" y="1277"/>
                  <a:pt x="0" y="1277"/>
                </a:cubicBezTo>
                <a:lnTo>
                  <a:pt x="27512" y="1277"/>
                </a:lnTo>
                <a:cubicBezTo>
                  <a:pt x="27512" y="1277"/>
                  <a:pt x="22195" y="960"/>
                  <a:pt x="20780" y="643"/>
                </a:cubicBezTo>
                <a:cubicBezTo>
                  <a:pt x="19753" y="408"/>
                  <a:pt x="18633" y="1"/>
                  <a:pt x="17675" y="1"/>
                </a:cubicBez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674" name="Google Shape;674;p42"/>
          <p:cNvSpPr/>
          <p:nvPr/>
        </p:nvSpPr>
        <p:spPr>
          <a:xfrm flipH="1">
            <a:off x="950963" y="3965607"/>
            <a:ext cx="917067" cy="104867"/>
          </a:xfrm>
          <a:custGeom>
            <a:avLst/>
            <a:gdLst/>
            <a:ahLst/>
            <a:cxnLst/>
            <a:rect l="l" t="t" r="r" b="b"/>
            <a:pathLst>
              <a:path w="27512" h="1277" extrusionOk="0">
                <a:moveTo>
                  <a:pt x="17675" y="1"/>
                </a:moveTo>
                <a:cubicBezTo>
                  <a:pt x="17336" y="1"/>
                  <a:pt x="17018" y="52"/>
                  <a:pt x="16732" y="179"/>
                </a:cubicBezTo>
                <a:cubicBezTo>
                  <a:pt x="15906" y="528"/>
                  <a:pt x="13395" y="697"/>
                  <a:pt x="11870" y="697"/>
                </a:cubicBezTo>
                <a:cubicBezTo>
                  <a:pt x="11368" y="697"/>
                  <a:pt x="10974" y="679"/>
                  <a:pt x="10781" y="643"/>
                </a:cubicBezTo>
                <a:cubicBezTo>
                  <a:pt x="10159" y="572"/>
                  <a:pt x="9532" y="536"/>
                  <a:pt x="8908" y="536"/>
                </a:cubicBezTo>
                <a:cubicBezTo>
                  <a:pt x="8233" y="536"/>
                  <a:pt x="7561" y="578"/>
                  <a:pt x="6903" y="667"/>
                </a:cubicBezTo>
                <a:cubicBezTo>
                  <a:pt x="6714" y="696"/>
                  <a:pt x="6496" y="707"/>
                  <a:pt x="6259" y="707"/>
                </a:cubicBezTo>
                <a:cubicBezTo>
                  <a:pt x="5567" y="707"/>
                  <a:pt x="4713" y="615"/>
                  <a:pt x="3960" y="615"/>
                </a:cubicBezTo>
                <a:cubicBezTo>
                  <a:pt x="3669" y="615"/>
                  <a:pt x="3392" y="629"/>
                  <a:pt x="3147" y="667"/>
                </a:cubicBezTo>
                <a:cubicBezTo>
                  <a:pt x="2049" y="813"/>
                  <a:pt x="0" y="1277"/>
                  <a:pt x="0" y="1277"/>
                </a:cubicBezTo>
                <a:lnTo>
                  <a:pt x="27512" y="1277"/>
                </a:lnTo>
                <a:cubicBezTo>
                  <a:pt x="27512" y="1277"/>
                  <a:pt x="22195" y="960"/>
                  <a:pt x="20780" y="643"/>
                </a:cubicBezTo>
                <a:cubicBezTo>
                  <a:pt x="19753" y="408"/>
                  <a:pt x="18633" y="1"/>
                  <a:pt x="17675" y="1"/>
                </a:cubicBez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675" name="Google Shape;675;p42"/>
          <p:cNvSpPr/>
          <p:nvPr/>
        </p:nvSpPr>
        <p:spPr>
          <a:xfrm flipH="1">
            <a:off x="4916280" y="2015335"/>
            <a:ext cx="917067" cy="104867"/>
          </a:xfrm>
          <a:custGeom>
            <a:avLst/>
            <a:gdLst/>
            <a:ahLst/>
            <a:cxnLst/>
            <a:rect l="l" t="t" r="r" b="b"/>
            <a:pathLst>
              <a:path w="27512" h="1277" extrusionOk="0">
                <a:moveTo>
                  <a:pt x="17675" y="1"/>
                </a:moveTo>
                <a:cubicBezTo>
                  <a:pt x="17336" y="1"/>
                  <a:pt x="17018" y="52"/>
                  <a:pt x="16732" y="179"/>
                </a:cubicBezTo>
                <a:cubicBezTo>
                  <a:pt x="15906" y="528"/>
                  <a:pt x="13395" y="697"/>
                  <a:pt x="11870" y="697"/>
                </a:cubicBezTo>
                <a:cubicBezTo>
                  <a:pt x="11368" y="697"/>
                  <a:pt x="10974" y="679"/>
                  <a:pt x="10781" y="643"/>
                </a:cubicBezTo>
                <a:cubicBezTo>
                  <a:pt x="10159" y="572"/>
                  <a:pt x="9532" y="536"/>
                  <a:pt x="8908" y="536"/>
                </a:cubicBezTo>
                <a:cubicBezTo>
                  <a:pt x="8233" y="536"/>
                  <a:pt x="7561" y="578"/>
                  <a:pt x="6903" y="667"/>
                </a:cubicBezTo>
                <a:cubicBezTo>
                  <a:pt x="6714" y="696"/>
                  <a:pt x="6496" y="707"/>
                  <a:pt x="6259" y="707"/>
                </a:cubicBezTo>
                <a:cubicBezTo>
                  <a:pt x="5567" y="707"/>
                  <a:pt x="4713" y="615"/>
                  <a:pt x="3960" y="615"/>
                </a:cubicBezTo>
                <a:cubicBezTo>
                  <a:pt x="3669" y="615"/>
                  <a:pt x="3392" y="629"/>
                  <a:pt x="3147" y="667"/>
                </a:cubicBezTo>
                <a:cubicBezTo>
                  <a:pt x="2049" y="813"/>
                  <a:pt x="0" y="1277"/>
                  <a:pt x="0" y="1277"/>
                </a:cubicBezTo>
                <a:lnTo>
                  <a:pt x="27512" y="1277"/>
                </a:lnTo>
                <a:cubicBezTo>
                  <a:pt x="27512" y="1277"/>
                  <a:pt x="22195" y="960"/>
                  <a:pt x="20780" y="643"/>
                </a:cubicBezTo>
                <a:cubicBezTo>
                  <a:pt x="19753" y="408"/>
                  <a:pt x="18633" y="1"/>
                  <a:pt x="17675" y="1"/>
                </a:cubicBez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676" name="Google Shape;676;p42"/>
          <p:cNvSpPr/>
          <p:nvPr/>
        </p:nvSpPr>
        <p:spPr>
          <a:xfrm flipH="1">
            <a:off x="5017029" y="4294468"/>
            <a:ext cx="917067" cy="104867"/>
          </a:xfrm>
          <a:custGeom>
            <a:avLst/>
            <a:gdLst/>
            <a:ahLst/>
            <a:cxnLst/>
            <a:rect l="l" t="t" r="r" b="b"/>
            <a:pathLst>
              <a:path w="27512" h="1277" extrusionOk="0">
                <a:moveTo>
                  <a:pt x="17675" y="1"/>
                </a:moveTo>
                <a:cubicBezTo>
                  <a:pt x="17336" y="1"/>
                  <a:pt x="17018" y="52"/>
                  <a:pt x="16732" y="179"/>
                </a:cubicBezTo>
                <a:cubicBezTo>
                  <a:pt x="15906" y="528"/>
                  <a:pt x="13395" y="697"/>
                  <a:pt x="11870" y="697"/>
                </a:cubicBezTo>
                <a:cubicBezTo>
                  <a:pt x="11368" y="697"/>
                  <a:pt x="10974" y="679"/>
                  <a:pt x="10781" y="643"/>
                </a:cubicBezTo>
                <a:cubicBezTo>
                  <a:pt x="10159" y="572"/>
                  <a:pt x="9532" y="536"/>
                  <a:pt x="8908" y="536"/>
                </a:cubicBezTo>
                <a:cubicBezTo>
                  <a:pt x="8233" y="536"/>
                  <a:pt x="7561" y="578"/>
                  <a:pt x="6903" y="667"/>
                </a:cubicBezTo>
                <a:cubicBezTo>
                  <a:pt x="6714" y="696"/>
                  <a:pt x="6496" y="707"/>
                  <a:pt x="6259" y="707"/>
                </a:cubicBezTo>
                <a:cubicBezTo>
                  <a:pt x="5567" y="707"/>
                  <a:pt x="4713" y="615"/>
                  <a:pt x="3960" y="615"/>
                </a:cubicBezTo>
                <a:cubicBezTo>
                  <a:pt x="3669" y="615"/>
                  <a:pt x="3392" y="629"/>
                  <a:pt x="3147" y="667"/>
                </a:cubicBezTo>
                <a:cubicBezTo>
                  <a:pt x="2049" y="813"/>
                  <a:pt x="0" y="1277"/>
                  <a:pt x="0" y="1277"/>
                </a:cubicBezTo>
                <a:lnTo>
                  <a:pt x="27512" y="1277"/>
                </a:lnTo>
                <a:cubicBezTo>
                  <a:pt x="27512" y="1277"/>
                  <a:pt x="22195" y="960"/>
                  <a:pt x="20780" y="643"/>
                </a:cubicBezTo>
                <a:cubicBezTo>
                  <a:pt x="19753" y="408"/>
                  <a:pt x="18633" y="1"/>
                  <a:pt x="17675" y="1"/>
                </a:cubicBez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677" name="Google Shape;677;p42"/>
          <p:cNvSpPr txBox="1">
            <a:spLocks noGrp="1"/>
          </p:cNvSpPr>
          <p:nvPr>
            <p:ph type="title" idx="15"/>
          </p:nvPr>
        </p:nvSpPr>
        <p:spPr>
          <a:xfrm>
            <a:off x="703366" y="692479"/>
            <a:ext cx="8062134" cy="571600"/>
          </a:xfrm>
          <a:prstGeom prst="rect">
            <a:avLst/>
          </a:prstGeom>
        </p:spPr>
        <p:txBody>
          <a:bodyPr spcFirstLastPara="1" wrap="square" lIns="121900" tIns="121900" rIns="121900" bIns="121900" anchor="ctr" anchorCtr="0">
            <a:noAutofit/>
          </a:bodyPr>
          <a:lstStyle/>
          <a:p>
            <a:pPr>
              <a:buClr>
                <a:schemeClr val="dk1"/>
              </a:buClr>
              <a:buSzPts val="1100"/>
            </a:pPr>
            <a:r>
              <a:rPr lang="en"/>
              <a:t>— </a:t>
            </a:r>
            <a:r>
              <a:rPr lang="en-US"/>
              <a:t>Introduction &amp; Problem Statement</a:t>
            </a:r>
            <a:r>
              <a:rPr lang="en"/>
              <a:t>—</a:t>
            </a:r>
            <a:endParaRPr/>
          </a:p>
        </p:txBody>
      </p:sp>
      <p:sp>
        <p:nvSpPr>
          <p:cNvPr id="678" name="Google Shape;678;p42"/>
          <p:cNvSpPr txBox="1">
            <a:spLocks noGrp="1"/>
          </p:cNvSpPr>
          <p:nvPr>
            <p:ph type="subTitle" idx="1"/>
          </p:nvPr>
        </p:nvSpPr>
        <p:spPr>
          <a:xfrm>
            <a:off x="1137817" y="2871458"/>
            <a:ext cx="3119600" cy="1017134"/>
          </a:xfrm>
          <a:prstGeom prst="rect">
            <a:avLst/>
          </a:prstGeom>
        </p:spPr>
        <p:txBody>
          <a:bodyPr spcFirstLastPara="1" wrap="square" lIns="121900" tIns="121900" rIns="121900" bIns="121900" anchor="ctr" anchorCtr="0">
            <a:noAutofit/>
          </a:bodyPr>
          <a:lstStyle/>
          <a:p>
            <a:pPr marL="0" indent="0">
              <a:spcAft>
                <a:spcPts val="1600"/>
              </a:spcAft>
            </a:pPr>
            <a:r>
              <a:rPr lang="en"/>
              <a:t>April 15, 1912: The “unsinkable” RMS Titanic sinks in the Atlantic</a:t>
            </a:r>
            <a:endParaRPr/>
          </a:p>
        </p:txBody>
      </p:sp>
      <p:sp>
        <p:nvSpPr>
          <p:cNvPr id="680" name="Google Shape;680;p42"/>
          <p:cNvSpPr txBox="1">
            <a:spLocks noGrp="1"/>
          </p:cNvSpPr>
          <p:nvPr>
            <p:ph type="title" idx="2"/>
          </p:nvPr>
        </p:nvSpPr>
        <p:spPr>
          <a:xfrm>
            <a:off x="1137833" y="2263367"/>
            <a:ext cx="3561600" cy="571600"/>
          </a:xfrm>
          <a:prstGeom prst="rect">
            <a:avLst/>
          </a:prstGeom>
        </p:spPr>
        <p:txBody>
          <a:bodyPr spcFirstLastPara="1" wrap="square" lIns="121900" tIns="121900" rIns="121900" bIns="121900" anchor="ctr" anchorCtr="0">
            <a:noAutofit/>
          </a:bodyPr>
          <a:lstStyle/>
          <a:p>
            <a:r>
              <a:rPr lang="en"/>
              <a:t>The Event</a:t>
            </a:r>
            <a:endParaRPr/>
          </a:p>
        </p:txBody>
      </p:sp>
      <p:sp>
        <p:nvSpPr>
          <p:cNvPr id="682" name="Google Shape;682;p42"/>
          <p:cNvSpPr txBox="1">
            <a:spLocks noGrp="1"/>
          </p:cNvSpPr>
          <p:nvPr>
            <p:ph type="title" idx="4"/>
          </p:nvPr>
        </p:nvSpPr>
        <p:spPr>
          <a:xfrm>
            <a:off x="5146500" y="2193648"/>
            <a:ext cx="3561600" cy="571600"/>
          </a:xfrm>
          <a:prstGeom prst="rect">
            <a:avLst/>
          </a:prstGeom>
        </p:spPr>
        <p:txBody>
          <a:bodyPr spcFirstLastPara="1" wrap="square" lIns="121900" tIns="121900" rIns="121900" bIns="121900" anchor="ctr" anchorCtr="0">
            <a:noAutofit/>
          </a:bodyPr>
          <a:lstStyle/>
          <a:p>
            <a:r>
              <a:rPr lang="en-US"/>
              <a:t>The Challenge:</a:t>
            </a:r>
            <a:endParaRPr/>
          </a:p>
        </p:txBody>
      </p:sp>
      <p:sp>
        <p:nvSpPr>
          <p:cNvPr id="683" name="Google Shape;683;p42"/>
          <p:cNvSpPr txBox="1">
            <a:spLocks noGrp="1"/>
          </p:cNvSpPr>
          <p:nvPr>
            <p:ph type="subTitle" idx="5"/>
          </p:nvPr>
        </p:nvSpPr>
        <p:spPr>
          <a:xfrm>
            <a:off x="5124025" y="2885159"/>
            <a:ext cx="4085133" cy="1080448"/>
          </a:xfrm>
          <a:prstGeom prst="rect">
            <a:avLst/>
          </a:prstGeom>
        </p:spPr>
        <p:txBody>
          <a:bodyPr spcFirstLastPara="1" wrap="square" lIns="121900" tIns="121900" rIns="121900" bIns="121900" anchor="ctr" anchorCtr="0">
            <a:noAutofit/>
          </a:bodyPr>
          <a:lstStyle/>
          <a:p>
            <a:pPr marL="0" indent="0">
              <a:spcAft>
                <a:spcPts val="1600"/>
              </a:spcAft>
              <a:buClr>
                <a:schemeClr val="dk1"/>
              </a:buClr>
              <a:buSzPts val="1100"/>
            </a:pPr>
            <a:r>
              <a:rPr lang="en-US" sz="1800"/>
              <a:t>Maritime rule dictated "women and children first.“</a:t>
            </a:r>
          </a:p>
          <a:p>
            <a:pPr marL="0" indent="0">
              <a:spcAft>
                <a:spcPts val="1600"/>
              </a:spcAft>
              <a:buClr>
                <a:schemeClr val="dk1"/>
              </a:buClr>
              <a:buSzPts val="1100"/>
            </a:pPr>
            <a:r>
              <a:rPr lang="en-US" sz="1800"/>
              <a:t>Social class and interpretation of rules varied survival rates.</a:t>
            </a:r>
            <a:endParaRPr sz="1800"/>
          </a:p>
        </p:txBody>
      </p:sp>
      <p:sp>
        <p:nvSpPr>
          <p:cNvPr id="685" name="Google Shape;685;p42"/>
          <p:cNvSpPr txBox="1">
            <a:spLocks noGrp="1"/>
          </p:cNvSpPr>
          <p:nvPr>
            <p:ph type="title" idx="7"/>
          </p:nvPr>
        </p:nvSpPr>
        <p:spPr>
          <a:xfrm>
            <a:off x="1137833" y="4186939"/>
            <a:ext cx="3561600" cy="571600"/>
          </a:xfrm>
          <a:prstGeom prst="rect">
            <a:avLst/>
          </a:prstGeom>
        </p:spPr>
        <p:txBody>
          <a:bodyPr spcFirstLastPara="1" wrap="square" lIns="121900" tIns="121900" rIns="121900" bIns="121900" anchor="ctr" anchorCtr="0">
            <a:noAutofit/>
          </a:bodyPr>
          <a:lstStyle/>
          <a:p>
            <a:pPr>
              <a:buClr>
                <a:schemeClr val="dk1"/>
              </a:buClr>
              <a:buSzPts val="1100"/>
            </a:pPr>
            <a:r>
              <a:rPr lang="en"/>
              <a:t>The Tragedy</a:t>
            </a:r>
            <a:endParaRPr/>
          </a:p>
        </p:txBody>
      </p:sp>
      <p:sp>
        <p:nvSpPr>
          <p:cNvPr id="686" name="Google Shape;686;p42"/>
          <p:cNvSpPr txBox="1">
            <a:spLocks noGrp="1"/>
          </p:cNvSpPr>
          <p:nvPr>
            <p:ph type="subTitle" idx="8"/>
          </p:nvPr>
        </p:nvSpPr>
        <p:spPr>
          <a:xfrm>
            <a:off x="1188193" y="4680373"/>
            <a:ext cx="3119600" cy="1981684"/>
          </a:xfrm>
          <a:prstGeom prst="rect">
            <a:avLst/>
          </a:prstGeom>
        </p:spPr>
        <p:txBody>
          <a:bodyPr spcFirstLastPara="1" wrap="square" lIns="121900" tIns="121900" rIns="121900" bIns="121900" anchor="ctr" anchorCtr="0">
            <a:noAutofit/>
          </a:bodyPr>
          <a:lstStyle/>
          <a:p>
            <a:pPr marL="0" indent="0">
              <a:spcAft>
                <a:spcPts val="1600"/>
              </a:spcAft>
              <a:buClr>
                <a:schemeClr val="dk1"/>
              </a:buClr>
              <a:buSzPts val="1100"/>
            </a:pPr>
            <a:r>
              <a:rPr lang="en-US"/>
              <a:t>Only enough lifeboats for a fraction of passengers.</a:t>
            </a:r>
          </a:p>
          <a:p>
            <a:pPr marL="0" indent="0">
              <a:spcAft>
                <a:spcPts val="1600"/>
              </a:spcAft>
              <a:buClr>
                <a:schemeClr val="dk1"/>
              </a:buClr>
              <a:buSzPts val="1100"/>
            </a:pPr>
            <a:r>
              <a:rPr lang="en-US"/>
              <a:t>1,502 deaths out of 2,224 passengers/crew.</a:t>
            </a:r>
            <a:endParaRPr/>
          </a:p>
        </p:txBody>
      </p:sp>
      <p:sp>
        <p:nvSpPr>
          <p:cNvPr id="688" name="Google Shape;688;p42"/>
          <p:cNvSpPr txBox="1">
            <a:spLocks noGrp="1"/>
          </p:cNvSpPr>
          <p:nvPr>
            <p:ph type="title" idx="13"/>
          </p:nvPr>
        </p:nvSpPr>
        <p:spPr>
          <a:xfrm>
            <a:off x="5203900" y="4515800"/>
            <a:ext cx="3561600" cy="571600"/>
          </a:xfrm>
          <a:prstGeom prst="rect">
            <a:avLst/>
          </a:prstGeom>
        </p:spPr>
        <p:txBody>
          <a:bodyPr spcFirstLastPara="1" wrap="square" lIns="121900" tIns="121900" rIns="121900" bIns="121900" anchor="ctr" anchorCtr="0">
            <a:noAutofit/>
          </a:bodyPr>
          <a:lstStyle/>
          <a:p>
            <a:r>
              <a:rPr lang="en-US"/>
              <a:t>Project Goal:</a:t>
            </a:r>
            <a:endParaRPr/>
          </a:p>
        </p:txBody>
      </p:sp>
      <p:sp>
        <p:nvSpPr>
          <p:cNvPr id="689" name="Google Shape;689;p42"/>
          <p:cNvSpPr txBox="1">
            <a:spLocks noGrp="1"/>
          </p:cNvSpPr>
          <p:nvPr>
            <p:ph type="subTitle" idx="14"/>
          </p:nvPr>
        </p:nvSpPr>
        <p:spPr>
          <a:xfrm>
            <a:off x="5203884" y="4949527"/>
            <a:ext cx="4005274" cy="1801733"/>
          </a:xfrm>
          <a:prstGeom prst="rect">
            <a:avLst/>
          </a:prstGeom>
        </p:spPr>
        <p:txBody>
          <a:bodyPr spcFirstLastPara="1" wrap="square" lIns="121900" tIns="121900" rIns="121900" bIns="121900" anchor="ctr" anchorCtr="0">
            <a:noAutofit/>
          </a:bodyPr>
          <a:lstStyle/>
          <a:p>
            <a:pPr marL="0" indent="0">
              <a:spcAft>
                <a:spcPts val="1600"/>
              </a:spcAft>
              <a:buClr>
                <a:schemeClr val="dk1"/>
              </a:buClr>
              <a:buSzPts val="1100"/>
            </a:pPr>
            <a:r>
              <a:rPr lang="en-US" sz="1800"/>
              <a:t>Build and evaluate a machine learning model to predict passenger survival based on specific variables (Class, Sex, Age, etc.).</a:t>
            </a:r>
            <a:endParaRPr sz="1800"/>
          </a:p>
        </p:txBody>
      </p:sp>
      <p:sp>
        <p:nvSpPr>
          <p:cNvPr id="690" name="Google Shape;690;p42"/>
          <p:cNvSpPr/>
          <p:nvPr/>
        </p:nvSpPr>
        <p:spPr>
          <a:xfrm>
            <a:off x="-2" y="362034"/>
            <a:ext cx="2661044" cy="233444"/>
          </a:xfrm>
          <a:custGeom>
            <a:avLst/>
            <a:gdLst/>
            <a:ahLst/>
            <a:cxnLst/>
            <a:rect l="l" t="t" r="r" b="b"/>
            <a:pathLst>
              <a:path w="45049" h="3952" extrusionOk="0">
                <a:moveTo>
                  <a:pt x="0" y="1"/>
                </a:moveTo>
                <a:lnTo>
                  <a:pt x="0" y="3952"/>
                </a:lnTo>
                <a:cubicBezTo>
                  <a:pt x="1610" y="3513"/>
                  <a:pt x="3220" y="3196"/>
                  <a:pt x="4854" y="3025"/>
                </a:cubicBezTo>
                <a:cubicBezTo>
                  <a:pt x="6659" y="2830"/>
                  <a:pt x="8482" y="2787"/>
                  <a:pt x="10308" y="2787"/>
                </a:cubicBezTo>
                <a:cubicBezTo>
                  <a:pt x="11728" y="2787"/>
                  <a:pt x="13151" y="2813"/>
                  <a:pt x="14567" y="2813"/>
                </a:cubicBezTo>
                <a:cubicBezTo>
                  <a:pt x="14972" y="2813"/>
                  <a:pt x="15377" y="2811"/>
                  <a:pt x="15780" y="2806"/>
                </a:cubicBezTo>
                <a:cubicBezTo>
                  <a:pt x="25609" y="2659"/>
                  <a:pt x="35268" y="586"/>
                  <a:pt x="45048" y="50"/>
                </a:cubicBezTo>
                <a:lnTo>
                  <a:pt x="45048" y="50"/>
                </a:lnTo>
                <a:cubicBezTo>
                  <a:pt x="41999" y="123"/>
                  <a:pt x="38926" y="172"/>
                  <a:pt x="35853" y="245"/>
                </a:cubicBezTo>
                <a:cubicBezTo>
                  <a:pt x="28195" y="391"/>
                  <a:pt x="20561" y="513"/>
                  <a:pt x="12902" y="635"/>
                </a:cubicBezTo>
                <a:cubicBezTo>
                  <a:pt x="11554" y="654"/>
                  <a:pt x="10201" y="673"/>
                  <a:pt x="8849" y="673"/>
                </a:cubicBezTo>
                <a:cubicBezTo>
                  <a:pt x="6754" y="673"/>
                  <a:pt x="4661" y="627"/>
                  <a:pt x="2586" y="464"/>
                </a:cubicBezTo>
                <a:cubicBezTo>
                  <a:pt x="1708" y="391"/>
                  <a:pt x="854" y="245"/>
                  <a:pt x="0" y="1"/>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91" name="Google Shape;691;p42"/>
          <p:cNvSpPr/>
          <p:nvPr/>
        </p:nvSpPr>
        <p:spPr>
          <a:xfrm flipH="1">
            <a:off x="8185312" y="5629468"/>
            <a:ext cx="4006689" cy="1228520"/>
          </a:xfrm>
          <a:custGeom>
            <a:avLst/>
            <a:gdLst/>
            <a:ahLst/>
            <a:cxnLst/>
            <a:rect l="l" t="t" r="r" b="b"/>
            <a:pathLst>
              <a:path w="52439" h="16078" extrusionOk="0">
                <a:moveTo>
                  <a:pt x="9459" y="1"/>
                </a:moveTo>
                <a:cubicBezTo>
                  <a:pt x="6308" y="1"/>
                  <a:pt x="3158" y="68"/>
                  <a:pt x="0" y="200"/>
                </a:cubicBezTo>
                <a:lnTo>
                  <a:pt x="0" y="16078"/>
                </a:lnTo>
                <a:lnTo>
                  <a:pt x="2342" y="15736"/>
                </a:lnTo>
                <a:cubicBezTo>
                  <a:pt x="2951" y="15639"/>
                  <a:pt x="3634" y="15517"/>
                  <a:pt x="4000" y="15127"/>
                </a:cubicBezTo>
                <a:cubicBezTo>
                  <a:pt x="4439" y="14639"/>
                  <a:pt x="4244" y="13956"/>
                  <a:pt x="4537" y="13419"/>
                </a:cubicBezTo>
                <a:cubicBezTo>
                  <a:pt x="4961" y="12624"/>
                  <a:pt x="6114" y="12431"/>
                  <a:pt x="7292" y="12431"/>
                </a:cubicBezTo>
                <a:cubicBezTo>
                  <a:pt x="7741" y="12431"/>
                  <a:pt x="8193" y="12459"/>
                  <a:pt x="8610" y="12492"/>
                </a:cubicBezTo>
                <a:cubicBezTo>
                  <a:pt x="9150" y="12528"/>
                  <a:pt x="9691" y="12546"/>
                  <a:pt x="10231" y="12546"/>
                </a:cubicBezTo>
                <a:cubicBezTo>
                  <a:pt x="13350" y="12546"/>
                  <a:pt x="16452" y="11949"/>
                  <a:pt x="19341" y="10785"/>
                </a:cubicBezTo>
                <a:cubicBezTo>
                  <a:pt x="14219" y="10566"/>
                  <a:pt x="9146" y="9956"/>
                  <a:pt x="4122" y="8956"/>
                </a:cubicBezTo>
                <a:lnTo>
                  <a:pt x="6024" y="8249"/>
                </a:lnTo>
                <a:cubicBezTo>
                  <a:pt x="6024" y="7005"/>
                  <a:pt x="7293" y="5932"/>
                  <a:pt x="8781" y="5493"/>
                </a:cubicBezTo>
                <a:cubicBezTo>
                  <a:pt x="10127" y="5073"/>
                  <a:pt x="11612" y="5053"/>
                  <a:pt x="13057" y="5053"/>
                </a:cubicBezTo>
                <a:cubicBezTo>
                  <a:pt x="13210" y="5053"/>
                  <a:pt x="13361" y="5054"/>
                  <a:pt x="13512" y="5054"/>
                </a:cubicBezTo>
                <a:cubicBezTo>
                  <a:pt x="13989" y="5056"/>
                  <a:pt x="14465" y="5058"/>
                  <a:pt x="14942" y="5058"/>
                </a:cubicBezTo>
                <a:cubicBezTo>
                  <a:pt x="27489" y="5058"/>
                  <a:pt x="40032" y="4129"/>
                  <a:pt x="52438" y="2273"/>
                </a:cubicBezTo>
                <a:lnTo>
                  <a:pt x="52438" y="2273"/>
                </a:lnTo>
                <a:lnTo>
                  <a:pt x="33878" y="2395"/>
                </a:lnTo>
                <a:lnTo>
                  <a:pt x="27122" y="2444"/>
                </a:lnTo>
                <a:cubicBezTo>
                  <a:pt x="24756" y="2468"/>
                  <a:pt x="22366" y="2468"/>
                  <a:pt x="19975" y="2468"/>
                </a:cubicBezTo>
                <a:cubicBezTo>
                  <a:pt x="14171" y="2468"/>
                  <a:pt x="8342" y="2371"/>
                  <a:pt x="2537" y="2200"/>
                </a:cubicBezTo>
                <a:cubicBezTo>
                  <a:pt x="7333" y="857"/>
                  <a:pt x="12295" y="151"/>
                  <a:pt x="17283" y="151"/>
                </a:cubicBezTo>
                <a:cubicBezTo>
                  <a:pt x="17367" y="151"/>
                  <a:pt x="17452" y="151"/>
                  <a:pt x="17536" y="151"/>
                </a:cubicBezTo>
                <a:cubicBezTo>
                  <a:pt x="14840" y="50"/>
                  <a:pt x="12149" y="1"/>
                  <a:pt x="9459" y="1"/>
                </a:cubicBezTo>
                <a:close/>
              </a:path>
            </a:pathLst>
          </a:custGeom>
          <a:solidFill>
            <a:schemeClr val="accent1"/>
          </a:solidFill>
          <a:ln>
            <a:noFill/>
          </a:ln>
        </p:spPr>
        <p:txBody>
          <a:bodyPr spcFirstLastPara="1" wrap="square" lIns="121900" tIns="121900" rIns="121900" bIns="121900" anchor="ctr" anchorCtr="0">
            <a:noAutofit/>
          </a:bodyPr>
          <a:lstStyle/>
          <a:p>
            <a:endParaRPr sz="1867"/>
          </a:p>
        </p:txBody>
      </p:sp>
      <p:grpSp>
        <p:nvGrpSpPr>
          <p:cNvPr id="692" name="Google Shape;692;p42"/>
          <p:cNvGrpSpPr/>
          <p:nvPr/>
        </p:nvGrpSpPr>
        <p:grpSpPr>
          <a:xfrm>
            <a:off x="9169200" y="948633"/>
            <a:ext cx="5375467" cy="5948800"/>
            <a:chOff x="7102550" y="711475"/>
            <a:chExt cx="4031600" cy="4461600"/>
          </a:xfrm>
        </p:grpSpPr>
        <p:sp>
          <p:nvSpPr>
            <p:cNvPr id="693" name="Google Shape;693;p42"/>
            <p:cNvSpPr/>
            <p:nvPr/>
          </p:nvSpPr>
          <p:spPr>
            <a:xfrm>
              <a:off x="9055150" y="711475"/>
              <a:ext cx="103200" cy="410125"/>
            </a:xfrm>
            <a:custGeom>
              <a:avLst/>
              <a:gdLst/>
              <a:ahLst/>
              <a:cxnLst/>
              <a:rect l="l" t="t" r="r" b="b"/>
              <a:pathLst>
                <a:path w="4128" h="16405" extrusionOk="0">
                  <a:moveTo>
                    <a:pt x="2064" y="0"/>
                  </a:moveTo>
                  <a:cubicBezTo>
                    <a:pt x="929" y="0"/>
                    <a:pt x="0" y="929"/>
                    <a:pt x="0" y="2064"/>
                  </a:cubicBezTo>
                  <a:lnTo>
                    <a:pt x="0" y="14445"/>
                  </a:lnTo>
                  <a:cubicBezTo>
                    <a:pt x="0" y="15476"/>
                    <a:pt x="929" y="16405"/>
                    <a:pt x="2064" y="16405"/>
                  </a:cubicBezTo>
                  <a:cubicBezTo>
                    <a:pt x="3198" y="16405"/>
                    <a:pt x="4127" y="15476"/>
                    <a:pt x="4127" y="14445"/>
                  </a:cubicBezTo>
                  <a:lnTo>
                    <a:pt x="4127" y="2064"/>
                  </a:lnTo>
                  <a:cubicBezTo>
                    <a:pt x="4127" y="929"/>
                    <a:pt x="3198" y="0"/>
                    <a:pt x="2064"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94" name="Google Shape;694;p42"/>
            <p:cNvSpPr/>
            <p:nvPr/>
          </p:nvSpPr>
          <p:spPr>
            <a:xfrm>
              <a:off x="8172975" y="1033450"/>
              <a:ext cx="1973275" cy="265700"/>
            </a:xfrm>
            <a:custGeom>
              <a:avLst/>
              <a:gdLst/>
              <a:ahLst/>
              <a:cxnLst/>
              <a:rect l="l" t="t" r="r" b="b"/>
              <a:pathLst>
                <a:path w="78931" h="10628" extrusionOk="0">
                  <a:moveTo>
                    <a:pt x="9390" y="0"/>
                  </a:moveTo>
                  <a:cubicBezTo>
                    <a:pt x="5676" y="2477"/>
                    <a:pt x="2477" y="5675"/>
                    <a:pt x="1" y="9493"/>
                  </a:cubicBezTo>
                  <a:lnTo>
                    <a:pt x="10628" y="9596"/>
                  </a:lnTo>
                  <a:lnTo>
                    <a:pt x="10628" y="10628"/>
                  </a:lnTo>
                  <a:lnTo>
                    <a:pt x="39414" y="10112"/>
                  </a:lnTo>
                  <a:lnTo>
                    <a:pt x="68200" y="10628"/>
                  </a:lnTo>
                  <a:lnTo>
                    <a:pt x="68200" y="9596"/>
                  </a:lnTo>
                  <a:lnTo>
                    <a:pt x="78930" y="9493"/>
                  </a:lnTo>
                  <a:cubicBezTo>
                    <a:pt x="76454" y="5675"/>
                    <a:pt x="73152" y="2477"/>
                    <a:pt x="69438" y="0"/>
                  </a:cubicBez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695" name="Google Shape;695;p42"/>
            <p:cNvSpPr/>
            <p:nvPr/>
          </p:nvSpPr>
          <p:spPr>
            <a:xfrm>
              <a:off x="7437850" y="1241076"/>
              <a:ext cx="1808175" cy="808320"/>
            </a:xfrm>
            <a:custGeom>
              <a:avLst/>
              <a:gdLst/>
              <a:ahLst/>
              <a:cxnLst/>
              <a:rect l="l" t="t" r="r" b="b"/>
              <a:pathLst>
                <a:path w="72327" h="25485" extrusionOk="0">
                  <a:moveTo>
                    <a:pt x="11453" y="0"/>
                  </a:moveTo>
                  <a:lnTo>
                    <a:pt x="1" y="23008"/>
                  </a:lnTo>
                  <a:lnTo>
                    <a:pt x="72327" y="25485"/>
                  </a:lnTo>
                  <a:lnTo>
                    <a:pt x="72327" y="18159"/>
                  </a:lnTo>
                  <a:lnTo>
                    <a:pt x="72327" y="13207"/>
                  </a:lnTo>
                  <a:lnTo>
                    <a:pt x="72327" y="0"/>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96" name="Google Shape;696;p42"/>
            <p:cNvSpPr/>
            <p:nvPr/>
          </p:nvSpPr>
          <p:spPr>
            <a:xfrm>
              <a:off x="9039650" y="1241076"/>
              <a:ext cx="1810775" cy="808320"/>
            </a:xfrm>
            <a:custGeom>
              <a:avLst/>
              <a:gdLst/>
              <a:ahLst/>
              <a:cxnLst/>
              <a:rect l="l" t="t" r="r" b="b"/>
              <a:pathLst>
                <a:path w="72431" h="25485" extrusionOk="0">
                  <a:moveTo>
                    <a:pt x="3303" y="0"/>
                  </a:moveTo>
                  <a:lnTo>
                    <a:pt x="3303" y="13207"/>
                  </a:lnTo>
                  <a:lnTo>
                    <a:pt x="3303" y="21151"/>
                  </a:lnTo>
                  <a:lnTo>
                    <a:pt x="1" y="25485"/>
                  </a:lnTo>
                  <a:lnTo>
                    <a:pt x="72430" y="23008"/>
                  </a:lnTo>
                  <a:lnTo>
                    <a:pt x="60875" y="0"/>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697" name="Google Shape;697;p42"/>
            <p:cNvSpPr/>
            <p:nvPr/>
          </p:nvSpPr>
          <p:spPr>
            <a:xfrm>
              <a:off x="7894400" y="1668963"/>
              <a:ext cx="2530425" cy="214125"/>
            </a:xfrm>
            <a:custGeom>
              <a:avLst/>
              <a:gdLst/>
              <a:ahLst/>
              <a:cxnLst/>
              <a:rect l="l" t="t" r="r" b="b"/>
              <a:pathLst>
                <a:path w="101217" h="8565" extrusionOk="0">
                  <a:moveTo>
                    <a:pt x="1" y="1"/>
                  </a:moveTo>
                  <a:lnTo>
                    <a:pt x="1" y="8564"/>
                  </a:lnTo>
                  <a:lnTo>
                    <a:pt x="101216" y="8564"/>
                  </a:lnTo>
                  <a:lnTo>
                    <a:pt x="101216" y="1"/>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698" name="Google Shape;698;p42"/>
            <p:cNvSpPr/>
            <p:nvPr/>
          </p:nvSpPr>
          <p:spPr>
            <a:xfrm>
              <a:off x="7894400" y="1461375"/>
              <a:ext cx="2530425" cy="154775"/>
            </a:xfrm>
            <a:custGeom>
              <a:avLst/>
              <a:gdLst/>
              <a:ahLst/>
              <a:cxnLst/>
              <a:rect l="l" t="t" r="r" b="b"/>
              <a:pathLst>
                <a:path w="101217" h="6191" extrusionOk="0">
                  <a:moveTo>
                    <a:pt x="1" y="0"/>
                  </a:moveTo>
                  <a:lnTo>
                    <a:pt x="1" y="6191"/>
                  </a:lnTo>
                  <a:lnTo>
                    <a:pt x="101216" y="6191"/>
                  </a:lnTo>
                  <a:lnTo>
                    <a:pt x="101216" y="0"/>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699" name="Google Shape;699;p42"/>
            <p:cNvSpPr/>
            <p:nvPr/>
          </p:nvSpPr>
          <p:spPr>
            <a:xfrm>
              <a:off x="7363050" y="1935900"/>
              <a:ext cx="3562175" cy="582975"/>
            </a:xfrm>
            <a:custGeom>
              <a:avLst/>
              <a:gdLst/>
              <a:ahLst/>
              <a:cxnLst/>
              <a:rect l="l" t="t" r="r" b="b"/>
              <a:pathLst>
                <a:path w="142487" h="23319" extrusionOk="0">
                  <a:moveTo>
                    <a:pt x="1" y="1"/>
                  </a:moveTo>
                  <a:lnTo>
                    <a:pt x="1" y="23319"/>
                  </a:lnTo>
                  <a:lnTo>
                    <a:pt x="142486" y="23319"/>
                  </a:lnTo>
                  <a:lnTo>
                    <a:pt x="142486" y="1"/>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700" name="Google Shape;700;p42"/>
            <p:cNvSpPr/>
            <p:nvPr/>
          </p:nvSpPr>
          <p:spPr>
            <a:xfrm>
              <a:off x="7102550" y="1389075"/>
              <a:ext cx="2014525" cy="3784000"/>
            </a:xfrm>
            <a:custGeom>
              <a:avLst/>
              <a:gdLst/>
              <a:ahLst/>
              <a:cxnLst/>
              <a:rect l="l" t="t" r="r" b="b"/>
              <a:pathLst>
                <a:path w="80581" h="151360" extrusionOk="0">
                  <a:moveTo>
                    <a:pt x="80580" y="1"/>
                  </a:moveTo>
                  <a:cubicBezTo>
                    <a:pt x="41167" y="9080"/>
                    <a:pt x="0" y="50144"/>
                    <a:pt x="0" y="50144"/>
                  </a:cubicBezTo>
                  <a:cubicBezTo>
                    <a:pt x="15683" y="80581"/>
                    <a:pt x="34564" y="150534"/>
                    <a:pt x="34564" y="150534"/>
                  </a:cubicBezTo>
                  <a:lnTo>
                    <a:pt x="36215" y="151360"/>
                  </a:lnTo>
                  <a:lnTo>
                    <a:pt x="80580" y="151360"/>
                  </a:lnTo>
                  <a:lnTo>
                    <a:pt x="80580" y="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701" name="Google Shape;701;p42"/>
            <p:cNvSpPr/>
            <p:nvPr/>
          </p:nvSpPr>
          <p:spPr>
            <a:xfrm>
              <a:off x="9117050" y="1389075"/>
              <a:ext cx="2017100" cy="3784000"/>
            </a:xfrm>
            <a:custGeom>
              <a:avLst/>
              <a:gdLst/>
              <a:ahLst/>
              <a:cxnLst/>
              <a:rect l="l" t="t" r="r" b="b"/>
              <a:pathLst>
                <a:path w="80684" h="151360" extrusionOk="0">
                  <a:moveTo>
                    <a:pt x="0" y="1"/>
                  </a:moveTo>
                  <a:lnTo>
                    <a:pt x="0" y="151360"/>
                  </a:lnTo>
                  <a:lnTo>
                    <a:pt x="44469" y="151360"/>
                  </a:lnTo>
                  <a:lnTo>
                    <a:pt x="46120" y="150534"/>
                  </a:lnTo>
                  <a:cubicBezTo>
                    <a:pt x="46120" y="150534"/>
                    <a:pt x="65001" y="80581"/>
                    <a:pt x="80684" y="50144"/>
                  </a:cubicBezTo>
                  <a:cubicBezTo>
                    <a:pt x="80684" y="50144"/>
                    <a:pt x="39517" y="9080"/>
                    <a:pt x="0"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702" name="Google Shape;702;p42"/>
            <p:cNvSpPr/>
            <p:nvPr/>
          </p:nvSpPr>
          <p:spPr>
            <a:xfrm>
              <a:off x="9126963" y="1941075"/>
              <a:ext cx="1836550" cy="1238125"/>
            </a:xfrm>
            <a:custGeom>
              <a:avLst/>
              <a:gdLst/>
              <a:ahLst/>
              <a:cxnLst/>
              <a:rect l="l" t="t" r="r" b="b"/>
              <a:pathLst>
                <a:path w="73462" h="49525" extrusionOk="0">
                  <a:moveTo>
                    <a:pt x="1" y="0"/>
                  </a:moveTo>
                  <a:lnTo>
                    <a:pt x="1" y="4643"/>
                  </a:lnTo>
                  <a:cubicBezTo>
                    <a:pt x="1" y="4643"/>
                    <a:pt x="43437" y="14548"/>
                    <a:pt x="71811" y="49525"/>
                  </a:cubicBezTo>
                  <a:lnTo>
                    <a:pt x="73462" y="44572"/>
                  </a:lnTo>
                  <a:cubicBezTo>
                    <a:pt x="73462" y="44572"/>
                    <a:pt x="38898" y="6810"/>
                    <a:pt x="1"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703" name="Google Shape;703;p42"/>
            <p:cNvSpPr/>
            <p:nvPr/>
          </p:nvSpPr>
          <p:spPr>
            <a:xfrm>
              <a:off x="7288250" y="1940480"/>
              <a:ext cx="1833975" cy="1238125"/>
            </a:xfrm>
            <a:custGeom>
              <a:avLst/>
              <a:gdLst/>
              <a:ahLst/>
              <a:cxnLst/>
              <a:rect l="l" t="t" r="r" b="b"/>
              <a:pathLst>
                <a:path w="73359" h="49525" extrusionOk="0">
                  <a:moveTo>
                    <a:pt x="73359" y="0"/>
                  </a:moveTo>
                  <a:cubicBezTo>
                    <a:pt x="34565" y="6810"/>
                    <a:pt x="1" y="44572"/>
                    <a:pt x="1" y="44572"/>
                  </a:cubicBezTo>
                  <a:lnTo>
                    <a:pt x="1651" y="49525"/>
                  </a:lnTo>
                  <a:cubicBezTo>
                    <a:pt x="30025" y="14548"/>
                    <a:pt x="73359" y="4643"/>
                    <a:pt x="73359" y="4643"/>
                  </a:cubicBezTo>
                  <a:lnTo>
                    <a:pt x="73359"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grpSp>
      <p:pic>
        <p:nvPicPr>
          <p:cNvPr id="2" name="Slide 2">
            <a:hlinkClick r:id="" action="ppaction://media"/>
            <a:extLst>
              <a:ext uri="{FF2B5EF4-FFF2-40B4-BE49-F238E27FC236}">
                <a16:creationId xmlns:a16="http://schemas.microsoft.com/office/drawing/2014/main" id="{A7EA4550-EA2B-268F-67F7-F39CCC5547A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968730" y="691866"/>
            <a:ext cx="406400" cy="4064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073"/>
    </mc:Choice>
    <mc:Fallback>
      <p:transition spd="slow" advTm="500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007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70" name="Google Shape;770;p46"/>
          <p:cNvSpPr txBox="1">
            <a:spLocks noGrp="1"/>
          </p:cNvSpPr>
          <p:nvPr>
            <p:ph type="title"/>
          </p:nvPr>
        </p:nvSpPr>
        <p:spPr>
          <a:xfrm>
            <a:off x="950967" y="716800"/>
            <a:ext cx="6225600" cy="571600"/>
          </a:xfrm>
          <a:prstGeom prst="rect">
            <a:avLst/>
          </a:prstGeom>
        </p:spPr>
        <p:txBody>
          <a:bodyPr spcFirstLastPara="1" wrap="square" lIns="121900" tIns="121900" rIns="121900" bIns="121900" anchor="ctr" anchorCtr="0">
            <a:noAutofit/>
          </a:bodyPr>
          <a:lstStyle/>
          <a:p>
            <a:r>
              <a:rPr lang="en" sz="4000"/>
              <a:t>— Data Selection —</a:t>
            </a:r>
            <a:endParaRPr sz="4000"/>
          </a:p>
        </p:txBody>
      </p:sp>
      <p:grpSp>
        <p:nvGrpSpPr>
          <p:cNvPr id="771" name="Google Shape;771;p46"/>
          <p:cNvGrpSpPr/>
          <p:nvPr/>
        </p:nvGrpSpPr>
        <p:grpSpPr>
          <a:xfrm>
            <a:off x="-3063300" y="716802"/>
            <a:ext cx="26973245" cy="6220913"/>
            <a:chOff x="-2297475" y="537601"/>
            <a:chExt cx="20229934" cy="4665685"/>
          </a:xfrm>
        </p:grpSpPr>
        <p:grpSp>
          <p:nvGrpSpPr>
            <p:cNvPr id="772" name="Google Shape;772;p46"/>
            <p:cNvGrpSpPr/>
            <p:nvPr/>
          </p:nvGrpSpPr>
          <p:grpSpPr>
            <a:xfrm>
              <a:off x="4752928" y="537601"/>
              <a:ext cx="13179530" cy="4066404"/>
              <a:chOff x="4412659" y="539583"/>
              <a:chExt cx="13108743" cy="4044564"/>
            </a:xfrm>
          </p:grpSpPr>
          <p:sp>
            <p:nvSpPr>
              <p:cNvPr id="773" name="Google Shape;773;p46"/>
              <p:cNvSpPr/>
              <p:nvPr/>
            </p:nvSpPr>
            <p:spPr>
              <a:xfrm>
                <a:off x="7654250" y="905375"/>
                <a:ext cx="1218325" cy="892575"/>
              </a:xfrm>
              <a:custGeom>
                <a:avLst/>
                <a:gdLst/>
                <a:ahLst/>
                <a:cxnLst/>
                <a:rect l="l" t="t" r="r" b="b"/>
                <a:pathLst>
                  <a:path w="48733" h="35703" extrusionOk="0">
                    <a:moveTo>
                      <a:pt x="47209" y="10702"/>
                    </a:moveTo>
                    <a:cubicBezTo>
                      <a:pt x="48732" y="6134"/>
                      <a:pt x="43402" y="2327"/>
                      <a:pt x="39553" y="5245"/>
                    </a:cubicBezTo>
                    <a:cubicBezTo>
                      <a:pt x="36084" y="0"/>
                      <a:pt x="28089" y="973"/>
                      <a:pt x="26016" y="6938"/>
                    </a:cubicBezTo>
                    <a:cubicBezTo>
                      <a:pt x="18782" y="42"/>
                      <a:pt x="6980" y="6388"/>
                      <a:pt x="8672" y="16202"/>
                    </a:cubicBezTo>
                    <a:cubicBezTo>
                      <a:pt x="2538" y="18021"/>
                      <a:pt x="0" y="25339"/>
                      <a:pt x="3723" y="30500"/>
                    </a:cubicBezTo>
                    <a:cubicBezTo>
                      <a:pt x="7445" y="35703"/>
                      <a:pt x="15187" y="35703"/>
                      <a:pt x="18867" y="30457"/>
                    </a:cubicBezTo>
                    <a:cubicBezTo>
                      <a:pt x="21321" y="33334"/>
                      <a:pt x="25424" y="34138"/>
                      <a:pt x="28808" y="32403"/>
                    </a:cubicBezTo>
                    <a:cubicBezTo>
                      <a:pt x="32150" y="30669"/>
                      <a:pt x="33884" y="26862"/>
                      <a:pt x="32996" y="23181"/>
                    </a:cubicBezTo>
                    <a:cubicBezTo>
                      <a:pt x="38537" y="24747"/>
                      <a:pt x="43529" y="19417"/>
                      <a:pt x="41583" y="14002"/>
                    </a:cubicBezTo>
                    <a:cubicBezTo>
                      <a:pt x="44037" y="14467"/>
                      <a:pt x="46406" y="13071"/>
                      <a:pt x="47209" y="10702"/>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774" name="Google Shape;774;p46"/>
              <p:cNvSpPr/>
              <p:nvPr/>
            </p:nvSpPr>
            <p:spPr>
              <a:xfrm>
                <a:off x="5886825" y="590675"/>
                <a:ext cx="9264925" cy="360350"/>
              </a:xfrm>
              <a:custGeom>
                <a:avLst/>
                <a:gdLst/>
                <a:ahLst/>
                <a:cxnLst/>
                <a:rect l="l" t="t" r="r" b="b"/>
                <a:pathLst>
                  <a:path w="370597" h="14414" extrusionOk="0">
                    <a:moveTo>
                      <a:pt x="0" y="265"/>
                    </a:moveTo>
                    <a:cubicBezTo>
                      <a:pt x="35139" y="2623"/>
                      <a:pt x="149066" y="14458"/>
                      <a:pt x="210832" y="14414"/>
                    </a:cubicBezTo>
                    <a:cubicBezTo>
                      <a:pt x="272598" y="14370"/>
                      <a:pt x="343970" y="2402"/>
                      <a:pt x="370597" y="0"/>
                    </a:cubicBezTo>
                  </a:path>
                </a:pathLst>
              </a:custGeom>
              <a:noFill/>
              <a:ln w="9525" cap="flat" cmpd="sng">
                <a:solidFill>
                  <a:srgbClr val="FFFFFF"/>
                </a:solidFill>
                <a:prstDash val="solid"/>
                <a:round/>
                <a:headEnd type="none" w="med" len="med"/>
                <a:tailEnd type="none" w="med" len="med"/>
              </a:ln>
            </p:spPr>
            <p:txBody>
              <a:bodyPr/>
              <a:lstStyle/>
              <a:p>
                <a:endParaRPr lang="en-US" sz="1867"/>
              </a:p>
            </p:txBody>
          </p:sp>
          <p:cxnSp>
            <p:nvCxnSpPr>
              <p:cNvPr id="775" name="Google Shape;775;p46"/>
              <p:cNvCxnSpPr/>
              <p:nvPr/>
            </p:nvCxnSpPr>
            <p:spPr>
              <a:xfrm rot="10800000" flipH="1">
                <a:off x="4981780" y="577525"/>
                <a:ext cx="905100" cy="2334300"/>
              </a:xfrm>
              <a:prstGeom prst="straightConnector1">
                <a:avLst/>
              </a:prstGeom>
              <a:noFill/>
              <a:ln w="9525" cap="flat" cmpd="sng">
                <a:solidFill>
                  <a:srgbClr val="FFFFFF"/>
                </a:solidFill>
                <a:prstDash val="solid"/>
                <a:round/>
                <a:headEnd type="none" w="med" len="med"/>
                <a:tailEnd type="none" w="med" len="med"/>
              </a:ln>
            </p:spPr>
          </p:cxnSp>
          <p:cxnSp>
            <p:nvCxnSpPr>
              <p:cNvPr id="776" name="Google Shape;776;p46"/>
              <p:cNvCxnSpPr/>
              <p:nvPr/>
            </p:nvCxnSpPr>
            <p:spPr>
              <a:xfrm rot="10800000" flipH="1">
                <a:off x="5545827" y="590702"/>
                <a:ext cx="341100" cy="2319600"/>
              </a:xfrm>
              <a:prstGeom prst="straightConnector1">
                <a:avLst/>
              </a:prstGeom>
              <a:noFill/>
              <a:ln w="9525" cap="flat" cmpd="sng">
                <a:solidFill>
                  <a:srgbClr val="FFFFFF"/>
                </a:solidFill>
                <a:prstDash val="solid"/>
                <a:round/>
                <a:headEnd type="none" w="med" len="med"/>
                <a:tailEnd type="none" w="med" len="med"/>
              </a:ln>
            </p:spPr>
          </p:cxnSp>
          <p:cxnSp>
            <p:nvCxnSpPr>
              <p:cNvPr id="777" name="Google Shape;777;p46"/>
              <p:cNvCxnSpPr/>
              <p:nvPr/>
            </p:nvCxnSpPr>
            <p:spPr>
              <a:xfrm rot="10800000">
                <a:off x="5872175" y="539583"/>
                <a:ext cx="734918" cy="2407770"/>
              </a:xfrm>
              <a:prstGeom prst="straightConnector1">
                <a:avLst/>
              </a:prstGeom>
              <a:noFill/>
              <a:ln w="9525" cap="flat" cmpd="sng">
                <a:solidFill>
                  <a:schemeClr val="accent6"/>
                </a:solidFill>
                <a:prstDash val="solid"/>
                <a:round/>
                <a:headEnd type="none" w="med" len="med"/>
                <a:tailEnd type="oval" w="med" len="med"/>
              </a:ln>
            </p:spPr>
          </p:cxnSp>
          <p:cxnSp>
            <p:nvCxnSpPr>
              <p:cNvPr id="778" name="Google Shape;778;p46"/>
              <p:cNvCxnSpPr/>
              <p:nvPr/>
            </p:nvCxnSpPr>
            <p:spPr>
              <a:xfrm rot="10800000">
                <a:off x="15171671" y="597325"/>
                <a:ext cx="1685700" cy="2314500"/>
              </a:xfrm>
              <a:prstGeom prst="straightConnector1">
                <a:avLst/>
              </a:prstGeom>
              <a:noFill/>
              <a:ln w="9525" cap="flat" cmpd="sng">
                <a:solidFill>
                  <a:srgbClr val="FFFFFF"/>
                </a:solidFill>
                <a:prstDash val="solid"/>
                <a:round/>
                <a:headEnd type="none" w="med" len="med"/>
                <a:tailEnd type="none" w="med" len="med"/>
              </a:ln>
            </p:spPr>
          </p:cxnSp>
          <p:cxnSp>
            <p:nvCxnSpPr>
              <p:cNvPr id="779" name="Google Shape;779;p46"/>
              <p:cNvCxnSpPr/>
              <p:nvPr/>
            </p:nvCxnSpPr>
            <p:spPr>
              <a:xfrm rot="10800000">
                <a:off x="15158424" y="603902"/>
                <a:ext cx="1134900" cy="2306400"/>
              </a:xfrm>
              <a:prstGeom prst="straightConnector1">
                <a:avLst/>
              </a:prstGeom>
              <a:noFill/>
              <a:ln w="9525" cap="flat" cmpd="sng">
                <a:solidFill>
                  <a:srgbClr val="FFFFFF"/>
                </a:solidFill>
                <a:prstDash val="solid"/>
                <a:round/>
                <a:headEnd type="none" w="med" len="med"/>
                <a:tailEnd type="none" w="med" len="med"/>
              </a:ln>
            </p:spPr>
          </p:cxnSp>
          <p:cxnSp>
            <p:nvCxnSpPr>
              <p:cNvPr id="780" name="Google Shape;780;p46"/>
              <p:cNvCxnSpPr/>
              <p:nvPr/>
            </p:nvCxnSpPr>
            <p:spPr>
              <a:xfrm rot="10800000">
                <a:off x="15136133" y="539583"/>
                <a:ext cx="734918" cy="2407770"/>
              </a:xfrm>
              <a:prstGeom prst="straightConnector1">
                <a:avLst/>
              </a:prstGeom>
              <a:noFill/>
              <a:ln w="9525" cap="flat" cmpd="sng">
                <a:solidFill>
                  <a:schemeClr val="accent6"/>
                </a:solidFill>
                <a:prstDash val="solid"/>
                <a:round/>
                <a:headEnd type="none" w="med" len="med"/>
                <a:tailEnd type="oval" w="med" len="med"/>
              </a:ln>
            </p:spPr>
          </p:cxnSp>
          <p:grpSp>
            <p:nvGrpSpPr>
              <p:cNvPr id="781" name="Google Shape;781;p46"/>
              <p:cNvGrpSpPr/>
              <p:nvPr/>
            </p:nvGrpSpPr>
            <p:grpSpPr>
              <a:xfrm>
                <a:off x="4412659" y="2906073"/>
                <a:ext cx="13108743" cy="1678074"/>
                <a:chOff x="799450" y="3882200"/>
                <a:chExt cx="1937100" cy="247972"/>
              </a:xfrm>
            </p:grpSpPr>
            <p:grpSp>
              <p:nvGrpSpPr>
                <p:cNvPr id="782" name="Google Shape;782;p46"/>
                <p:cNvGrpSpPr/>
                <p:nvPr/>
              </p:nvGrpSpPr>
              <p:grpSpPr>
                <a:xfrm>
                  <a:off x="799450" y="3932909"/>
                  <a:ext cx="1937100" cy="197263"/>
                  <a:chOff x="799450" y="3983858"/>
                  <a:chExt cx="1937100" cy="146392"/>
                </a:xfrm>
              </p:grpSpPr>
              <p:sp>
                <p:nvSpPr>
                  <p:cNvPr id="783" name="Google Shape;783;p46"/>
                  <p:cNvSpPr/>
                  <p:nvPr/>
                </p:nvSpPr>
                <p:spPr>
                  <a:xfrm rot="10800000">
                    <a:off x="814925" y="4056750"/>
                    <a:ext cx="1907400" cy="73500"/>
                  </a:xfrm>
                  <a:prstGeom prst="trapezoid">
                    <a:avLst>
                      <a:gd name="adj" fmla="val 15343"/>
                    </a:avLst>
                  </a:prstGeom>
                  <a:solidFill>
                    <a:schemeClr val="accent5"/>
                  </a:solidFill>
                  <a:ln>
                    <a:noFill/>
                  </a:ln>
                </p:spPr>
                <p:txBody>
                  <a:bodyPr spcFirstLastPara="1" wrap="square" lIns="121900" tIns="121900" rIns="121900" bIns="121900" anchor="ctr" anchorCtr="0">
                    <a:noAutofit/>
                  </a:bodyPr>
                  <a:lstStyle/>
                  <a:p>
                    <a:endParaRPr sz="1867"/>
                  </a:p>
                </p:txBody>
              </p:sp>
              <p:sp>
                <p:nvSpPr>
                  <p:cNvPr id="784" name="Google Shape;784;p46"/>
                  <p:cNvSpPr/>
                  <p:nvPr/>
                </p:nvSpPr>
                <p:spPr>
                  <a:xfrm rot="10800000">
                    <a:off x="799450" y="3983858"/>
                    <a:ext cx="1937100" cy="73500"/>
                  </a:xfrm>
                  <a:prstGeom prst="trapezoid">
                    <a:avLst>
                      <a:gd name="adj" fmla="val 15343"/>
                    </a:avLst>
                  </a:prstGeom>
                  <a:solidFill>
                    <a:schemeClr val="accent6"/>
                  </a:solidFill>
                  <a:ln>
                    <a:noFill/>
                  </a:ln>
                </p:spPr>
                <p:txBody>
                  <a:bodyPr spcFirstLastPara="1" wrap="square" lIns="121900" tIns="121900" rIns="121900" bIns="121900" anchor="ctr" anchorCtr="0">
                    <a:noAutofit/>
                  </a:bodyPr>
                  <a:lstStyle/>
                  <a:p>
                    <a:endParaRPr sz="1867"/>
                  </a:p>
                </p:txBody>
              </p:sp>
            </p:grpSp>
            <p:grpSp>
              <p:nvGrpSpPr>
                <p:cNvPr id="785" name="Google Shape;785;p46"/>
                <p:cNvGrpSpPr/>
                <p:nvPr/>
              </p:nvGrpSpPr>
              <p:grpSpPr>
                <a:xfrm>
                  <a:off x="839650" y="3882200"/>
                  <a:ext cx="1842600" cy="50700"/>
                  <a:chOff x="839650" y="3882200"/>
                  <a:chExt cx="1842600" cy="50700"/>
                </a:xfrm>
              </p:grpSpPr>
              <p:sp>
                <p:nvSpPr>
                  <p:cNvPr id="786" name="Google Shape;786;p46"/>
                  <p:cNvSpPr/>
                  <p:nvPr/>
                </p:nvSpPr>
                <p:spPr>
                  <a:xfrm>
                    <a:off x="839650" y="3882200"/>
                    <a:ext cx="1842600" cy="50700"/>
                  </a:xfrm>
                  <a:prstGeom prst="rect">
                    <a:avLst/>
                  </a:prstGeom>
                  <a:solidFill>
                    <a:srgbClr val="FFFFFF"/>
                  </a:solidFill>
                  <a:ln>
                    <a:noFill/>
                  </a:ln>
                </p:spPr>
                <p:txBody>
                  <a:bodyPr spcFirstLastPara="1" wrap="square" lIns="121900" tIns="121900" rIns="121900" bIns="121900" anchor="ctr" anchorCtr="0">
                    <a:noAutofit/>
                  </a:bodyPr>
                  <a:lstStyle/>
                  <a:p>
                    <a:endParaRPr sz="1867"/>
                  </a:p>
                </p:txBody>
              </p:sp>
              <p:grpSp>
                <p:nvGrpSpPr>
                  <p:cNvPr id="787" name="Google Shape;787;p46"/>
                  <p:cNvGrpSpPr/>
                  <p:nvPr/>
                </p:nvGrpSpPr>
                <p:grpSpPr>
                  <a:xfrm>
                    <a:off x="869023" y="3894092"/>
                    <a:ext cx="1783854" cy="26904"/>
                    <a:chOff x="869023" y="3894092"/>
                    <a:chExt cx="1783854" cy="26904"/>
                  </a:xfrm>
                </p:grpSpPr>
                <p:sp>
                  <p:nvSpPr>
                    <p:cNvPr id="788" name="Google Shape;788;p46"/>
                    <p:cNvSpPr/>
                    <p:nvPr/>
                  </p:nvSpPr>
                  <p:spPr>
                    <a:xfrm>
                      <a:off x="8690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89" name="Google Shape;789;p46"/>
                    <p:cNvSpPr/>
                    <p:nvPr/>
                  </p:nvSpPr>
                  <p:spPr>
                    <a:xfrm>
                      <a:off x="9365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0" name="Google Shape;790;p46"/>
                    <p:cNvSpPr/>
                    <p:nvPr/>
                  </p:nvSpPr>
                  <p:spPr>
                    <a:xfrm>
                      <a:off x="10041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1" name="Google Shape;791;p46"/>
                    <p:cNvSpPr/>
                    <p:nvPr/>
                  </p:nvSpPr>
                  <p:spPr>
                    <a:xfrm>
                      <a:off x="10717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2" name="Google Shape;792;p46"/>
                    <p:cNvSpPr/>
                    <p:nvPr/>
                  </p:nvSpPr>
                  <p:spPr>
                    <a:xfrm>
                      <a:off x="11393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3" name="Google Shape;793;p46"/>
                    <p:cNvSpPr/>
                    <p:nvPr/>
                  </p:nvSpPr>
                  <p:spPr>
                    <a:xfrm>
                      <a:off x="12068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4" name="Google Shape;794;p46"/>
                    <p:cNvSpPr/>
                    <p:nvPr/>
                  </p:nvSpPr>
                  <p:spPr>
                    <a:xfrm>
                      <a:off x="12744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5" name="Google Shape;795;p46"/>
                    <p:cNvSpPr/>
                    <p:nvPr/>
                  </p:nvSpPr>
                  <p:spPr>
                    <a:xfrm>
                      <a:off x="13420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6" name="Google Shape;796;p46"/>
                    <p:cNvSpPr/>
                    <p:nvPr/>
                  </p:nvSpPr>
                  <p:spPr>
                    <a:xfrm>
                      <a:off x="14096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7" name="Google Shape;797;p46"/>
                    <p:cNvSpPr/>
                    <p:nvPr/>
                  </p:nvSpPr>
                  <p:spPr>
                    <a:xfrm>
                      <a:off x="14771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8" name="Google Shape;798;p46"/>
                    <p:cNvSpPr/>
                    <p:nvPr/>
                  </p:nvSpPr>
                  <p:spPr>
                    <a:xfrm>
                      <a:off x="15447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9" name="Google Shape;799;p46"/>
                    <p:cNvSpPr/>
                    <p:nvPr/>
                  </p:nvSpPr>
                  <p:spPr>
                    <a:xfrm>
                      <a:off x="16123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0" name="Google Shape;800;p46"/>
                    <p:cNvSpPr/>
                    <p:nvPr/>
                  </p:nvSpPr>
                  <p:spPr>
                    <a:xfrm>
                      <a:off x="16799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1" name="Google Shape;801;p46"/>
                    <p:cNvSpPr/>
                    <p:nvPr/>
                  </p:nvSpPr>
                  <p:spPr>
                    <a:xfrm>
                      <a:off x="17474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2" name="Google Shape;802;p46"/>
                    <p:cNvSpPr/>
                    <p:nvPr/>
                  </p:nvSpPr>
                  <p:spPr>
                    <a:xfrm>
                      <a:off x="18150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3" name="Google Shape;803;p46"/>
                    <p:cNvSpPr/>
                    <p:nvPr/>
                  </p:nvSpPr>
                  <p:spPr>
                    <a:xfrm>
                      <a:off x="18826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4" name="Google Shape;804;p46"/>
                    <p:cNvSpPr/>
                    <p:nvPr/>
                  </p:nvSpPr>
                  <p:spPr>
                    <a:xfrm>
                      <a:off x="19502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5" name="Google Shape;805;p46"/>
                    <p:cNvSpPr/>
                    <p:nvPr/>
                  </p:nvSpPr>
                  <p:spPr>
                    <a:xfrm>
                      <a:off x="20177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6" name="Google Shape;806;p46"/>
                    <p:cNvSpPr/>
                    <p:nvPr/>
                  </p:nvSpPr>
                  <p:spPr>
                    <a:xfrm>
                      <a:off x="20853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7" name="Google Shape;807;p46"/>
                    <p:cNvSpPr/>
                    <p:nvPr/>
                  </p:nvSpPr>
                  <p:spPr>
                    <a:xfrm>
                      <a:off x="21529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8" name="Google Shape;808;p46"/>
                    <p:cNvSpPr/>
                    <p:nvPr/>
                  </p:nvSpPr>
                  <p:spPr>
                    <a:xfrm>
                      <a:off x="22205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9" name="Google Shape;809;p46"/>
                    <p:cNvSpPr/>
                    <p:nvPr/>
                  </p:nvSpPr>
                  <p:spPr>
                    <a:xfrm>
                      <a:off x="22880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0" name="Google Shape;810;p46"/>
                    <p:cNvSpPr/>
                    <p:nvPr/>
                  </p:nvSpPr>
                  <p:spPr>
                    <a:xfrm>
                      <a:off x="23556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1" name="Google Shape;811;p46"/>
                    <p:cNvSpPr/>
                    <p:nvPr/>
                  </p:nvSpPr>
                  <p:spPr>
                    <a:xfrm>
                      <a:off x="24232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2" name="Google Shape;812;p46"/>
                    <p:cNvSpPr/>
                    <p:nvPr/>
                  </p:nvSpPr>
                  <p:spPr>
                    <a:xfrm>
                      <a:off x="24908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3" name="Google Shape;813;p46"/>
                    <p:cNvSpPr/>
                    <p:nvPr/>
                  </p:nvSpPr>
                  <p:spPr>
                    <a:xfrm>
                      <a:off x="25583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4" name="Google Shape;814;p46"/>
                    <p:cNvSpPr/>
                    <p:nvPr/>
                  </p:nvSpPr>
                  <p:spPr>
                    <a:xfrm>
                      <a:off x="26259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grpSp>
            </p:grpSp>
          </p:grpSp>
          <p:grpSp>
            <p:nvGrpSpPr>
              <p:cNvPr id="815" name="Google Shape;815;p46"/>
              <p:cNvGrpSpPr/>
              <p:nvPr/>
            </p:nvGrpSpPr>
            <p:grpSpPr>
              <a:xfrm>
                <a:off x="7671090" y="1660061"/>
                <a:ext cx="451703" cy="1246019"/>
                <a:chOff x="1274300" y="3698075"/>
                <a:chExt cx="66749" cy="184126"/>
              </a:xfrm>
            </p:grpSpPr>
            <p:sp>
              <p:nvSpPr>
                <p:cNvPr id="816" name="Google Shape;816;p46"/>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817" name="Google Shape;817;p46"/>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nvGrpSpPr>
              <p:cNvPr id="818" name="Google Shape;818;p46"/>
              <p:cNvGrpSpPr/>
              <p:nvPr/>
            </p:nvGrpSpPr>
            <p:grpSpPr>
              <a:xfrm>
                <a:off x="9832002" y="1660061"/>
                <a:ext cx="451703" cy="1246019"/>
                <a:chOff x="1274300" y="3698075"/>
                <a:chExt cx="66749" cy="184126"/>
              </a:xfrm>
            </p:grpSpPr>
            <p:sp>
              <p:nvSpPr>
                <p:cNvPr id="819" name="Google Shape;819;p46"/>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820" name="Google Shape;820;p46"/>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nvGrpSpPr>
              <p:cNvPr id="821" name="Google Shape;821;p46"/>
              <p:cNvGrpSpPr/>
              <p:nvPr/>
            </p:nvGrpSpPr>
            <p:grpSpPr>
              <a:xfrm>
                <a:off x="11459514" y="1660061"/>
                <a:ext cx="451703" cy="1246019"/>
                <a:chOff x="1274300" y="3698075"/>
                <a:chExt cx="66749" cy="184126"/>
              </a:xfrm>
            </p:grpSpPr>
            <p:sp>
              <p:nvSpPr>
                <p:cNvPr id="822" name="Google Shape;822;p46"/>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823" name="Google Shape;823;p46"/>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nvGrpSpPr>
              <p:cNvPr id="824" name="Google Shape;824;p46"/>
              <p:cNvGrpSpPr/>
              <p:nvPr/>
            </p:nvGrpSpPr>
            <p:grpSpPr>
              <a:xfrm>
                <a:off x="13087025" y="1660061"/>
                <a:ext cx="451703" cy="1246019"/>
                <a:chOff x="1274300" y="3698075"/>
                <a:chExt cx="66749" cy="184126"/>
              </a:xfrm>
            </p:grpSpPr>
            <p:sp>
              <p:nvSpPr>
                <p:cNvPr id="825" name="Google Shape;825;p46"/>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826" name="Google Shape;826;p46"/>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sp>
          <p:nvSpPr>
            <p:cNvPr id="827" name="Google Shape;827;p46"/>
            <p:cNvSpPr/>
            <p:nvPr/>
          </p:nvSpPr>
          <p:spPr>
            <a:xfrm>
              <a:off x="-2297475" y="3899525"/>
              <a:ext cx="11441465" cy="1303761"/>
            </a:xfrm>
            <a:custGeom>
              <a:avLst/>
              <a:gdLst/>
              <a:ahLst/>
              <a:cxnLst/>
              <a:rect l="l" t="t" r="r" b="b"/>
              <a:pathLst>
                <a:path w="152436" h="17369" extrusionOk="0">
                  <a:moveTo>
                    <a:pt x="50508" y="1"/>
                  </a:moveTo>
                  <a:cubicBezTo>
                    <a:pt x="47549" y="1"/>
                    <a:pt x="44430" y="1151"/>
                    <a:pt x="41585" y="2247"/>
                  </a:cubicBezTo>
                  <a:cubicBezTo>
                    <a:pt x="28122" y="7515"/>
                    <a:pt x="14195" y="11490"/>
                    <a:pt x="0" y="14100"/>
                  </a:cubicBezTo>
                  <a:lnTo>
                    <a:pt x="0" y="17368"/>
                  </a:lnTo>
                  <a:lnTo>
                    <a:pt x="152436" y="17368"/>
                  </a:lnTo>
                  <a:lnTo>
                    <a:pt x="152436" y="9027"/>
                  </a:lnTo>
                  <a:cubicBezTo>
                    <a:pt x="151776" y="9188"/>
                    <a:pt x="151222" y="9272"/>
                    <a:pt x="150669" y="9272"/>
                  </a:cubicBezTo>
                  <a:cubicBezTo>
                    <a:pt x="149629" y="9272"/>
                    <a:pt x="148596" y="8973"/>
                    <a:pt x="146875" y="8320"/>
                  </a:cubicBezTo>
                  <a:cubicBezTo>
                    <a:pt x="144880" y="7555"/>
                    <a:pt x="142781" y="7169"/>
                    <a:pt x="140682" y="7169"/>
                  </a:cubicBezTo>
                  <a:cubicBezTo>
                    <a:pt x="138829" y="7169"/>
                    <a:pt x="136976" y="7470"/>
                    <a:pt x="135192" y="8076"/>
                  </a:cubicBezTo>
                  <a:cubicBezTo>
                    <a:pt x="134111" y="8429"/>
                    <a:pt x="133029" y="8922"/>
                    <a:pt x="131911" y="8922"/>
                  </a:cubicBezTo>
                  <a:cubicBezTo>
                    <a:pt x="131794" y="8922"/>
                    <a:pt x="131676" y="8916"/>
                    <a:pt x="131558" y="8905"/>
                  </a:cubicBezTo>
                  <a:cubicBezTo>
                    <a:pt x="129729" y="8759"/>
                    <a:pt x="128339" y="7246"/>
                    <a:pt x="126851" y="6124"/>
                  </a:cubicBezTo>
                  <a:cubicBezTo>
                    <a:pt x="124679" y="4538"/>
                    <a:pt x="122078" y="3720"/>
                    <a:pt x="119455" y="3720"/>
                  </a:cubicBezTo>
                  <a:cubicBezTo>
                    <a:pt x="117926" y="3720"/>
                    <a:pt x="116389" y="3998"/>
                    <a:pt x="114925" y="4564"/>
                  </a:cubicBezTo>
                  <a:cubicBezTo>
                    <a:pt x="112013" y="5723"/>
                    <a:pt x="109377" y="8009"/>
                    <a:pt x="106281" y="8009"/>
                  </a:cubicBezTo>
                  <a:cubicBezTo>
                    <a:pt x="106187" y="8009"/>
                    <a:pt x="106093" y="8007"/>
                    <a:pt x="105998" y="8002"/>
                  </a:cubicBezTo>
                  <a:cubicBezTo>
                    <a:pt x="104364" y="7929"/>
                    <a:pt x="102852" y="7198"/>
                    <a:pt x="101266" y="6807"/>
                  </a:cubicBezTo>
                  <a:cubicBezTo>
                    <a:pt x="100266" y="6570"/>
                    <a:pt x="99258" y="6476"/>
                    <a:pt x="98245" y="6476"/>
                  </a:cubicBezTo>
                  <a:cubicBezTo>
                    <a:pt x="94450" y="6476"/>
                    <a:pt x="90583" y="7793"/>
                    <a:pt x="86738" y="7793"/>
                  </a:cubicBezTo>
                  <a:cubicBezTo>
                    <a:pt x="86133" y="7793"/>
                    <a:pt x="85529" y="7761"/>
                    <a:pt x="84925" y="7685"/>
                  </a:cubicBezTo>
                  <a:cubicBezTo>
                    <a:pt x="80087" y="7078"/>
                    <a:pt x="75719" y="3715"/>
                    <a:pt x="70877" y="3715"/>
                  </a:cubicBezTo>
                  <a:cubicBezTo>
                    <a:pt x="70666" y="3715"/>
                    <a:pt x="70455" y="3721"/>
                    <a:pt x="70243" y="3734"/>
                  </a:cubicBezTo>
                  <a:cubicBezTo>
                    <a:pt x="67616" y="3887"/>
                    <a:pt x="65005" y="5063"/>
                    <a:pt x="62478" y="5063"/>
                  </a:cubicBezTo>
                  <a:cubicBezTo>
                    <a:pt x="61766" y="5063"/>
                    <a:pt x="61061" y="4970"/>
                    <a:pt x="60365" y="4734"/>
                  </a:cubicBezTo>
                  <a:cubicBezTo>
                    <a:pt x="58194" y="4003"/>
                    <a:pt x="56706" y="2051"/>
                    <a:pt x="54706" y="978"/>
                  </a:cubicBezTo>
                  <a:cubicBezTo>
                    <a:pt x="53380" y="279"/>
                    <a:pt x="51963" y="1"/>
                    <a:pt x="50508" y="1"/>
                  </a:cubicBezTo>
                  <a:close/>
                </a:path>
              </a:pathLst>
            </a:custGeom>
            <a:gradFill>
              <a:gsLst>
                <a:gs pos="0">
                  <a:srgbClr val="D0F3FF">
                    <a:alpha val="71764"/>
                  </a:srgbClr>
                </a:gs>
                <a:gs pos="100000">
                  <a:srgbClr val="FFFFFF">
                    <a:alpha val="0"/>
                  </a:srgbClr>
                </a:gs>
              </a:gsLst>
              <a:lin ang="5400700" scaled="0"/>
            </a:gradFill>
            <a:ln>
              <a:noFill/>
            </a:ln>
          </p:spPr>
          <p:txBody>
            <a:bodyPr spcFirstLastPara="1" wrap="square" lIns="121900" tIns="121900" rIns="121900" bIns="121900" anchor="ctr" anchorCtr="0">
              <a:noAutofit/>
            </a:bodyPr>
            <a:lstStyle/>
            <a:p>
              <a:endParaRPr sz="1867"/>
            </a:p>
          </p:txBody>
        </p:sp>
      </p:grpSp>
      <p:sp>
        <p:nvSpPr>
          <p:cNvPr id="769" name="Google Shape;769;p46"/>
          <p:cNvSpPr txBox="1">
            <a:spLocks noGrp="1"/>
          </p:cNvSpPr>
          <p:nvPr>
            <p:ph type="subTitle" idx="1"/>
          </p:nvPr>
        </p:nvSpPr>
        <p:spPr>
          <a:xfrm>
            <a:off x="410923" y="1593432"/>
            <a:ext cx="6868151" cy="5264567"/>
          </a:xfrm>
          <a:prstGeom prst="rect">
            <a:avLst/>
          </a:prstGeom>
        </p:spPr>
        <p:txBody>
          <a:bodyPr spcFirstLastPara="1" wrap="square" lIns="121900" tIns="121900" rIns="121900" bIns="121900" anchor="t" anchorCtr="0">
            <a:noAutofit/>
          </a:bodyPr>
          <a:lstStyle/>
          <a:p>
            <a:pPr marL="0" indent="0">
              <a:lnSpc>
                <a:spcPct val="150000"/>
              </a:lnSpc>
              <a:buClr>
                <a:schemeClr val="dk1"/>
              </a:buClr>
              <a:buSzPts val="1100"/>
              <a:buNone/>
            </a:pPr>
            <a:r>
              <a:rPr lang="en-US" sz="1800" b="1"/>
              <a:t>Source: </a:t>
            </a:r>
            <a:r>
              <a:rPr lang="en-US" sz="1800"/>
              <a:t>Kaggle Titanic Dataset (</a:t>
            </a:r>
            <a:r>
              <a:rPr lang="en-US" sz="1800" err="1"/>
              <a:t>Cukierski</a:t>
            </a:r>
            <a:r>
              <a:rPr lang="en-US" sz="1800"/>
              <a:t>, 2012).</a:t>
            </a:r>
          </a:p>
          <a:p>
            <a:pPr marL="0" indent="0">
              <a:lnSpc>
                <a:spcPct val="150000"/>
              </a:lnSpc>
              <a:buClr>
                <a:schemeClr val="dk1"/>
              </a:buClr>
              <a:buSzPts val="1100"/>
              <a:buNone/>
            </a:pPr>
            <a:r>
              <a:rPr lang="en-US" sz="1800" b="1"/>
              <a:t>Dataset Size: </a:t>
            </a:r>
            <a:r>
              <a:rPr lang="en-US" sz="1800"/>
              <a:t>1,308 rows total (split into training/test sets). </a:t>
            </a:r>
          </a:p>
          <a:p>
            <a:pPr marL="0" indent="0">
              <a:lnSpc>
                <a:spcPct val="150000"/>
              </a:lnSpc>
              <a:buClr>
                <a:schemeClr val="dk1"/>
              </a:buClr>
              <a:buSzPts val="1100"/>
              <a:buNone/>
            </a:pPr>
            <a:r>
              <a:rPr lang="en-US" sz="1800" b="1"/>
              <a:t>Key Variables (12 total):</a:t>
            </a:r>
          </a:p>
          <a:p>
            <a:pPr marL="800100" lvl="1">
              <a:lnSpc>
                <a:spcPct val="150000"/>
              </a:lnSpc>
              <a:buClr>
                <a:schemeClr val="dk1"/>
              </a:buClr>
              <a:buSzPts val="1100"/>
            </a:pPr>
            <a:r>
              <a:rPr lang="en-US" sz="1800"/>
              <a:t>Target: Survival (0 = No, 1 = Yes).</a:t>
            </a:r>
          </a:p>
          <a:p>
            <a:pPr marL="800100" lvl="1">
              <a:lnSpc>
                <a:spcPct val="150000"/>
              </a:lnSpc>
              <a:buClr>
                <a:schemeClr val="dk1"/>
              </a:buClr>
              <a:buSzPts val="1100"/>
            </a:pPr>
            <a:r>
              <a:rPr lang="en-US" sz="1800"/>
              <a:t>Demographics: Name, Sex, Age.</a:t>
            </a:r>
          </a:p>
          <a:p>
            <a:pPr marL="800100" lvl="1">
              <a:lnSpc>
                <a:spcPct val="150000"/>
              </a:lnSpc>
              <a:buClr>
                <a:schemeClr val="dk1"/>
              </a:buClr>
              <a:buSzPts val="1100"/>
            </a:pPr>
            <a:r>
              <a:rPr lang="en-US" sz="1800"/>
              <a:t>Status: </a:t>
            </a:r>
            <a:r>
              <a:rPr lang="en-US" sz="1800" err="1"/>
              <a:t>Pclass</a:t>
            </a:r>
            <a:r>
              <a:rPr lang="en-US" sz="1800"/>
              <a:t> (1st, 2nd, 3rd), Fare.</a:t>
            </a:r>
          </a:p>
          <a:p>
            <a:pPr marL="800100" lvl="1">
              <a:lnSpc>
                <a:spcPct val="150000"/>
              </a:lnSpc>
              <a:buClr>
                <a:schemeClr val="dk1"/>
              </a:buClr>
              <a:buSzPts val="1100"/>
            </a:pPr>
            <a:r>
              <a:rPr lang="en-US" sz="1800"/>
              <a:t>Family: </a:t>
            </a:r>
            <a:r>
              <a:rPr lang="en-US" sz="1800" err="1"/>
              <a:t>SibSp</a:t>
            </a:r>
            <a:r>
              <a:rPr lang="en-US" sz="1800"/>
              <a:t> (Siblings/Spouses), Parch (Parents/Children).</a:t>
            </a:r>
          </a:p>
          <a:p>
            <a:pPr marL="800100" lvl="1">
              <a:lnSpc>
                <a:spcPct val="150000"/>
              </a:lnSpc>
              <a:buClr>
                <a:schemeClr val="dk1"/>
              </a:buClr>
              <a:buSzPts val="1100"/>
            </a:pPr>
            <a:r>
              <a:rPr lang="en-US" sz="1800"/>
              <a:t>Travel: Embarked (Cherbourg, Queenstown, Southampton), Ticket #, Cabin #.</a:t>
            </a:r>
          </a:p>
          <a:p>
            <a:pPr marL="0" indent="0">
              <a:spcBef>
                <a:spcPts val="1600"/>
              </a:spcBef>
              <a:spcAft>
                <a:spcPts val="1600"/>
              </a:spcAft>
              <a:buClr>
                <a:schemeClr val="dk1"/>
              </a:buClr>
              <a:buSzPts val="1100"/>
              <a:buNone/>
            </a:pPr>
            <a:endParaRPr lang="en-US"/>
          </a:p>
        </p:txBody>
      </p:sp>
      <p:pic>
        <p:nvPicPr>
          <p:cNvPr id="2" name="Slide 3">
            <a:hlinkClick r:id="" action="ppaction://media"/>
            <a:extLst>
              <a:ext uri="{FF2B5EF4-FFF2-40B4-BE49-F238E27FC236}">
                <a16:creationId xmlns:a16="http://schemas.microsoft.com/office/drawing/2014/main" id="{9476E545-3B65-09F9-0A3C-1E463987CFD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736846" y="520953"/>
            <a:ext cx="406400" cy="4064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870"/>
    </mc:Choice>
    <mc:Fallback>
      <p:transition spd="slow" advTm="70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87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8">
          <a:extLst>
            <a:ext uri="{FF2B5EF4-FFF2-40B4-BE49-F238E27FC236}">
              <a16:creationId xmlns:a16="http://schemas.microsoft.com/office/drawing/2014/main" id="{539674AC-B187-34D3-B95F-A1A918579F11}"/>
            </a:ext>
          </a:extLst>
        </p:cNvPr>
        <p:cNvGrpSpPr/>
        <p:nvPr/>
      </p:nvGrpSpPr>
      <p:grpSpPr>
        <a:xfrm>
          <a:off x="0" y="0"/>
          <a:ext cx="0" cy="0"/>
          <a:chOff x="0" y="0"/>
          <a:chExt cx="0" cy="0"/>
        </a:xfrm>
      </p:grpSpPr>
      <p:sp>
        <p:nvSpPr>
          <p:cNvPr id="770" name="Google Shape;770;p46">
            <a:extLst>
              <a:ext uri="{FF2B5EF4-FFF2-40B4-BE49-F238E27FC236}">
                <a16:creationId xmlns:a16="http://schemas.microsoft.com/office/drawing/2014/main" id="{AFF7093D-B725-C680-5EAC-D9CE9FFE6041}"/>
              </a:ext>
            </a:extLst>
          </p:cNvPr>
          <p:cNvSpPr txBox="1">
            <a:spLocks noGrp="1"/>
          </p:cNvSpPr>
          <p:nvPr>
            <p:ph type="title"/>
          </p:nvPr>
        </p:nvSpPr>
        <p:spPr>
          <a:xfrm>
            <a:off x="950967" y="716800"/>
            <a:ext cx="7192318" cy="571600"/>
          </a:xfrm>
          <a:prstGeom prst="rect">
            <a:avLst/>
          </a:prstGeom>
        </p:spPr>
        <p:txBody>
          <a:bodyPr spcFirstLastPara="1" wrap="square" lIns="121900" tIns="121900" rIns="121900" bIns="121900" anchor="ctr" anchorCtr="0">
            <a:noAutofit/>
          </a:bodyPr>
          <a:lstStyle/>
          <a:p>
            <a:r>
              <a:rPr lang="en" sz="4000"/>
              <a:t>— </a:t>
            </a:r>
            <a:r>
              <a:rPr lang="en-US" sz="4000"/>
              <a:t>Data Preparation &amp; Cleaning </a:t>
            </a:r>
            <a:r>
              <a:rPr lang="en" sz="4000"/>
              <a:t>—</a:t>
            </a:r>
            <a:endParaRPr sz="4000"/>
          </a:p>
        </p:txBody>
      </p:sp>
      <p:grpSp>
        <p:nvGrpSpPr>
          <p:cNvPr id="771" name="Google Shape;771;p46">
            <a:extLst>
              <a:ext uri="{FF2B5EF4-FFF2-40B4-BE49-F238E27FC236}">
                <a16:creationId xmlns:a16="http://schemas.microsoft.com/office/drawing/2014/main" id="{296B7BE3-B8C5-7037-EC62-457FB8269C59}"/>
              </a:ext>
            </a:extLst>
          </p:cNvPr>
          <p:cNvGrpSpPr/>
          <p:nvPr/>
        </p:nvGrpSpPr>
        <p:grpSpPr>
          <a:xfrm>
            <a:off x="-2457658" y="716800"/>
            <a:ext cx="26973244" cy="6220913"/>
            <a:chOff x="-2297475" y="537601"/>
            <a:chExt cx="20229933" cy="4665685"/>
          </a:xfrm>
        </p:grpSpPr>
        <p:grpSp>
          <p:nvGrpSpPr>
            <p:cNvPr id="772" name="Google Shape;772;p46">
              <a:extLst>
                <a:ext uri="{FF2B5EF4-FFF2-40B4-BE49-F238E27FC236}">
                  <a16:creationId xmlns:a16="http://schemas.microsoft.com/office/drawing/2014/main" id="{98FCBC58-B83D-24FD-A6DA-435F5C466C8F}"/>
                </a:ext>
              </a:extLst>
            </p:cNvPr>
            <p:cNvGrpSpPr/>
            <p:nvPr/>
          </p:nvGrpSpPr>
          <p:grpSpPr>
            <a:xfrm>
              <a:off x="4752928" y="537601"/>
              <a:ext cx="13179530" cy="4066300"/>
              <a:chOff x="4412659" y="539583"/>
              <a:chExt cx="13108743" cy="4044460"/>
            </a:xfrm>
          </p:grpSpPr>
          <p:sp>
            <p:nvSpPr>
              <p:cNvPr id="773" name="Google Shape;773;p46">
                <a:extLst>
                  <a:ext uri="{FF2B5EF4-FFF2-40B4-BE49-F238E27FC236}">
                    <a16:creationId xmlns:a16="http://schemas.microsoft.com/office/drawing/2014/main" id="{F4856C44-561E-26A2-08F4-A1AF694C741A}"/>
                  </a:ext>
                </a:extLst>
              </p:cNvPr>
              <p:cNvSpPr/>
              <p:nvPr/>
            </p:nvSpPr>
            <p:spPr>
              <a:xfrm>
                <a:off x="7654250" y="905375"/>
                <a:ext cx="1218325" cy="892575"/>
              </a:xfrm>
              <a:custGeom>
                <a:avLst/>
                <a:gdLst/>
                <a:ahLst/>
                <a:cxnLst/>
                <a:rect l="l" t="t" r="r" b="b"/>
                <a:pathLst>
                  <a:path w="48733" h="35703" extrusionOk="0">
                    <a:moveTo>
                      <a:pt x="47209" y="10702"/>
                    </a:moveTo>
                    <a:cubicBezTo>
                      <a:pt x="48732" y="6134"/>
                      <a:pt x="43402" y="2327"/>
                      <a:pt x="39553" y="5245"/>
                    </a:cubicBezTo>
                    <a:cubicBezTo>
                      <a:pt x="36084" y="0"/>
                      <a:pt x="28089" y="973"/>
                      <a:pt x="26016" y="6938"/>
                    </a:cubicBezTo>
                    <a:cubicBezTo>
                      <a:pt x="18782" y="42"/>
                      <a:pt x="6980" y="6388"/>
                      <a:pt x="8672" y="16202"/>
                    </a:cubicBezTo>
                    <a:cubicBezTo>
                      <a:pt x="2538" y="18021"/>
                      <a:pt x="0" y="25339"/>
                      <a:pt x="3723" y="30500"/>
                    </a:cubicBezTo>
                    <a:cubicBezTo>
                      <a:pt x="7445" y="35703"/>
                      <a:pt x="15187" y="35703"/>
                      <a:pt x="18867" y="30457"/>
                    </a:cubicBezTo>
                    <a:cubicBezTo>
                      <a:pt x="21321" y="33334"/>
                      <a:pt x="25424" y="34138"/>
                      <a:pt x="28808" y="32403"/>
                    </a:cubicBezTo>
                    <a:cubicBezTo>
                      <a:pt x="32150" y="30669"/>
                      <a:pt x="33884" y="26862"/>
                      <a:pt x="32996" y="23181"/>
                    </a:cubicBezTo>
                    <a:cubicBezTo>
                      <a:pt x="38537" y="24747"/>
                      <a:pt x="43529" y="19417"/>
                      <a:pt x="41583" y="14002"/>
                    </a:cubicBezTo>
                    <a:cubicBezTo>
                      <a:pt x="44037" y="14467"/>
                      <a:pt x="46406" y="13071"/>
                      <a:pt x="47209" y="10702"/>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774" name="Google Shape;774;p46">
                <a:extLst>
                  <a:ext uri="{FF2B5EF4-FFF2-40B4-BE49-F238E27FC236}">
                    <a16:creationId xmlns:a16="http://schemas.microsoft.com/office/drawing/2014/main" id="{E6C1C161-82E4-A5AB-34D1-72C56E1469B4}"/>
                  </a:ext>
                </a:extLst>
              </p:cNvPr>
              <p:cNvSpPr/>
              <p:nvPr/>
            </p:nvSpPr>
            <p:spPr>
              <a:xfrm>
                <a:off x="5886825" y="590675"/>
                <a:ext cx="9264925" cy="360350"/>
              </a:xfrm>
              <a:custGeom>
                <a:avLst/>
                <a:gdLst/>
                <a:ahLst/>
                <a:cxnLst/>
                <a:rect l="l" t="t" r="r" b="b"/>
                <a:pathLst>
                  <a:path w="370597" h="14414" extrusionOk="0">
                    <a:moveTo>
                      <a:pt x="0" y="265"/>
                    </a:moveTo>
                    <a:cubicBezTo>
                      <a:pt x="35139" y="2623"/>
                      <a:pt x="149066" y="14458"/>
                      <a:pt x="210832" y="14414"/>
                    </a:cubicBezTo>
                    <a:cubicBezTo>
                      <a:pt x="272598" y="14370"/>
                      <a:pt x="343970" y="2402"/>
                      <a:pt x="370597" y="0"/>
                    </a:cubicBezTo>
                  </a:path>
                </a:pathLst>
              </a:custGeom>
              <a:noFill/>
              <a:ln w="9525" cap="flat" cmpd="sng">
                <a:solidFill>
                  <a:srgbClr val="FFFFFF"/>
                </a:solidFill>
                <a:prstDash val="solid"/>
                <a:round/>
                <a:headEnd type="none" w="med" len="med"/>
                <a:tailEnd type="none" w="med" len="med"/>
              </a:ln>
            </p:spPr>
            <p:txBody>
              <a:bodyPr/>
              <a:lstStyle/>
              <a:p>
                <a:endParaRPr lang="en-US" sz="1867"/>
              </a:p>
            </p:txBody>
          </p:sp>
          <p:cxnSp>
            <p:nvCxnSpPr>
              <p:cNvPr id="775" name="Google Shape;775;p46">
                <a:extLst>
                  <a:ext uri="{FF2B5EF4-FFF2-40B4-BE49-F238E27FC236}">
                    <a16:creationId xmlns:a16="http://schemas.microsoft.com/office/drawing/2014/main" id="{B2F1A870-0636-4F35-536C-A8F2F454851C}"/>
                  </a:ext>
                </a:extLst>
              </p:cNvPr>
              <p:cNvCxnSpPr/>
              <p:nvPr/>
            </p:nvCxnSpPr>
            <p:spPr>
              <a:xfrm rot="10800000" flipH="1">
                <a:off x="4981780" y="577525"/>
                <a:ext cx="905100" cy="2334300"/>
              </a:xfrm>
              <a:prstGeom prst="straightConnector1">
                <a:avLst/>
              </a:prstGeom>
              <a:noFill/>
              <a:ln w="9525" cap="flat" cmpd="sng">
                <a:solidFill>
                  <a:srgbClr val="FFFFFF"/>
                </a:solidFill>
                <a:prstDash val="solid"/>
                <a:round/>
                <a:headEnd type="none" w="med" len="med"/>
                <a:tailEnd type="none" w="med" len="med"/>
              </a:ln>
            </p:spPr>
          </p:cxnSp>
          <p:cxnSp>
            <p:nvCxnSpPr>
              <p:cNvPr id="776" name="Google Shape;776;p46">
                <a:extLst>
                  <a:ext uri="{FF2B5EF4-FFF2-40B4-BE49-F238E27FC236}">
                    <a16:creationId xmlns:a16="http://schemas.microsoft.com/office/drawing/2014/main" id="{C69311BA-1437-0D94-002C-826C6BCF4585}"/>
                  </a:ext>
                </a:extLst>
              </p:cNvPr>
              <p:cNvCxnSpPr/>
              <p:nvPr/>
            </p:nvCxnSpPr>
            <p:spPr>
              <a:xfrm rot="10800000" flipH="1">
                <a:off x="5545827" y="590702"/>
                <a:ext cx="341100" cy="2319600"/>
              </a:xfrm>
              <a:prstGeom prst="straightConnector1">
                <a:avLst/>
              </a:prstGeom>
              <a:noFill/>
              <a:ln w="9525" cap="flat" cmpd="sng">
                <a:solidFill>
                  <a:srgbClr val="FFFFFF"/>
                </a:solidFill>
                <a:prstDash val="solid"/>
                <a:round/>
                <a:headEnd type="none" w="med" len="med"/>
                <a:tailEnd type="none" w="med" len="med"/>
              </a:ln>
            </p:spPr>
          </p:cxnSp>
          <p:cxnSp>
            <p:nvCxnSpPr>
              <p:cNvPr id="777" name="Google Shape;777;p46">
                <a:extLst>
                  <a:ext uri="{FF2B5EF4-FFF2-40B4-BE49-F238E27FC236}">
                    <a16:creationId xmlns:a16="http://schemas.microsoft.com/office/drawing/2014/main" id="{B3A165F4-E9ED-9FB6-BEA5-3A855A9DA4CA}"/>
                  </a:ext>
                </a:extLst>
              </p:cNvPr>
              <p:cNvCxnSpPr/>
              <p:nvPr/>
            </p:nvCxnSpPr>
            <p:spPr>
              <a:xfrm rot="10800000">
                <a:off x="5872175" y="539583"/>
                <a:ext cx="734918" cy="2407770"/>
              </a:xfrm>
              <a:prstGeom prst="straightConnector1">
                <a:avLst/>
              </a:prstGeom>
              <a:noFill/>
              <a:ln w="9525" cap="flat" cmpd="sng">
                <a:solidFill>
                  <a:schemeClr val="accent6"/>
                </a:solidFill>
                <a:prstDash val="solid"/>
                <a:round/>
                <a:headEnd type="none" w="med" len="med"/>
                <a:tailEnd type="oval" w="med" len="med"/>
              </a:ln>
            </p:spPr>
          </p:cxnSp>
          <p:cxnSp>
            <p:nvCxnSpPr>
              <p:cNvPr id="778" name="Google Shape;778;p46">
                <a:extLst>
                  <a:ext uri="{FF2B5EF4-FFF2-40B4-BE49-F238E27FC236}">
                    <a16:creationId xmlns:a16="http://schemas.microsoft.com/office/drawing/2014/main" id="{01D3A0D6-DB33-ED7D-8B9F-4EF7B96B6E0E}"/>
                  </a:ext>
                </a:extLst>
              </p:cNvPr>
              <p:cNvCxnSpPr/>
              <p:nvPr/>
            </p:nvCxnSpPr>
            <p:spPr>
              <a:xfrm rot="10800000">
                <a:off x="15171671" y="597325"/>
                <a:ext cx="1685700" cy="2314500"/>
              </a:xfrm>
              <a:prstGeom prst="straightConnector1">
                <a:avLst/>
              </a:prstGeom>
              <a:noFill/>
              <a:ln w="9525" cap="flat" cmpd="sng">
                <a:solidFill>
                  <a:srgbClr val="FFFFFF"/>
                </a:solidFill>
                <a:prstDash val="solid"/>
                <a:round/>
                <a:headEnd type="none" w="med" len="med"/>
                <a:tailEnd type="none" w="med" len="med"/>
              </a:ln>
            </p:spPr>
          </p:cxnSp>
          <p:cxnSp>
            <p:nvCxnSpPr>
              <p:cNvPr id="779" name="Google Shape;779;p46">
                <a:extLst>
                  <a:ext uri="{FF2B5EF4-FFF2-40B4-BE49-F238E27FC236}">
                    <a16:creationId xmlns:a16="http://schemas.microsoft.com/office/drawing/2014/main" id="{786DC505-B1D5-8D8C-81C3-706539C1D085}"/>
                  </a:ext>
                </a:extLst>
              </p:cNvPr>
              <p:cNvCxnSpPr/>
              <p:nvPr/>
            </p:nvCxnSpPr>
            <p:spPr>
              <a:xfrm rot="10800000">
                <a:off x="15158424" y="603902"/>
                <a:ext cx="1134900" cy="2306400"/>
              </a:xfrm>
              <a:prstGeom prst="straightConnector1">
                <a:avLst/>
              </a:prstGeom>
              <a:noFill/>
              <a:ln w="9525" cap="flat" cmpd="sng">
                <a:solidFill>
                  <a:srgbClr val="FFFFFF"/>
                </a:solidFill>
                <a:prstDash val="solid"/>
                <a:round/>
                <a:headEnd type="none" w="med" len="med"/>
                <a:tailEnd type="none" w="med" len="med"/>
              </a:ln>
            </p:spPr>
          </p:cxnSp>
          <p:cxnSp>
            <p:nvCxnSpPr>
              <p:cNvPr id="780" name="Google Shape;780;p46">
                <a:extLst>
                  <a:ext uri="{FF2B5EF4-FFF2-40B4-BE49-F238E27FC236}">
                    <a16:creationId xmlns:a16="http://schemas.microsoft.com/office/drawing/2014/main" id="{69480D4F-690D-2D5C-E034-F974C1F27678}"/>
                  </a:ext>
                </a:extLst>
              </p:cNvPr>
              <p:cNvCxnSpPr/>
              <p:nvPr/>
            </p:nvCxnSpPr>
            <p:spPr>
              <a:xfrm rot="10800000">
                <a:off x="15136133" y="539583"/>
                <a:ext cx="734918" cy="2407770"/>
              </a:xfrm>
              <a:prstGeom prst="straightConnector1">
                <a:avLst/>
              </a:prstGeom>
              <a:noFill/>
              <a:ln w="9525" cap="flat" cmpd="sng">
                <a:solidFill>
                  <a:schemeClr val="accent6"/>
                </a:solidFill>
                <a:prstDash val="solid"/>
                <a:round/>
                <a:headEnd type="none" w="med" len="med"/>
                <a:tailEnd type="oval" w="med" len="med"/>
              </a:ln>
            </p:spPr>
          </p:cxnSp>
          <p:grpSp>
            <p:nvGrpSpPr>
              <p:cNvPr id="781" name="Google Shape;781;p46">
                <a:extLst>
                  <a:ext uri="{FF2B5EF4-FFF2-40B4-BE49-F238E27FC236}">
                    <a16:creationId xmlns:a16="http://schemas.microsoft.com/office/drawing/2014/main" id="{9E77EB99-BCD4-DBE3-DFF7-F3402C67DBC2}"/>
                  </a:ext>
                </a:extLst>
              </p:cNvPr>
              <p:cNvGrpSpPr/>
              <p:nvPr/>
            </p:nvGrpSpPr>
            <p:grpSpPr>
              <a:xfrm>
                <a:off x="4412659" y="2906077"/>
                <a:ext cx="13108743" cy="1677966"/>
                <a:chOff x="799450" y="3882200"/>
                <a:chExt cx="1937100" cy="247956"/>
              </a:xfrm>
            </p:grpSpPr>
            <p:grpSp>
              <p:nvGrpSpPr>
                <p:cNvPr id="782" name="Google Shape;782;p46">
                  <a:extLst>
                    <a:ext uri="{FF2B5EF4-FFF2-40B4-BE49-F238E27FC236}">
                      <a16:creationId xmlns:a16="http://schemas.microsoft.com/office/drawing/2014/main" id="{86242261-A626-2A55-3AAA-04666F4F301B}"/>
                    </a:ext>
                  </a:extLst>
                </p:cNvPr>
                <p:cNvGrpSpPr/>
                <p:nvPr/>
              </p:nvGrpSpPr>
              <p:grpSpPr>
                <a:xfrm>
                  <a:off x="799450" y="3932911"/>
                  <a:ext cx="1937100" cy="197245"/>
                  <a:chOff x="799450" y="3983869"/>
                  <a:chExt cx="1937100" cy="146379"/>
                </a:xfrm>
              </p:grpSpPr>
              <p:sp>
                <p:nvSpPr>
                  <p:cNvPr id="783" name="Google Shape;783;p46">
                    <a:extLst>
                      <a:ext uri="{FF2B5EF4-FFF2-40B4-BE49-F238E27FC236}">
                        <a16:creationId xmlns:a16="http://schemas.microsoft.com/office/drawing/2014/main" id="{AD9E838A-58C8-4AC1-7C55-6362F0D12163}"/>
                      </a:ext>
                    </a:extLst>
                  </p:cNvPr>
                  <p:cNvSpPr/>
                  <p:nvPr/>
                </p:nvSpPr>
                <p:spPr>
                  <a:xfrm rot="10800000">
                    <a:off x="814925" y="4056748"/>
                    <a:ext cx="1907400" cy="73500"/>
                  </a:xfrm>
                  <a:prstGeom prst="trapezoid">
                    <a:avLst>
                      <a:gd name="adj" fmla="val 15343"/>
                    </a:avLst>
                  </a:prstGeom>
                  <a:solidFill>
                    <a:schemeClr val="accent5"/>
                  </a:solidFill>
                  <a:ln>
                    <a:noFill/>
                  </a:ln>
                </p:spPr>
                <p:txBody>
                  <a:bodyPr spcFirstLastPara="1" wrap="square" lIns="121900" tIns="121900" rIns="121900" bIns="121900" anchor="ctr" anchorCtr="0">
                    <a:noAutofit/>
                  </a:bodyPr>
                  <a:lstStyle/>
                  <a:p>
                    <a:endParaRPr sz="1867"/>
                  </a:p>
                </p:txBody>
              </p:sp>
              <p:sp>
                <p:nvSpPr>
                  <p:cNvPr id="784" name="Google Shape;784;p46">
                    <a:extLst>
                      <a:ext uri="{FF2B5EF4-FFF2-40B4-BE49-F238E27FC236}">
                        <a16:creationId xmlns:a16="http://schemas.microsoft.com/office/drawing/2014/main" id="{4B5CFFAB-9811-D39D-3146-9B8A99C16609}"/>
                      </a:ext>
                    </a:extLst>
                  </p:cNvPr>
                  <p:cNvSpPr/>
                  <p:nvPr/>
                </p:nvSpPr>
                <p:spPr>
                  <a:xfrm rot="10800000">
                    <a:off x="799450" y="3983869"/>
                    <a:ext cx="1937100" cy="73500"/>
                  </a:xfrm>
                  <a:prstGeom prst="trapezoid">
                    <a:avLst>
                      <a:gd name="adj" fmla="val 15343"/>
                    </a:avLst>
                  </a:prstGeom>
                  <a:solidFill>
                    <a:schemeClr val="accent6"/>
                  </a:solidFill>
                  <a:ln>
                    <a:noFill/>
                  </a:ln>
                </p:spPr>
                <p:txBody>
                  <a:bodyPr spcFirstLastPara="1" wrap="square" lIns="121900" tIns="121900" rIns="121900" bIns="121900" anchor="ctr" anchorCtr="0">
                    <a:noAutofit/>
                  </a:bodyPr>
                  <a:lstStyle/>
                  <a:p>
                    <a:endParaRPr sz="1867"/>
                  </a:p>
                </p:txBody>
              </p:sp>
            </p:grpSp>
            <p:grpSp>
              <p:nvGrpSpPr>
                <p:cNvPr id="785" name="Google Shape;785;p46">
                  <a:extLst>
                    <a:ext uri="{FF2B5EF4-FFF2-40B4-BE49-F238E27FC236}">
                      <a16:creationId xmlns:a16="http://schemas.microsoft.com/office/drawing/2014/main" id="{E0415165-0875-0150-1BE4-E6E0AF78E8A9}"/>
                    </a:ext>
                  </a:extLst>
                </p:cNvPr>
                <p:cNvGrpSpPr/>
                <p:nvPr/>
              </p:nvGrpSpPr>
              <p:grpSpPr>
                <a:xfrm>
                  <a:off x="839650" y="3882200"/>
                  <a:ext cx="1842600" cy="50700"/>
                  <a:chOff x="839650" y="3882200"/>
                  <a:chExt cx="1842600" cy="50700"/>
                </a:xfrm>
              </p:grpSpPr>
              <p:sp>
                <p:nvSpPr>
                  <p:cNvPr id="786" name="Google Shape;786;p46">
                    <a:extLst>
                      <a:ext uri="{FF2B5EF4-FFF2-40B4-BE49-F238E27FC236}">
                        <a16:creationId xmlns:a16="http://schemas.microsoft.com/office/drawing/2014/main" id="{673C5FE8-9054-6865-2EAC-8F2693A69491}"/>
                      </a:ext>
                    </a:extLst>
                  </p:cNvPr>
                  <p:cNvSpPr/>
                  <p:nvPr/>
                </p:nvSpPr>
                <p:spPr>
                  <a:xfrm>
                    <a:off x="839650" y="3882200"/>
                    <a:ext cx="1842600" cy="50700"/>
                  </a:xfrm>
                  <a:prstGeom prst="rect">
                    <a:avLst/>
                  </a:prstGeom>
                  <a:solidFill>
                    <a:srgbClr val="FFFFFF"/>
                  </a:solidFill>
                  <a:ln>
                    <a:noFill/>
                  </a:ln>
                </p:spPr>
                <p:txBody>
                  <a:bodyPr spcFirstLastPara="1" wrap="square" lIns="121900" tIns="121900" rIns="121900" bIns="121900" anchor="ctr" anchorCtr="0">
                    <a:noAutofit/>
                  </a:bodyPr>
                  <a:lstStyle/>
                  <a:p>
                    <a:endParaRPr sz="1867"/>
                  </a:p>
                </p:txBody>
              </p:sp>
              <p:grpSp>
                <p:nvGrpSpPr>
                  <p:cNvPr id="787" name="Google Shape;787;p46">
                    <a:extLst>
                      <a:ext uri="{FF2B5EF4-FFF2-40B4-BE49-F238E27FC236}">
                        <a16:creationId xmlns:a16="http://schemas.microsoft.com/office/drawing/2014/main" id="{BB817EE1-6578-0832-92D5-42339D175EF5}"/>
                      </a:ext>
                    </a:extLst>
                  </p:cNvPr>
                  <p:cNvGrpSpPr/>
                  <p:nvPr/>
                </p:nvGrpSpPr>
                <p:grpSpPr>
                  <a:xfrm>
                    <a:off x="869023" y="3894092"/>
                    <a:ext cx="1783854" cy="26904"/>
                    <a:chOff x="869023" y="3894092"/>
                    <a:chExt cx="1783854" cy="26904"/>
                  </a:xfrm>
                </p:grpSpPr>
                <p:sp>
                  <p:nvSpPr>
                    <p:cNvPr id="788" name="Google Shape;788;p46">
                      <a:extLst>
                        <a:ext uri="{FF2B5EF4-FFF2-40B4-BE49-F238E27FC236}">
                          <a16:creationId xmlns:a16="http://schemas.microsoft.com/office/drawing/2014/main" id="{20D17BEA-276C-3F5C-2FB2-F194DD206A1B}"/>
                        </a:ext>
                      </a:extLst>
                    </p:cNvPr>
                    <p:cNvSpPr/>
                    <p:nvPr/>
                  </p:nvSpPr>
                  <p:spPr>
                    <a:xfrm>
                      <a:off x="8690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89" name="Google Shape;789;p46">
                      <a:extLst>
                        <a:ext uri="{FF2B5EF4-FFF2-40B4-BE49-F238E27FC236}">
                          <a16:creationId xmlns:a16="http://schemas.microsoft.com/office/drawing/2014/main" id="{A73D06D3-A69B-FCE9-31CD-5A314B38A60B}"/>
                        </a:ext>
                      </a:extLst>
                    </p:cNvPr>
                    <p:cNvSpPr/>
                    <p:nvPr/>
                  </p:nvSpPr>
                  <p:spPr>
                    <a:xfrm>
                      <a:off x="9365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0" name="Google Shape;790;p46">
                      <a:extLst>
                        <a:ext uri="{FF2B5EF4-FFF2-40B4-BE49-F238E27FC236}">
                          <a16:creationId xmlns:a16="http://schemas.microsoft.com/office/drawing/2014/main" id="{68F3AE03-467D-6E87-BA2C-E37EFDAE7DEE}"/>
                        </a:ext>
                      </a:extLst>
                    </p:cNvPr>
                    <p:cNvSpPr/>
                    <p:nvPr/>
                  </p:nvSpPr>
                  <p:spPr>
                    <a:xfrm>
                      <a:off x="10041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1" name="Google Shape;791;p46">
                      <a:extLst>
                        <a:ext uri="{FF2B5EF4-FFF2-40B4-BE49-F238E27FC236}">
                          <a16:creationId xmlns:a16="http://schemas.microsoft.com/office/drawing/2014/main" id="{46E428AA-14B6-B4FB-EBB1-46B14ED1021A}"/>
                        </a:ext>
                      </a:extLst>
                    </p:cNvPr>
                    <p:cNvSpPr/>
                    <p:nvPr/>
                  </p:nvSpPr>
                  <p:spPr>
                    <a:xfrm>
                      <a:off x="10717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2" name="Google Shape;792;p46">
                      <a:extLst>
                        <a:ext uri="{FF2B5EF4-FFF2-40B4-BE49-F238E27FC236}">
                          <a16:creationId xmlns:a16="http://schemas.microsoft.com/office/drawing/2014/main" id="{1284FFB9-74E7-3CFD-FE67-5909DC5A4E2F}"/>
                        </a:ext>
                      </a:extLst>
                    </p:cNvPr>
                    <p:cNvSpPr/>
                    <p:nvPr/>
                  </p:nvSpPr>
                  <p:spPr>
                    <a:xfrm>
                      <a:off x="11393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3" name="Google Shape;793;p46">
                      <a:extLst>
                        <a:ext uri="{FF2B5EF4-FFF2-40B4-BE49-F238E27FC236}">
                          <a16:creationId xmlns:a16="http://schemas.microsoft.com/office/drawing/2014/main" id="{16BFC68B-19D8-A722-DC83-7C629AFADAD6}"/>
                        </a:ext>
                      </a:extLst>
                    </p:cNvPr>
                    <p:cNvSpPr/>
                    <p:nvPr/>
                  </p:nvSpPr>
                  <p:spPr>
                    <a:xfrm>
                      <a:off x="12068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4" name="Google Shape;794;p46">
                      <a:extLst>
                        <a:ext uri="{FF2B5EF4-FFF2-40B4-BE49-F238E27FC236}">
                          <a16:creationId xmlns:a16="http://schemas.microsoft.com/office/drawing/2014/main" id="{88014BA9-AA53-F384-A84C-772AD701AF67}"/>
                        </a:ext>
                      </a:extLst>
                    </p:cNvPr>
                    <p:cNvSpPr/>
                    <p:nvPr/>
                  </p:nvSpPr>
                  <p:spPr>
                    <a:xfrm>
                      <a:off x="12744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5" name="Google Shape;795;p46">
                      <a:extLst>
                        <a:ext uri="{FF2B5EF4-FFF2-40B4-BE49-F238E27FC236}">
                          <a16:creationId xmlns:a16="http://schemas.microsoft.com/office/drawing/2014/main" id="{75DA4798-5A0B-7552-C87B-A874E742BF71}"/>
                        </a:ext>
                      </a:extLst>
                    </p:cNvPr>
                    <p:cNvSpPr/>
                    <p:nvPr/>
                  </p:nvSpPr>
                  <p:spPr>
                    <a:xfrm>
                      <a:off x="13420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6" name="Google Shape;796;p46">
                      <a:extLst>
                        <a:ext uri="{FF2B5EF4-FFF2-40B4-BE49-F238E27FC236}">
                          <a16:creationId xmlns:a16="http://schemas.microsoft.com/office/drawing/2014/main" id="{45E16D4E-599A-7D2F-AF57-A8AA8FF566EA}"/>
                        </a:ext>
                      </a:extLst>
                    </p:cNvPr>
                    <p:cNvSpPr/>
                    <p:nvPr/>
                  </p:nvSpPr>
                  <p:spPr>
                    <a:xfrm>
                      <a:off x="14096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7" name="Google Shape;797;p46">
                      <a:extLst>
                        <a:ext uri="{FF2B5EF4-FFF2-40B4-BE49-F238E27FC236}">
                          <a16:creationId xmlns:a16="http://schemas.microsoft.com/office/drawing/2014/main" id="{7C7F1B8B-765B-B3AF-4CEC-3027557A6759}"/>
                        </a:ext>
                      </a:extLst>
                    </p:cNvPr>
                    <p:cNvSpPr/>
                    <p:nvPr/>
                  </p:nvSpPr>
                  <p:spPr>
                    <a:xfrm>
                      <a:off x="14771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8" name="Google Shape;798;p46">
                      <a:extLst>
                        <a:ext uri="{FF2B5EF4-FFF2-40B4-BE49-F238E27FC236}">
                          <a16:creationId xmlns:a16="http://schemas.microsoft.com/office/drawing/2014/main" id="{E9118032-21DB-91A3-2E1F-AA6581C8B29E}"/>
                        </a:ext>
                      </a:extLst>
                    </p:cNvPr>
                    <p:cNvSpPr/>
                    <p:nvPr/>
                  </p:nvSpPr>
                  <p:spPr>
                    <a:xfrm>
                      <a:off x="15447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9" name="Google Shape;799;p46">
                      <a:extLst>
                        <a:ext uri="{FF2B5EF4-FFF2-40B4-BE49-F238E27FC236}">
                          <a16:creationId xmlns:a16="http://schemas.microsoft.com/office/drawing/2014/main" id="{04F76F5C-8268-5798-A8AF-EAEC0FB56FE8}"/>
                        </a:ext>
                      </a:extLst>
                    </p:cNvPr>
                    <p:cNvSpPr/>
                    <p:nvPr/>
                  </p:nvSpPr>
                  <p:spPr>
                    <a:xfrm>
                      <a:off x="16123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0" name="Google Shape;800;p46">
                      <a:extLst>
                        <a:ext uri="{FF2B5EF4-FFF2-40B4-BE49-F238E27FC236}">
                          <a16:creationId xmlns:a16="http://schemas.microsoft.com/office/drawing/2014/main" id="{4A567CFE-EDA3-00D8-7A6D-98E2F9AEDE71}"/>
                        </a:ext>
                      </a:extLst>
                    </p:cNvPr>
                    <p:cNvSpPr/>
                    <p:nvPr/>
                  </p:nvSpPr>
                  <p:spPr>
                    <a:xfrm>
                      <a:off x="16799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1" name="Google Shape;801;p46">
                      <a:extLst>
                        <a:ext uri="{FF2B5EF4-FFF2-40B4-BE49-F238E27FC236}">
                          <a16:creationId xmlns:a16="http://schemas.microsoft.com/office/drawing/2014/main" id="{D5948FB0-559C-C894-AD49-C55050CF210F}"/>
                        </a:ext>
                      </a:extLst>
                    </p:cNvPr>
                    <p:cNvSpPr/>
                    <p:nvPr/>
                  </p:nvSpPr>
                  <p:spPr>
                    <a:xfrm>
                      <a:off x="17474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2" name="Google Shape;802;p46">
                      <a:extLst>
                        <a:ext uri="{FF2B5EF4-FFF2-40B4-BE49-F238E27FC236}">
                          <a16:creationId xmlns:a16="http://schemas.microsoft.com/office/drawing/2014/main" id="{9D5A4DAE-BF43-41B2-39D4-C28EDB7B5411}"/>
                        </a:ext>
                      </a:extLst>
                    </p:cNvPr>
                    <p:cNvSpPr/>
                    <p:nvPr/>
                  </p:nvSpPr>
                  <p:spPr>
                    <a:xfrm>
                      <a:off x="18150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3" name="Google Shape;803;p46">
                      <a:extLst>
                        <a:ext uri="{FF2B5EF4-FFF2-40B4-BE49-F238E27FC236}">
                          <a16:creationId xmlns:a16="http://schemas.microsoft.com/office/drawing/2014/main" id="{CBC40A9F-E15F-8009-6E51-EAF9B0C8E8C5}"/>
                        </a:ext>
                      </a:extLst>
                    </p:cNvPr>
                    <p:cNvSpPr/>
                    <p:nvPr/>
                  </p:nvSpPr>
                  <p:spPr>
                    <a:xfrm>
                      <a:off x="18826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4" name="Google Shape;804;p46">
                      <a:extLst>
                        <a:ext uri="{FF2B5EF4-FFF2-40B4-BE49-F238E27FC236}">
                          <a16:creationId xmlns:a16="http://schemas.microsoft.com/office/drawing/2014/main" id="{36F7617C-7C02-31BA-0C81-968A9E8BB526}"/>
                        </a:ext>
                      </a:extLst>
                    </p:cNvPr>
                    <p:cNvSpPr/>
                    <p:nvPr/>
                  </p:nvSpPr>
                  <p:spPr>
                    <a:xfrm>
                      <a:off x="19502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5" name="Google Shape;805;p46">
                      <a:extLst>
                        <a:ext uri="{FF2B5EF4-FFF2-40B4-BE49-F238E27FC236}">
                          <a16:creationId xmlns:a16="http://schemas.microsoft.com/office/drawing/2014/main" id="{07F334E2-6CBB-ACDA-F759-DDDC228522E2}"/>
                        </a:ext>
                      </a:extLst>
                    </p:cNvPr>
                    <p:cNvSpPr/>
                    <p:nvPr/>
                  </p:nvSpPr>
                  <p:spPr>
                    <a:xfrm>
                      <a:off x="20177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6" name="Google Shape;806;p46">
                      <a:extLst>
                        <a:ext uri="{FF2B5EF4-FFF2-40B4-BE49-F238E27FC236}">
                          <a16:creationId xmlns:a16="http://schemas.microsoft.com/office/drawing/2014/main" id="{9EA12C63-EAD4-E8FF-0DCD-FAB5488818BF}"/>
                        </a:ext>
                      </a:extLst>
                    </p:cNvPr>
                    <p:cNvSpPr/>
                    <p:nvPr/>
                  </p:nvSpPr>
                  <p:spPr>
                    <a:xfrm>
                      <a:off x="20853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7" name="Google Shape;807;p46">
                      <a:extLst>
                        <a:ext uri="{FF2B5EF4-FFF2-40B4-BE49-F238E27FC236}">
                          <a16:creationId xmlns:a16="http://schemas.microsoft.com/office/drawing/2014/main" id="{9F1D7BA7-51D9-64AB-0464-1964EC950BB6}"/>
                        </a:ext>
                      </a:extLst>
                    </p:cNvPr>
                    <p:cNvSpPr/>
                    <p:nvPr/>
                  </p:nvSpPr>
                  <p:spPr>
                    <a:xfrm>
                      <a:off x="21529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8" name="Google Shape;808;p46">
                      <a:extLst>
                        <a:ext uri="{FF2B5EF4-FFF2-40B4-BE49-F238E27FC236}">
                          <a16:creationId xmlns:a16="http://schemas.microsoft.com/office/drawing/2014/main" id="{0D57FDE3-2261-1B01-B0CD-4AA854935BF0}"/>
                        </a:ext>
                      </a:extLst>
                    </p:cNvPr>
                    <p:cNvSpPr/>
                    <p:nvPr/>
                  </p:nvSpPr>
                  <p:spPr>
                    <a:xfrm>
                      <a:off x="22205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9" name="Google Shape;809;p46">
                      <a:extLst>
                        <a:ext uri="{FF2B5EF4-FFF2-40B4-BE49-F238E27FC236}">
                          <a16:creationId xmlns:a16="http://schemas.microsoft.com/office/drawing/2014/main" id="{CF73B5D7-A480-1970-CBE0-D8C5BDA7F926}"/>
                        </a:ext>
                      </a:extLst>
                    </p:cNvPr>
                    <p:cNvSpPr/>
                    <p:nvPr/>
                  </p:nvSpPr>
                  <p:spPr>
                    <a:xfrm>
                      <a:off x="22880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0" name="Google Shape;810;p46">
                      <a:extLst>
                        <a:ext uri="{FF2B5EF4-FFF2-40B4-BE49-F238E27FC236}">
                          <a16:creationId xmlns:a16="http://schemas.microsoft.com/office/drawing/2014/main" id="{71071419-CFE8-441A-6634-2D55A058C845}"/>
                        </a:ext>
                      </a:extLst>
                    </p:cNvPr>
                    <p:cNvSpPr/>
                    <p:nvPr/>
                  </p:nvSpPr>
                  <p:spPr>
                    <a:xfrm>
                      <a:off x="23556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1" name="Google Shape;811;p46">
                      <a:extLst>
                        <a:ext uri="{FF2B5EF4-FFF2-40B4-BE49-F238E27FC236}">
                          <a16:creationId xmlns:a16="http://schemas.microsoft.com/office/drawing/2014/main" id="{405C158B-3E95-1FE4-0659-DBF7199FFCA3}"/>
                        </a:ext>
                      </a:extLst>
                    </p:cNvPr>
                    <p:cNvSpPr/>
                    <p:nvPr/>
                  </p:nvSpPr>
                  <p:spPr>
                    <a:xfrm>
                      <a:off x="24232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2" name="Google Shape;812;p46">
                      <a:extLst>
                        <a:ext uri="{FF2B5EF4-FFF2-40B4-BE49-F238E27FC236}">
                          <a16:creationId xmlns:a16="http://schemas.microsoft.com/office/drawing/2014/main" id="{755D082A-8405-83FD-4E5C-A8C366BF06D1}"/>
                        </a:ext>
                      </a:extLst>
                    </p:cNvPr>
                    <p:cNvSpPr/>
                    <p:nvPr/>
                  </p:nvSpPr>
                  <p:spPr>
                    <a:xfrm>
                      <a:off x="24908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3" name="Google Shape;813;p46">
                      <a:extLst>
                        <a:ext uri="{FF2B5EF4-FFF2-40B4-BE49-F238E27FC236}">
                          <a16:creationId xmlns:a16="http://schemas.microsoft.com/office/drawing/2014/main" id="{1022FC5C-1B81-86FC-E36C-FA55286FC8F1}"/>
                        </a:ext>
                      </a:extLst>
                    </p:cNvPr>
                    <p:cNvSpPr/>
                    <p:nvPr/>
                  </p:nvSpPr>
                  <p:spPr>
                    <a:xfrm>
                      <a:off x="25583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4" name="Google Shape;814;p46">
                      <a:extLst>
                        <a:ext uri="{FF2B5EF4-FFF2-40B4-BE49-F238E27FC236}">
                          <a16:creationId xmlns:a16="http://schemas.microsoft.com/office/drawing/2014/main" id="{E2784E42-E12C-02F1-71E5-90F8045D3AE6}"/>
                        </a:ext>
                      </a:extLst>
                    </p:cNvPr>
                    <p:cNvSpPr/>
                    <p:nvPr/>
                  </p:nvSpPr>
                  <p:spPr>
                    <a:xfrm>
                      <a:off x="26259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grpSp>
            </p:grpSp>
          </p:grpSp>
          <p:grpSp>
            <p:nvGrpSpPr>
              <p:cNvPr id="815" name="Google Shape;815;p46">
                <a:extLst>
                  <a:ext uri="{FF2B5EF4-FFF2-40B4-BE49-F238E27FC236}">
                    <a16:creationId xmlns:a16="http://schemas.microsoft.com/office/drawing/2014/main" id="{4BE53522-C506-9DD0-30C4-A011D1C21185}"/>
                  </a:ext>
                </a:extLst>
              </p:cNvPr>
              <p:cNvGrpSpPr/>
              <p:nvPr/>
            </p:nvGrpSpPr>
            <p:grpSpPr>
              <a:xfrm>
                <a:off x="7671090" y="1660061"/>
                <a:ext cx="451703" cy="1246019"/>
                <a:chOff x="1274300" y="3698075"/>
                <a:chExt cx="66749" cy="184126"/>
              </a:xfrm>
            </p:grpSpPr>
            <p:sp>
              <p:nvSpPr>
                <p:cNvPr id="816" name="Google Shape;816;p46">
                  <a:extLst>
                    <a:ext uri="{FF2B5EF4-FFF2-40B4-BE49-F238E27FC236}">
                      <a16:creationId xmlns:a16="http://schemas.microsoft.com/office/drawing/2014/main" id="{A9B4D27E-911D-D5E5-1FC0-889CC0C69852}"/>
                    </a:ext>
                  </a:extLst>
                </p:cNvPr>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817" name="Google Shape;817;p46">
                  <a:extLst>
                    <a:ext uri="{FF2B5EF4-FFF2-40B4-BE49-F238E27FC236}">
                      <a16:creationId xmlns:a16="http://schemas.microsoft.com/office/drawing/2014/main" id="{64AB4CB5-C578-7E7C-5AF2-FECF132BFD8C}"/>
                    </a:ext>
                  </a:extLst>
                </p:cNvPr>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nvGrpSpPr>
              <p:cNvPr id="818" name="Google Shape;818;p46">
                <a:extLst>
                  <a:ext uri="{FF2B5EF4-FFF2-40B4-BE49-F238E27FC236}">
                    <a16:creationId xmlns:a16="http://schemas.microsoft.com/office/drawing/2014/main" id="{632F98A4-91D1-6DEB-8C67-3E8D1ED64C12}"/>
                  </a:ext>
                </a:extLst>
              </p:cNvPr>
              <p:cNvGrpSpPr/>
              <p:nvPr/>
            </p:nvGrpSpPr>
            <p:grpSpPr>
              <a:xfrm>
                <a:off x="9832002" y="1660061"/>
                <a:ext cx="451703" cy="1246019"/>
                <a:chOff x="1274300" y="3698075"/>
                <a:chExt cx="66749" cy="184126"/>
              </a:xfrm>
            </p:grpSpPr>
            <p:sp>
              <p:nvSpPr>
                <p:cNvPr id="819" name="Google Shape;819;p46">
                  <a:extLst>
                    <a:ext uri="{FF2B5EF4-FFF2-40B4-BE49-F238E27FC236}">
                      <a16:creationId xmlns:a16="http://schemas.microsoft.com/office/drawing/2014/main" id="{94CCE752-D832-D3E6-3AB1-656515DFB483}"/>
                    </a:ext>
                  </a:extLst>
                </p:cNvPr>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820" name="Google Shape;820;p46">
                  <a:extLst>
                    <a:ext uri="{FF2B5EF4-FFF2-40B4-BE49-F238E27FC236}">
                      <a16:creationId xmlns:a16="http://schemas.microsoft.com/office/drawing/2014/main" id="{E792115B-88A5-0979-47F9-7E2683D07F4D}"/>
                    </a:ext>
                  </a:extLst>
                </p:cNvPr>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nvGrpSpPr>
              <p:cNvPr id="821" name="Google Shape;821;p46">
                <a:extLst>
                  <a:ext uri="{FF2B5EF4-FFF2-40B4-BE49-F238E27FC236}">
                    <a16:creationId xmlns:a16="http://schemas.microsoft.com/office/drawing/2014/main" id="{A39D4F95-6845-A3C5-B906-103EB71766B7}"/>
                  </a:ext>
                </a:extLst>
              </p:cNvPr>
              <p:cNvGrpSpPr/>
              <p:nvPr/>
            </p:nvGrpSpPr>
            <p:grpSpPr>
              <a:xfrm>
                <a:off x="11459514" y="1660061"/>
                <a:ext cx="451703" cy="1246019"/>
                <a:chOff x="1274300" y="3698075"/>
                <a:chExt cx="66749" cy="184126"/>
              </a:xfrm>
            </p:grpSpPr>
            <p:sp>
              <p:nvSpPr>
                <p:cNvPr id="822" name="Google Shape;822;p46">
                  <a:extLst>
                    <a:ext uri="{FF2B5EF4-FFF2-40B4-BE49-F238E27FC236}">
                      <a16:creationId xmlns:a16="http://schemas.microsoft.com/office/drawing/2014/main" id="{91B7CC7B-E02A-7858-6ABF-DF7361956901}"/>
                    </a:ext>
                  </a:extLst>
                </p:cNvPr>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823" name="Google Shape;823;p46">
                  <a:extLst>
                    <a:ext uri="{FF2B5EF4-FFF2-40B4-BE49-F238E27FC236}">
                      <a16:creationId xmlns:a16="http://schemas.microsoft.com/office/drawing/2014/main" id="{39B90931-4EB7-608D-7265-93B9CA3B4BB8}"/>
                    </a:ext>
                  </a:extLst>
                </p:cNvPr>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nvGrpSpPr>
              <p:cNvPr id="824" name="Google Shape;824;p46">
                <a:extLst>
                  <a:ext uri="{FF2B5EF4-FFF2-40B4-BE49-F238E27FC236}">
                    <a16:creationId xmlns:a16="http://schemas.microsoft.com/office/drawing/2014/main" id="{2ABEC2DE-F0F1-8EBD-0382-426E2A2A72F2}"/>
                  </a:ext>
                </a:extLst>
              </p:cNvPr>
              <p:cNvGrpSpPr/>
              <p:nvPr/>
            </p:nvGrpSpPr>
            <p:grpSpPr>
              <a:xfrm>
                <a:off x="13087025" y="1660061"/>
                <a:ext cx="451703" cy="1246019"/>
                <a:chOff x="1274300" y="3698075"/>
                <a:chExt cx="66749" cy="184126"/>
              </a:xfrm>
            </p:grpSpPr>
            <p:sp>
              <p:nvSpPr>
                <p:cNvPr id="825" name="Google Shape;825;p46">
                  <a:extLst>
                    <a:ext uri="{FF2B5EF4-FFF2-40B4-BE49-F238E27FC236}">
                      <a16:creationId xmlns:a16="http://schemas.microsoft.com/office/drawing/2014/main" id="{DFCE0712-151D-34D7-3E65-8612865CB091}"/>
                    </a:ext>
                  </a:extLst>
                </p:cNvPr>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826" name="Google Shape;826;p46">
                  <a:extLst>
                    <a:ext uri="{FF2B5EF4-FFF2-40B4-BE49-F238E27FC236}">
                      <a16:creationId xmlns:a16="http://schemas.microsoft.com/office/drawing/2014/main" id="{227DC25F-04A5-94FD-098D-52FD44C3FA65}"/>
                    </a:ext>
                  </a:extLst>
                </p:cNvPr>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sp>
          <p:nvSpPr>
            <p:cNvPr id="827" name="Google Shape;827;p46">
              <a:extLst>
                <a:ext uri="{FF2B5EF4-FFF2-40B4-BE49-F238E27FC236}">
                  <a16:creationId xmlns:a16="http://schemas.microsoft.com/office/drawing/2014/main" id="{1A03E060-B172-6062-986F-091A6DEB6F1D}"/>
                </a:ext>
              </a:extLst>
            </p:cNvPr>
            <p:cNvSpPr/>
            <p:nvPr/>
          </p:nvSpPr>
          <p:spPr>
            <a:xfrm>
              <a:off x="-2297475" y="3899525"/>
              <a:ext cx="11441465" cy="1303761"/>
            </a:xfrm>
            <a:custGeom>
              <a:avLst/>
              <a:gdLst/>
              <a:ahLst/>
              <a:cxnLst/>
              <a:rect l="l" t="t" r="r" b="b"/>
              <a:pathLst>
                <a:path w="152436" h="17369" extrusionOk="0">
                  <a:moveTo>
                    <a:pt x="50508" y="1"/>
                  </a:moveTo>
                  <a:cubicBezTo>
                    <a:pt x="47549" y="1"/>
                    <a:pt x="44430" y="1151"/>
                    <a:pt x="41585" y="2247"/>
                  </a:cubicBezTo>
                  <a:cubicBezTo>
                    <a:pt x="28122" y="7515"/>
                    <a:pt x="14195" y="11490"/>
                    <a:pt x="0" y="14100"/>
                  </a:cubicBezTo>
                  <a:lnTo>
                    <a:pt x="0" y="17368"/>
                  </a:lnTo>
                  <a:lnTo>
                    <a:pt x="152436" y="17368"/>
                  </a:lnTo>
                  <a:lnTo>
                    <a:pt x="152436" y="9027"/>
                  </a:lnTo>
                  <a:cubicBezTo>
                    <a:pt x="151776" y="9188"/>
                    <a:pt x="151222" y="9272"/>
                    <a:pt x="150669" y="9272"/>
                  </a:cubicBezTo>
                  <a:cubicBezTo>
                    <a:pt x="149629" y="9272"/>
                    <a:pt x="148596" y="8973"/>
                    <a:pt x="146875" y="8320"/>
                  </a:cubicBezTo>
                  <a:cubicBezTo>
                    <a:pt x="144880" y="7555"/>
                    <a:pt x="142781" y="7169"/>
                    <a:pt x="140682" y="7169"/>
                  </a:cubicBezTo>
                  <a:cubicBezTo>
                    <a:pt x="138829" y="7169"/>
                    <a:pt x="136976" y="7470"/>
                    <a:pt x="135192" y="8076"/>
                  </a:cubicBezTo>
                  <a:cubicBezTo>
                    <a:pt x="134111" y="8429"/>
                    <a:pt x="133029" y="8922"/>
                    <a:pt x="131911" y="8922"/>
                  </a:cubicBezTo>
                  <a:cubicBezTo>
                    <a:pt x="131794" y="8922"/>
                    <a:pt x="131676" y="8916"/>
                    <a:pt x="131558" y="8905"/>
                  </a:cubicBezTo>
                  <a:cubicBezTo>
                    <a:pt x="129729" y="8759"/>
                    <a:pt x="128339" y="7246"/>
                    <a:pt x="126851" y="6124"/>
                  </a:cubicBezTo>
                  <a:cubicBezTo>
                    <a:pt x="124679" y="4538"/>
                    <a:pt x="122078" y="3720"/>
                    <a:pt x="119455" y="3720"/>
                  </a:cubicBezTo>
                  <a:cubicBezTo>
                    <a:pt x="117926" y="3720"/>
                    <a:pt x="116389" y="3998"/>
                    <a:pt x="114925" y="4564"/>
                  </a:cubicBezTo>
                  <a:cubicBezTo>
                    <a:pt x="112013" y="5723"/>
                    <a:pt x="109377" y="8009"/>
                    <a:pt x="106281" y="8009"/>
                  </a:cubicBezTo>
                  <a:cubicBezTo>
                    <a:pt x="106187" y="8009"/>
                    <a:pt x="106093" y="8007"/>
                    <a:pt x="105998" y="8002"/>
                  </a:cubicBezTo>
                  <a:cubicBezTo>
                    <a:pt x="104364" y="7929"/>
                    <a:pt x="102852" y="7198"/>
                    <a:pt x="101266" y="6807"/>
                  </a:cubicBezTo>
                  <a:cubicBezTo>
                    <a:pt x="100266" y="6570"/>
                    <a:pt x="99258" y="6476"/>
                    <a:pt x="98245" y="6476"/>
                  </a:cubicBezTo>
                  <a:cubicBezTo>
                    <a:pt x="94450" y="6476"/>
                    <a:pt x="90583" y="7793"/>
                    <a:pt x="86738" y="7793"/>
                  </a:cubicBezTo>
                  <a:cubicBezTo>
                    <a:pt x="86133" y="7793"/>
                    <a:pt x="85529" y="7761"/>
                    <a:pt x="84925" y="7685"/>
                  </a:cubicBezTo>
                  <a:cubicBezTo>
                    <a:pt x="80087" y="7078"/>
                    <a:pt x="75719" y="3715"/>
                    <a:pt x="70877" y="3715"/>
                  </a:cubicBezTo>
                  <a:cubicBezTo>
                    <a:pt x="70666" y="3715"/>
                    <a:pt x="70455" y="3721"/>
                    <a:pt x="70243" y="3734"/>
                  </a:cubicBezTo>
                  <a:cubicBezTo>
                    <a:pt x="67616" y="3887"/>
                    <a:pt x="65005" y="5063"/>
                    <a:pt x="62478" y="5063"/>
                  </a:cubicBezTo>
                  <a:cubicBezTo>
                    <a:pt x="61766" y="5063"/>
                    <a:pt x="61061" y="4970"/>
                    <a:pt x="60365" y="4734"/>
                  </a:cubicBezTo>
                  <a:cubicBezTo>
                    <a:pt x="58194" y="4003"/>
                    <a:pt x="56706" y="2051"/>
                    <a:pt x="54706" y="978"/>
                  </a:cubicBezTo>
                  <a:cubicBezTo>
                    <a:pt x="53380" y="279"/>
                    <a:pt x="51963" y="1"/>
                    <a:pt x="50508" y="1"/>
                  </a:cubicBezTo>
                  <a:close/>
                </a:path>
              </a:pathLst>
            </a:custGeom>
            <a:gradFill>
              <a:gsLst>
                <a:gs pos="0">
                  <a:srgbClr val="D0F3FF">
                    <a:alpha val="71764"/>
                  </a:srgbClr>
                </a:gs>
                <a:gs pos="100000">
                  <a:srgbClr val="FFFFFF">
                    <a:alpha val="0"/>
                  </a:srgbClr>
                </a:gs>
              </a:gsLst>
              <a:lin ang="5400700" scaled="0"/>
            </a:gradFill>
            <a:ln>
              <a:noFill/>
            </a:ln>
          </p:spPr>
          <p:txBody>
            <a:bodyPr spcFirstLastPara="1" wrap="square" lIns="121900" tIns="121900" rIns="121900" bIns="121900" anchor="ctr" anchorCtr="0">
              <a:noAutofit/>
            </a:bodyPr>
            <a:lstStyle/>
            <a:p>
              <a:endParaRPr sz="1867"/>
            </a:p>
          </p:txBody>
        </p:sp>
      </p:grpSp>
      <p:sp>
        <p:nvSpPr>
          <p:cNvPr id="769" name="Google Shape;769;p46">
            <a:extLst>
              <a:ext uri="{FF2B5EF4-FFF2-40B4-BE49-F238E27FC236}">
                <a16:creationId xmlns:a16="http://schemas.microsoft.com/office/drawing/2014/main" id="{0755E9DF-5B4A-7658-D18E-A7AE02E8D686}"/>
              </a:ext>
            </a:extLst>
          </p:cNvPr>
          <p:cNvSpPr txBox="1">
            <a:spLocks noGrp="1"/>
          </p:cNvSpPr>
          <p:nvPr>
            <p:ph type="subTitle" idx="1"/>
          </p:nvPr>
        </p:nvSpPr>
        <p:spPr>
          <a:xfrm>
            <a:off x="410923" y="1593432"/>
            <a:ext cx="6868151" cy="5264567"/>
          </a:xfrm>
          <a:prstGeom prst="rect">
            <a:avLst/>
          </a:prstGeom>
        </p:spPr>
        <p:txBody>
          <a:bodyPr spcFirstLastPara="1" wrap="square" lIns="121900" tIns="121900" rIns="121900" bIns="121900" anchor="t" anchorCtr="0">
            <a:noAutofit/>
          </a:bodyPr>
          <a:lstStyle/>
          <a:p>
            <a:pPr marL="114300" indent="0">
              <a:lnSpc>
                <a:spcPct val="150000"/>
              </a:lnSpc>
              <a:buNone/>
            </a:pPr>
            <a:r>
              <a:rPr lang="en-US" b="1" dirty="0"/>
              <a:t>Initial Inspection (Training Set - 891 rows):</a:t>
            </a:r>
            <a:endParaRPr lang="en-US" dirty="0"/>
          </a:p>
          <a:p>
            <a:pPr>
              <a:lnSpc>
                <a:spcPct val="150000"/>
              </a:lnSpc>
            </a:pPr>
            <a:r>
              <a:rPr lang="en-US" dirty="0"/>
              <a:t>Identified missing data in three key columns.</a:t>
            </a:r>
          </a:p>
          <a:p>
            <a:pPr>
              <a:lnSpc>
                <a:spcPct val="150000"/>
              </a:lnSpc>
            </a:pPr>
            <a:r>
              <a:rPr lang="en-US" b="1" dirty="0"/>
              <a:t>Age:</a:t>
            </a:r>
            <a:r>
              <a:rPr lang="en-US" dirty="0"/>
              <a:t> 177 missing.</a:t>
            </a:r>
          </a:p>
          <a:p>
            <a:pPr>
              <a:lnSpc>
                <a:spcPct val="150000"/>
              </a:lnSpc>
            </a:pPr>
            <a:r>
              <a:rPr lang="en-US" b="1" dirty="0"/>
              <a:t>Cabin:</a:t>
            </a:r>
            <a:r>
              <a:rPr lang="en-US" dirty="0"/>
              <a:t> 687 missing.</a:t>
            </a:r>
          </a:p>
          <a:p>
            <a:pPr>
              <a:lnSpc>
                <a:spcPct val="150000"/>
              </a:lnSpc>
            </a:pPr>
            <a:r>
              <a:rPr lang="en-US" b="1" dirty="0"/>
              <a:t>Embarked:</a:t>
            </a:r>
            <a:r>
              <a:rPr lang="en-US" dirty="0"/>
              <a:t> 2 missing.</a:t>
            </a:r>
          </a:p>
          <a:p>
            <a:pPr marL="114300" indent="0">
              <a:lnSpc>
                <a:spcPct val="150000"/>
              </a:lnSpc>
              <a:buNone/>
            </a:pPr>
            <a:r>
              <a:rPr lang="en-US" b="1" dirty="0"/>
              <a:t>Cleaning Decisions:</a:t>
            </a:r>
            <a:endParaRPr lang="en-US" dirty="0"/>
          </a:p>
          <a:p>
            <a:pPr>
              <a:lnSpc>
                <a:spcPct val="150000"/>
              </a:lnSpc>
            </a:pPr>
            <a:r>
              <a:rPr lang="en-US" b="1" dirty="0"/>
              <a:t>Dropped:</a:t>
            </a:r>
            <a:r>
              <a:rPr lang="en-US" dirty="0"/>
              <a:t> 'Cabin' (70% missing), '</a:t>
            </a:r>
            <a:r>
              <a:rPr lang="en-US" dirty="0" err="1"/>
              <a:t>PassengerId</a:t>
            </a:r>
            <a:r>
              <a:rPr lang="en-US" dirty="0"/>
              <a:t>', 'Name', and 'Ticket' (low predictive value).</a:t>
            </a:r>
          </a:p>
          <a:p>
            <a:pPr>
              <a:lnSpc>
                <a:spcPct val="150000"/>
              </a:lnSpc>
            </a:pPr>
            <a:r>
              <a:rPr lang="en-US" b="1" dirty="0"/>
              <a:t>Dropped:</a:t>
            </a:r>
            <a:r>
              <a:rPr lang="en-US" dirty="0"/>
              <a:t> The 2 rows with missing 'Embarked' data.</a:t>
            </a:r>
          </a:p>
          <a:p>
            <a:pPr>
              <a:lnSpc>
                <a:spcPct val="150000"/>
              </a:lnSpc>
            </a:pPr>
            <a:r>
              <a:rPr lang="en-US" b="1" dirty="0"/>
              <a:t>Imputation:</a:t>
            </a:r>
            <a:r>
              <a:rPr lang="en-US" dirty="0"/>
              <a:t> Missing 'Age' values were filled using mean ages grouped by a custom '</a:t>
            </a:r>
            <a:r>
              <a:rPr lang="en-US" dirty="0" err="1"/>
              <a:t>ChildFlag</a:t>
            </a:r>
            <a:r>
              <a:rPr lang="en-US" dirty="0"/>
              <a:t>'.</a:t>
            </a:r>
          </a:p>
          <a:p>
            <a:pPr marL="0" indent="0">
              <a:spcBef>
                <a:spcPts val="1600"/>
              </a:spcBef>
              <a:spcAft>
                <a:spcPts val="1600"/>
              </a:spcAft>
              <a:buClr>
                <a:schemeClr val="dk1"/>
              </a:buClr>
              <a:buSzPts val="1100"/>
              <a:buNone/>
            </a:pPr>
            <a:endParaRPr lang="en-US" dirty="0"/>
          </a:p>
        </p:txBody>
      </p:sp>
      <p:pic>
        <p:nvPicPr>
          <p:cNvPr id="2" name="Slide 4">
            <a:hlinkClick r:id="" action="ppaction://media"/>
            <a:extLst>
              <a:ext uri="{FF2B5EF4-FFF2-40B4-BE49-F238E27FC236}">
                <a16:creationId xmlns:a16="http://schemas.microsoft.com/office/drawing/2014/main" id="{7769F32E-4707-FEE7-6091-D1D668A7646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059453" y="405611"/>
            <a:ext cx="406400" cy="406400"/>
          </a:xfrm>
          <a:prstGeom prst="rect">
            <a:avLst/>
          </a:prstGeom>
        </p:spPr>
      </p:pic>
    </p:spTree>
    <p:extLst>
      <p:ext uri="{BB962C8B-B14F-4D97-AF65-F5344CB8AC3E}">
        <p14:creationId xmlns:p14="http://schemas.microsoft.com/office/powerpoint/2010/main" val="3458858017"/>
      </p:ext>
    </p:extLst>
  </p:cSld>
  <p:clrMapOvr>
    <a:masterClrMapping/>
  </p:clrMapOvr>
  <mc:AlternateContent xmlns:mc="http://schemas.openxmlformats.org/markup-compatibility/2006">
    <mc:Choice xmlns:p14="http://schemas.microsoft.com/office/powerpoint/2010/main" Requires="p14">
      <p:transition spd="slow" p14:dur="2000" advTm="50835"/>
    </mc:Choice>
    <mc:Fallback>
      <p:transition spd="slow" advTm="508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083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62" name="Google Shape;962;p48"/>
          <p:cNvSpPr>
            <a:spLocks/>
          </p:cNvSpPr>
          <p:nvPr/>
        </p:nvSpPr>
        <p:spPr>
          <a:xfrm>
            <a:off x="1" y="2973291"/>
            <a:ext cx="3950000" cy="3884709"/>
          </a:xfrm>
          <a:custGeom>
            <a:avLst/>
            <a:gdLst/>
            <a:ahLst/>
            <a:cxnLst/>
            <a:rect l="l" t="t" r="r" b="b"/>
            <a:pathLst>
              <a:path w="208483" h="100173" extrusionOk="0">
                <a:moveTo>
                  <a:pt x="0" y="1"/>
                </a:moveTo>
                <a:lnTo>
                  <a:pt x="208482" y="1"/>
                </a:lnTo>
                <a:lnTo>
                  <a:pt x="208482" y="100172"/>
                </a:lnTo>
                <a:lnTo>
                  <a:pt x="0" y="100172"/>
                </a:lnTo>
                <a:close/>
              </a:path>
            </a:pathLst>
          </a:custGeom>
          <a:gradFill>
            <a:gsLst>
              <a:gs pos="0">
                <a:srgbClr val="D0F3FF">
                  <a:alpha val="32549"/>
                </a:srgbClr>
              </a:gs>
              <a:gs pos="50000">
                <a:srgbClr val="FFFFFF">
                  <a:alpha val="0"/>
                </a:srgbClr>
              </a:gs>
              <a:gs pos="100000">
                <a:srgbClr val="FFFFFF">
                  <a:alpha val="0"/>
                </a:srgbClr>
              </a:gs>
            </a:gsLst>
            <a:lin ang="5400012" scaled="0"/>
          </a:gradFill>
          <a:ln>
            <a:noFill/>
          </a:ln>
        </p:spPr>
        <p:txBody>
          <a:bodyPr spcFirstLastPara="1" wrap="square" lIns="121900" tIns="121900" rIns="121900" bIns="121900" anchor="ctr" anchorCtr="0">
            <a:noAutofit/>
          </a:bodyPr>
          <a:lstStyle/>
          <a:p>
            <a:endParaRPr sz="1867"/>
          </a:p>
        </p:txBody>
      </p:sp>
      <p:grpSp>
        <p:nvGrpSpPr>
          <p:cNvPr id="923" name="Google Shape;923;p48"/>
          <p:cNvGrpSpPr/>
          <p:nvPr/>
        </p:nvGrpSpPr>
        <p:grpSpPr>
          <a:xfrm>
            <a:off x="250476" y="1694551"/>
            <a:ext cx="3549776" cy="4446649"/>
            <a:chOff x="1016162" y="1261649"/>
            <a:chExt cx="2662332" cy="3334987"/>
          </a:xfrm>
        </p:grpSpPr>
        <p:grpSp>
          <p:nvGrpSpPr>
            <p:cNvPr id="924" name="Google Shape;924;p48"/>
            <p:cNvGrpSpPr/>
            <p:nvPr/>
          </p:nvGrpSpPr>
          <p:grpSpPr>
            <a:xfrm>
              <a:off x="1859846" y="2234832"/>
              <a:ext cx="1818648" cy="2361804"/>
              <a:chOff x="1859846" y="2234832"/>
              <a:chExt cx="1818648" cy="2361804"/>
            </a:xfrm>
          </p:grpSpPr>
          <p:sp>
            <p:nvSpPr>
              <p:cNvPr id="925" name="Google Shape;925;p48"/>
              <p:cNvSpPr/>
              <p:nvPr/>
            </p:nvSpPr>
            <p:spPr>
              <a:xfrm>
                <a:off x="2137669" y="3358925"/>
                <a:ext cx="1126656" cy="1134286"/>
              </a:xfrm>
              <a:custGeom>
                <a:avLst/>
                <a:gdLst/>
                <a:ahLst/>
                <a:cxnLst/>
                <a:rect l="l" t="t" r="r" b="b"/>
                <a:pathLst>
                  <a:path w="69816" h="70661" extrusionOk="0">
                    <a:moveTo>
                      <a:pt x="67808" y="1"/>
                    </a:moveTo>
                    <a:lnTo>
                      <a:pt x="1" y="67809"/>
                    </a:lnTo>
                    <a:lnTo>
                      <a:pt x="2588" y="70661"/>
                    </a:lnTo>
                    <a:lnTo>
                      <a:pt x="8292" y="67650"/>
                    </a:lnTo>
                    <a:lnTo>
                      <a:pt x="10404" y="69710"/>
                    </a:lnTo>
                    <a:lnTo>
                      <a:pt x="69815" y="10299"/>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grpSp>
            <p:nvGrpSpPr>
              <p:cNvPr id="926" name="Google Shape;926;p48"/>
              <p:cNvGrpSpPr/>
              <p:nvPr/>
            </p:nvGrpSpPr>
            <p:grpSpPr>
              <a:xfrm>
                <a:off x="1859846" y="2234832"/>
                <a:ext cx="1818648" cy="2361804"/>
                <a:chOff x="1859846" y="2234832"/>
                <a:chExt cx="1818648" cy="2361804"/>
              </a:xfrm>
            </p:grpSpPr>
            <p:sp>
              <p:nvSpPr>
                <p:cNvPr id="927" name="Google Shape;927;p48"/>
                <p:cNvSpPr/>
                <p:nvPr/>
              </p:nvSpPr>
              <p:spPr>
                <a:xfrm>
                  <a:off x="1859846" y="3062226"/>
                  <a:ext cx="1372091" cy="1385202"/>
                </a:xfrm>
                <a:custGeom>
                  <a:avLst/>
                  <a:gdLst/>
                  <a:ahLst/>
                  <a:cxnLst/>
                  <a:rect l="l" t="t" r="r" b="b"/>
                  <a:pathLst>
                    <a:path w="85025" h="86292" extrusionOk="0">
                      <a:moveTo>
                        <a:pt x="83598" y="11249"/>
                      </a:moveTo>
                      <a:lnTo>
                        <a:pt x="59728" y="0"/>
                      </a:lnTo>
                      <a:lnTo>
                        <a:pt x="634" y="56824"/>
                      </a:lnTo>
                      <a:lnTo>
                        <a:pt x="1" y="66752"/>
                      </a:lnTo>
                      <a:lnTo>
                        <a:pt x="17217" y="86292"/>
                      </a:lnTo>
                      <a:lnTo>
                        <a:pt x="85024" y="1848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928" name="Google Shape;928;p48"/>
                <p:cNvSpPr/>
                <p:nvPr/>
              </p:nvSpPr>
              <p:spPr>
                <a:xfrm>
                  <a:off x="2305564" y="3524233"/>
                  <a:ext cx="963021" cy="1072403"/>
                </a:xfrm>
                <a:custGeom>
                  <a:avLst/>
                  <a:gdLst/>
                  <a:ahLst/>
                  <a:cxnLst/>
                  <a:rect l="l" t="t" r="r" b="b"/>
                  <a:pathLst>
                    <a:path w="59676" h="66806" extrusionOk="0">
                      <a:moveTo>
                        <a:pt x="0" y="59412"/>
                      </a:moveTo>
                      <a:lnTo>
                        <a:pt x="7393" y="66805"/>
                      </a:lnTo>
                      <a:lnTo>
                        <a:pt x="26827" y="47688"/>
                      </a:lnTo>
                      <a:lnTo>
                        <a:pt x="38023" y="40981"/>
                      </a:lnTo>
                      <a:lnTo>
                        <a:pt x="47318" y="12886"/>
                      </a:lnTo>
                      <a:lnTo>
                        <a:pt x="59675" y="1268"/>
                      </a:lnTo>
                      <a:lnTo>
                        <a:pt x="59411"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929" name="Google Shape;929;p48"/>
                <p:cNvSpPr/>
                <p:nvPr/>
              </p:nvSpPr>
              <p:spPr>
                <a:xfrm>
                  <a:off x="2746150" y="2234832"/>
                  <a:ext cx="932344" cy="1016460"/>
                </a:xfrm>
                <a:custGeom>
                  <a:avLst/>
                  <a:gdLst/>
                  <a:ahLst/>
                  <a:cxnLst/>
                  <a:rect l="l" t="t" r="r" b="b"/>
                  <a:pathLst>
                    <a:path w="57775" h="63321" extrusionOk="0">
                      <a:moveTo>
                        <a:pt x="57775" y="24769"/>
                      </a:moveTo>
                      <a:lnTo>
                        <a:pt x="49008" y="1"/>
                      </a:lnTo>
                      <a:lnTo>
                        <a:pt x="26511" y="1"/>
                      </a:lnTo>
                      <a:lnTo>
                        <a:pt x="1" y="51860"/>
                      </a:lnTo>
                      <a:lnTo>
                        <a:pt x="21442" y="63320"/>
                      </a:lnTo>
                      <a:lnTo>
                        <a:pt x="55926" y="28835"/>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930" name="Google Shape;930;p48"/>
                <p:cNvSpPr/>
                <p:nvPr/>
              </p:nvSpPr>
              <p:spPr>
                <a:xfrm>
                  <a:off x="3092154" y="2697706"/>
                  <a:ext cx="556518" cy="588340"/>
                </a:xfrm>
                <a:custGeom>
                  <a:avLst/>
                  <a:gdLst/>
                  <a:ahLst/>
                  <a:cxnLst/>
                  <a:rect l="l" t="t" r="r" b="b"/>
                  <a:pathLst>
                    <a:path w="34486" h="36651" extrusionOk="0">
                      <a:moveTo>
                        <a:pt x="34485" y="0"/>
                      </a:moveTo>
                      <a:lnTo>
                        <a:pt x="1" y="34485"/>
                      </a:lnTo>
                      <a:lnTo>
                        <a:pt x="3539" y="36386"/>
                      </a:lnTo>
                      <a:lnTo>
                        <a:pt x="4172" y="36650"/>
                      </a:lnTo>
                      <a:lnTo>
                        <a:pt x="29257" y="11565"/>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931" name="Google Shape;931;p48"/>
                <p:cNvSpPr/>
                <p:nvPr/>
              </p:nvSpPr>
              <p:spPr>
                <a:xfrm>
                  <a:off x="3159480" y="2883353"/>
                  <a:ext cx="404825" cy="482378"/>
                </a:xfrm>
                <a:custGeom>
                  <a:avLst/>
                  <a:gdLst/>
                  <a:ahLst/>
                  <a:cxnLst/>
                  <a:rect l="l" t="t" r="r" b="b"/>
                  <a:pathLst>
                    <a:path w="25086" h="30050" extrusionOk="0">
                      <a:moveTo>
                        <a:pt x="25085" y="0"/>
                      </a:moveTo>
                      <a:lnTo>
                        <a:pt x="0" y="25085"/>
                      </a:lnTo>
                      <a:lnTo>
                        <a:pt x="11566" y="30049"/>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grpSp>
        </p:grpSp>
        <p:sp>
          <p:nvSpPr>
            <p:cNvPr id="932" name="Google Shape;932;p48"/>
            <p:cNvSpPr/>
            <p:nvPr/>
          </p:nvSpPr>
          <p:spPr>
            <a:xfrm>
              <a:off x="1696228" y="2721432"/>
              <a:ext cx="1312431" cy="1379279"/>
            </a:xfrm>
            <a:custGeom>
              <a:avLst/>
              <a:gdLst/>
              <a:ahLst/>
              <a:cxnLst/>
              <a:rect l="l" t="t" r="r" b="b"/>
              <a:pathLst>
                <a:path w="81328" h="85923" extrusionOk="0">
                  <a:moveTo>
                    <a:pt x="0" y="81381"/>
                  </a:moveTo>
                  <a:lnTo>
                    <a:pt x="19276" y="85923"/>
                  </a:lnTo>
                  <a:lnTo>
                    <a:pt x="44360" y="74991"/>
                  </a:lnTo>
                  <a:lnTo>
                    <a:pt x="46790" y="54289"/>
                  </a:lnTo>
                  <a:lnTo>
                    <a:pt x="68706" y="37443"/>
                  </a:lnTo>
                  <a:lnTo>
                    <a:pt x="81327"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933" name="Google Shape;933;p48"/>
            <p:cNvSpPr/>
            <p:nvPr/>
          </p:nvSpPr>
          <p:spPr>
            <a:xfrm>
              <a:off x="1452487" y="2234832"/>
              <a:ext cx="1692517" cy="1577656"/>
            </a:xfrm>
            <a:custGeom>
              <a:avLst/>
              <a:gdLst/>
              <a:ahLst/>
              <a:cxnLst/>
              <a:rect l="l" t="t" r="r" b="b"/>
              <a:pathLst>
                <a:path w="104881" h="98281" extrusionOk="0">
                  <a:moveTo>
                    <a:pt x="38552" y="1"/>
                  </a:moveTo>
                  <a:lnTo>
                    <a:pt x="8873" y="39027"/>
                  </a:lnTo>
                  <a:lnTo>
                    <a:pt x="1" y="78107"/>
                  </a:lnTo>
                  <a:lnTo>
                    <a:pt x="6602" y="98280"/>
                  </a:lnTo>
                  <a:lnTo>
                    <a:pt x="104881"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934" name="Google Shape;934;p48"/>
            <p:cNvSpPr/>
            <p:nvPr/>
          </p:nvSpPr>
          <p:spPr>
            <a:xfrm>
              <a:off x="1559011" y="2234832"/>
              <a:ext cx="1614976" cy="1792968"/>
            </a:xfrm>
            <a:custGeom>
              <a:avLst/>
              <a:gdLst/>
              <a:ahLst/>
              <a:cxnLst/>
              <a:rect l="l" t="t" r="r" b="b"/>
              <a:pathLst>
                <a:path w="100076" h="111694" extrusionOk="0">
                  <a:moveTo>
                    <a:pt x="100075" y="1"/>
                  </a:moveTo>
                  <a:lnTo>
                    <a:pt x="98280" y="1"/>
                  </a:lnTo>
                  <a:lnTo>
                    <a:pt x="1" y="98280"/>
                  </a:lnTo>
                  <a:lnTo>
                    <a:pt x="4014" y="110638"/>
                  </a:lnTo>
                  <a:lnTo>
                    <a:pt x="8503" y="111694"/>
                  </a:lnTo>
                  <a:lnTo>
                    <a:pt x="89830" y="3031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935" name="Google Shape;935;p48"/>
            <p:cNvSpPr/>
            <p:nvPr/>
          </p:nvSpPr>
          <p:spPr>
            <a:xfrm>
              <a:off x="1168693" y="2745173"/>
              <a:ext cx="840312" cy="840124"/>
            </a:xfrm>
            <a:custGeom>
              <a:avLst/>
              <a:gdLst/>
              <a:ahLst/>
              <a:cxnLst/>
              <a:rect l="l" t="t" r="r" b="b"/>
              <a:pathLst>
                <a:path w="52072" h="52336" extrusionOk="0">
                  <a:moveTo>
                    <a:pt x="1" y="21917"/>
                  </a:moveTo>
                  <a:lnTo>
                    <a:pt x="12834" y="48744"/>
                  </a:lnTo>
                  <a:lnTo>
                    <a:pt x="24769" y="52335"/>
                  </a:lnTo>
                  <a:lnTo>
                    <a:pt x="52071" y="27303"/>
                  </a:lnTo>
                  <a:lnTo>
                    <a:pt x="33324" y="0"/>
                  </a:lnTo>
                  <a:close/>
                </a:path>
              </a:pathLst>
            </a:custGeom>
            <a:solidFill>
              <a:schemeClr val="dk2"/>
            </a:solidFill>
            <a:ln>
              <a:noFill/>
            </a:ln>
          </p:spPr>
          <p:txBody>
            <a:bodyPr spcFirstLastPara="1" wrap="square" lIns="121900" tIns="121900" rIns="121900" bIns="121900" anchor="ctr" anchorCtr="0">
              <a:noAutofit/>
            </a:bodyPr>
            <a:lstStyle/>
            <a:p>
              <a:endParaRPr sz="1867"/>
            </a:p>
          </p:txBody>
        </p:sp>
        <p:sp>
          <p:nvSpPr>
            <p:cNvPr id="936" name="Google Shape;936;p48"/>
            <p:cNvSpPr/>
            <p:nvPr/>
          </p:nvSpPr>
          <p:spPr>
            <a:xfrm>
              <a:off x="1016161" y="2234832"/>
              <a:ext cx="704789" cy="638360"/>
            </a:xfrm>
            <a:custGeom>
              <a:avLst/>
              <a:gdLst/>
              <a:ahLst/>
              <a:cxnLst/>
              <a:rect l="l" t="t" r="r" b="b"/>
              <a:pathLst>
                <a:path w="43674" h="39767" extrusionOk="0">
                  <a:moveTo>
                    <a:pt x="16846" y="1"/>
                  </a:moveTo>
                  <a:lnTo>
                    <a:pt x="0" y="13256"/>
                  </a:lnTo>
                  <a:lnTo>
                    <a:pt x="3908" y="39767"/>
                  </a:lnTo>
                  <a:lnTo>
                    <a:pt x="43674"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937" name="Google Shape;937;p48"/>
            <p:cNvSpPr/>
            <p:nvPr/>
          </p:nvSpPr>
          <p:spPr>
            <a:xfrm>
              <a:off x="1100528" y="2234832"/>
              <a:ext cx="974092" cy="934223"/>
            </a:xfrm>
            <a:custGeom>
              <a:avLst/>
              <a:gdLst/>
              <a:ahLst/>
              <a:cxnLst/>
              <a:rect l="l" t="t" r="r" b="b"/>
              <a:pathLst>
                <a:path w="60362" h="58198" extrusionOk="0">
                  <a:moveTo>
                    <a:pt x="0" y="48850"/>
                  </a:moveTo>
                  <a:lnTo>
                    <a:pt x="1373" y="58197"/>
                  </a:lnTo>
                  <a:lnTo>
                    <a:pt x="21705" y="42883"/>
                  </a:lnTo>
                  <a:lnTo>
                    <a:pt x="51278" y="31528"/>
                  </a:lnTo>
                  <a:lnTo>
                    <a:pt x="60362" y="1"/>
                  </a:lnTo>
                  <a:lnTo>
                    <a:pt x="48796"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938" name="Google Shape;938;p48"/>
            <p:cNvSpPr/>
            <p:nvPr/>
          </p:nvSpPr>
          <p:spPr>
            <a:xfrm>
              <a:off x="1079211" y="2234832"/>
              <a:ext cx="808779" cy="784181"/>
            </a:xfrm>
            <a:custGeom>
              <a:avLst/>
              <a:gdLst/>
              <a:ahLst/>
              <a:cxnLst/>
              <a:rect l="l" t="t" r="r" b="b"/>
              <a:pathLst>
                <a:path w="50118" h="48851" extrusionOk="0">
                  <a:moveTo>
                    <a:pt x="39767" y="1"/>
                  </a:moveTo>
                  <a:lnTo>
                    <a:pt x="1" y="39767"/>
                  </a:lnTo>
                  <a:lnTo>
                    <a:pt x="1321" y="48850"/>
                  </a:lnTo>
                  <a:lnTo>
                    <a:pt x="50117"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939" name="Google Shape;939;p48"/>
            <p:cNvSpPr/>
            <p:nvPr/>
          </p:nvSpPr>
          <p:spPr>
            <a:xfrm>
              <a:off x="2005584" y="1261649"/>
              <a:ext cx="628088" cy="834184"/>
            </a:xfrm>
            <a:custGeom>
              <a:avLst/>
              <a:gdLst/>
              <a:ahLst/>
              <a:cxnLst/>
              <a:rect l="l" t="t" r="r" b="b"/>
              <a:pathLst>
                <a:path w="38921" h="51966" extrusionOk="0">
                  <a:moveTo>
                    <a:pt x="0" y="22233"/>
                  </a:moveTo>
                  <a:lnTo>
                    <a:pt x="9189" y="3697"/>
                  </a:lnTo>
                  <a:lnTo>
                    <a:pt x="15209" y="0"/>
                  </a:lnTo>
                  <a:lnTo>
                    <a:pt x="19434" y="4647"/>
                  </a:lnTo>
                  <a:lnTo>
                    <a:pt x="38921" y="40716"/>
                  </a:lnTo>
                  <a:lnTo>
                    <a:pt x="28253" y="51965"/>
                  </a:lnTo>
                  <a:lnTo>
                    <a:pt x="8555" y="41139"/>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940" name="Google Shape;940;p48"/>
            <p:cNvSpPr/>
            <p:nvPr/>
          </p:nvSpPr>
          <p:spPr>
            <a:xfrm>
              <a:off x="2251019" y="1261649"/>
              <a:ext cx="201993" cy="489152"/>
            </a:xfrm>
            <a:custGeom>
              <a:avLst/>
              <a:gdLst/>
              <a:ahLst/>
              <a:cxnLst/>
              <a:rect l="l" t="t" r="r" b="b"/>
              <a:pathLst>
                <a:path w="12517" h="30472" extrusionOk="0">
                  <a:moveTo>
                    <a:pt x="0" y="0"/>
                  </a:moveTo>
                  <a:lnTo>
                    <a:pt x="3539" y="5862"/>
                  </a:lnTo>
                  <a:lnTo>
                    <a:pt x="10826" y="20015"/>
                  </a:lnTo>
                  <a:lnTo>
                    <a:pt x="10351" y="30471"/>
                  </a:lnTo>
                  <a:lnTo>
                    <a:pt x="12516" y="19487"/>
                  </a:lnTo>
                  <a:lnTo>
                    <a:pt x="4225" y="4647"/>
                  </a:lnTo>
                  <a:lnTo>
                    <a:pt x="0" y="0"/>
                  </a:lnTo>
                  <a:close/>
                  <a:moveTo>
                    <a:pt x="10351" y="30471"/>
                  </a:moveTo>
                  <a:lnTo>
                    <a:pt x="10351" y="30471"/>
                  </a:lnTo>
                  <a:lnTo>
                    <a:pt x="10351" y="30471"/>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941" name="Google Shape;941;p48"/>
            <p:cNvSpPr/>
            <p:nvPr/>
          </p:nvSpPr>
          <p:spPr>
            <a:xfrm>
              <a:off x="2189664" y="1320979"/>
              <a:ext cx="588890" cy="609546"/>
            </a:xfrm>
            <a:custGeom>
              <a:avLst/>
              <a:gdLst/>
              <a:ahLst/>
              <a:cxnLst/>
              <a:rect l="l" t="t" r="r" b="b"/>
              <a:pathLst>
                <a:path w="36492" h="37972" extrusionOk="0">
                  <a:moveTo>
                    <a:pt x="0" y="36176"/>
                  </a:moveTo>
                  <a:lnTo>
                    <a:pt x="17480" y="1"/>
                  </a:lnTo>
                  <a:lnTo>
                    <a:pt x="24345" y="9982"/>
                  </a:lnTo>
                  <a:lnTo>
                    <a:pt x="25190" y="9665"/>
                  </a:lnTo>
                  <a:lnTo>
                    <a:pt x="27250" y="13520"/>
                  </a:lnTo>
                  <a:lnTo>
                    <a:pt x="29045" y="12358"/>
                  </a:lnTo>
                  <a:lnTo>
                    <a:pt x="36492" y="20544"/>
                  </a:lnTo>
                  <a:lnTo>
                    <a:pt x="23870" y="37971"/>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942" name="Google Shape;942;p48"/>
            <p:cNvSpPr/>
            <p:nvPr/>
          </p:nvSpPr>
          <p:spPr>
            <a:xfrm>
              <a:off x="2392480" y="1320979"/>
              <a:ext cx="137233" cy="494240"/>
            </a:xfrm>
            <a:custGeom>
              <a:avLst/>
              <a:gdLst/>
              <a:ahLst/>
              <a:cxnLst/>
              <a:rect l="l" t="t" r="r" b="b"/>
              <a:pathLst>
                <a:path w="8504" h="30789" extrusionOk="0">
                  <a:moveTo>
                    <a:pt x="4912" y="1"/>
                  </a:moveTo>
                  <a:lnTo>
                    <a:pt x="7764" y="10774"/>
                  </a:lnTo>
                  <a:lnTo>
                    <a:pt x="6708" y="13837"/>
                  </a:lnTo>
                  <a:lnTo>
                    <a:pt x="8186" y="18695"/>
                  </a:lnTo>
                  <a:lnTo>
                    <a:pt x="8503" y="30789"/>
                  </a:lnTo>
                  <a:lnTo>
                    <a:pt x="5440" y="29310"/>
                  </a:lnTo>
                  <a:lnTo>
                    <a:pt x="6972" y="21389"/>
                  </a:lnTo>
                  <a:lnTo>
                    <a:pt x="4173" y="18590"/>
                  </a:lnTo>
                  <a:lnTo>
                    <a:pt x="4701" y="15632"/>
                  </a:lnTo>
                  <a:lnTo>
                    <a:pt x="5123" y="9823"/>
                  </a:lnTo>
                  <a:lnTo>
                    <a:pt x="5493" y="6813"/>
                  </a:lnTo>
                  <a:lnTo>
                    <a:pt x="2113" y="9771"/>
                  </a:lnTo>
                  <a:lnTo>
                    <a:pt x="5018" y="5176"/>
                  </a:lnTo>
                  <a:lnTo>
                    <a:pt x="1" y="11302"/>
                  </a:lnTo>
                  <a:lnTo>
                    <a:pt x="4595" y="3645"/>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943" name="Google Shape;943;p48"/>
            <p:cNvSpPr/>
            <p:nvPr/>
          </p:nvSpPr>
          <p:spPr>
            <a:xfrm>
              <a:off x="2115513" y="1261649"/>
              <a:ext cx="144043" cy="794326"/>
            </a:xfrm>
            <a:custGeom>
              <a:avLst/>
              <a:gdLst/>
              <a:ahLst/>
              <a:cxnLst/>
              <a:rect l="l" t="t" r="r" b="b"/>
              <a:pathLst>
                <a:path w="8926" h="49483" extrusionOk="0">
                  <a:moveTo>
                    <a:pt x="2377" y="3697"/>
                  </a:moveTo>
                  <a:lnTo>
                    <a:pt x="8397" y="0"/>
                  </a:lnTo>
                  <a:lnTo>
                    <a:pt x="4384" y="11196"/>
                  </a:lnTo>
                  <a:lnTo>
                    <a:pt x="8925" y="14312"/>
                  </a:lnTo>
                  <a:lnTo>
                    <a:pt x="8820" y="19381"/>
                  </a:lnTo>
                  <a:lnTo>
                    <a:pt x="5915" y="29785"/>
                  </a:lnTo>
                  <a:lnTo>
                    <a:pt x="8925" y="38604"/>
                  </a:lnTo>
                  <a:lnTo>
                    <a:pt x="5862" y="49483"/>
                  </a:lnTo>
                  <a:lnTo>
                    <a:pt x="6126" y="38710"/>
                  </a:lnTo>
                  <a:lnTo>
                    <a:pt x="2641" y="32003"/>
                  </a:lnTo>
                  <a:lnTo>
                    <a:pt x="6338" y="20860"/>
                  </a:lnTo>
                  <a:lnTo>
                    <a:pt x="1" y="15315"/>
                  </a:lnTo>
                  <a:lnTo>
                    <a:pt x="3433" y="8502"/>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944" name="Google Shape;944;p48"/>
            <p:cNvSpPr/>
            <p:nvPr/>
          </p:nvSpPr>
          <p:spPr>
            <a:xfrm>
              <a:off x="1638278" y="1515118"/>
              <a:ext cx="763594" cy="685827"/>
            </a:xfrm>
            <a:custGeom>
              <a:avLst/>
              <a:gdLst/>
              <a:ahLst/>
              <a:cxnLst/>
              <a:rect l="l" t="t" r="r" b="b"/>
              <a:pathLst>
                <a:path w="47318" h="42724" extrusionOk="0">
                  <a:moveTo>
                    <a:pt x="0" y="32848"/>
                  </a:moveTo>
                  <a:lnTo>
                    <a:pt x="5968" y="22339"/>
                  </a:lnTo>
                  <a:lnTo>
                    <a:pt x="7552" y="22973"/>
                  </a:lnTo>
                  <a:lnTo>
                    <a:pt x="20490" y="0"/>
                  </a:lnTo>
                  <a:lnTo>
                    <a:pt x="38551" y="21811"/>
                  </a:lnTo>
                  <a:lnTo>
                    <a:pt x="42142" y="20015"/>
                  </a:lnTo>
                  <a:lnTo>
                    <a:pt x="47318" y="26828"/>
                  </a:lnTo>
                  <a:lnTo>
                    <a:pt x="24029" y="42723"/>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945" name="Google Shape;945;p48"/>
            <p:cNvSpPr/>
            <p:nvPr/>
          </p:nvSpPr>
          <p:spPr>
            <a:xfrm>
              <a:off x="1892234" y="1515118"/>
              <a:ext cx="509638" cy="685827"/>
            </a:xfrm>
            <a:custGeom>
              <a:avLst/>
              <a:gdLst/>
              <a:ahLst/>
              <a:cxnLst/>
              <a:rect l="l" t="t" r="r" b="b"/>
              <a:pathLst>
                <a:path w="31581" h="42724" extrusionOk="0">
                  <a:moveTo>
                    <a:pt x="4753" y="0"/>
                  </a:moveTo>
                  <a:lnTo>
                    <a:pt x="317" y="24926"/>
                  </a:lnTo>
                  <a:lnTo>
                    <a:pt x="5862" y="14153"/>
                  </a:lnTo>
                  <a:lnTo>
                    <a:pt x="2377" y="28993"/>
                  </a:lnTo>
                  <a:lnTo>
                    <a:pt x="0" y="32267"/>
                  </a:lnTo>
                  <a:lnTo>
                    <a:pt x="3539" y="33957"/>
                  </a:lnTo>
                  <a:lnTo>
                    <a:pt x="3063" y="37601"/>
                  </a:lnTo>
                  <a:lnTo>
                    <a:pt x="8292" y="42723"/>
                  </a:lnTo>
                  <a:lnTo>
                    <a:pt x="31581" y="26828"/>
                  </a:lnTo>
                  <a:lnTo>
                    <a:pt x="26405" y="20015"/>
                  </a:lnTo>
                  <a:lnTo>
                    <a:pt x="22814" y="21811"/>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946" name="Google Shape;946;p48"/>
            <p:cNvSpPr/>
            <p:nvPr/>
          </p:nvSpPr>
          <p:spPr>
            <a:xfrm>
              <a:off x="2418058" y="1534606"/>
              <a:ext cx="799387" cy="634122"/>
            </a:xfrm>
            <a:custGeom>
              <a:avLst/>
              <a:gdLst/>
              <a:ahLst/>
              <a:cxnLst/>
              <a:rect l="l" t="t" r="r" b="b"/>
              <a:pathLst>
                <a:path w="49536" h="39503" extrusionOk="0">
                  <a:moveTo>
                    <a:pt x="0" y="24980"/>
                  </a:moveTo>
                  <a:cubicBezTo>
                    <a:pt x="158" y="24716"/>
                    <a:pt x="4911" y="21917"/>
                    <a:pt x="4911" y="21917"/>
                  </a:cubicBezTo>
                  <a:lnTo>
                    <a:pt x="9559" y="8450"/>
                  </a:lnTo>
                  <a:lnTo>
                    <a:pt x="19487" y="1"/>
                  </a:lnTo>
                  <a:lnTo>
                    <a:pt x="26616" y="7447"/>
                  </a:lnTo>
                  <a:lnTo>
                    <a:pt x="29679" y="14154"/>
                  </a:lnTo>
                  <a:lnTo>
                    <a:pt x="39660" y="18801"/>
                  </a:lnTo>
                  <a:lnTo>
                    <a:pt x="49536" y="35278"/>
                  </a:lnTo>
                  <a:lnTo>
                    <a:pt x="8925" y="39503"/>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947" name="Google Shape;947;p48"/>
            <p:cNvSpPr/>
            <p:nvPr/>
          </p:nvSpPr>
          <p:spPr>
            <a:xfrm>
              <a:off x="2663494" y="1534606"/>
              <a:ext cx="184097" cy="649388"/>
            </a:xfrm>
            <a:custGeom>
              <a:avLst/>
              <a:gdLst/>
              <a:ahLst/>
              <a:cxnLst/>
              <a:rect l="l" t="t" r="r" b="b"/>
              <a:pathLst>
                <a:path w="11408" h="40454" extrusionOk="0">
                  <a:moveTo>
                    <a:pt x="4278" y="1"/>
                  </a:moveTo>
                  <a:lnTo>
                    <a:pt x="687" y="9401"/>
                  </a:lnTo>
                  <a:lnTo>
                    <a:pt x="4489" y="19171"/>
                  </a:lnTo>
                  <a:lnTo>
                    <a:pt x="0" y="25244"/>
                  </a:lnTo>
                  <a:lnTo>
                    <a:pt x="1637" y="38922"/>
                  </a:lnTo>
                  <a:lnTo>
                    <a:pt x="9400" y="40453"/>
                  </a:lnTo>
                  <a:lnTo>
                    <a:pt x="7446" y="27779"/>
                  </a:lnTo>
                  <a:lnTo>
                    <a:pt x="9295" y="24716"/>
                  </a:lnTo>
                  <a:lnTo>
                    <a:pt x="6179" y="27356"/>
                  </a:lnTo>
                  <a:lnTo>
                    <a:pt x="11407" y="20597"/>
                  </a:lnTo>
                  <a:lnTo>
                    <a:pt x="8714" y="15949"/>
                  </a:lnTo>
                  <a:lnTo>
                    <a:pt x="10509" y="12253"/>
                  </a:lnTo>
                  <a:lnTo>
                    <a:pt x="7605" y="10932"/>
                  </a:lnTo>
                  <a:lnTo>
                    <a:pt x="6654" y="14840"/>
                  </a:lnTo>
                  <a:lnTo>
                    <a:pt x="2694" y="9401"/>
                  </a:lnTo>
                  <a:lnTo>
                    <a:pt x="5123" y="5546"/>
                  </a:lnTo>
                  <a:lnTo>
                    <a:pt x="3380" y="6391"/>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948" name="Google Shape;948;p48"/>
            <p:cNvSpPr/>
            <p:nvPr/>
          </p:nvSpPr>
          <p:spPr>
            <a:xfrm>
              <a:off x="1288014" y="1870739"/>
              <a:ext cx="2249019" cy="358597"/>
            </a:xfrm>
            <a:custGeom>
              <a:avLst/>
              <a:gdLst/>
              <a:ahLst/>
              <a:cxnLst/>
              <a:rect l="l" t="t" r="r" b="b"/>
              <a:pathLst>
                <a:path w="139366" h="22339" extrusionOk="0">
                  <a:moveTo>
                    <a:pt x="0" y="22339"/>
                  </a:moveTo>
                  <a:lnTo>
                    <a:pt x="5281" y="16424"/>
                  </a:lnTo>
                  <a:lnTo>
                    <a:pt x="14681" y="10932"/>
                  </a:lnTo>
                  <a:lnTo>
                    <a:pt x="20226" y="4700"/>
                  </a:lnTo>
                  <a:cubicBezTo>
                    <a:pt x="20226" y="4700"/>
                    <a:pt x="44308" y="17692"/>
                    <a:pt x="44730" y="17269"/>
                  </a:cubicBezTo>
                  <a:cubicBezTo>
                    <a:pt x="45153" y="16794"/>
                    <a:pt x="68600" y="0"/>
                    <a:pt x="68600" y="0"/>
                  </a:cubicBezTo>
                  <a:lnTo>
                    <a:pt x="82014" y="12041"/>
                  </a:lnTo>
                  <a:lnTo>
                    <a:pt x="90358" y="9348"/>
                  </a:lnTo>
                  <a:lnTo>
                    <a:pt x="97117" y="14470"/>
                  </a:lnTo>
                  <a:lnTo>
                    <a:pt x="116657" y="6918"/>
                  </a:lnTo>
                  <a:lnTo>
                    <a:pt x="123575" y="10298"/>
                  </a:lnTo>
                  <a:lnTo>
                    <a:pt x="127166" y="7077"/>
                  </a:lnTo>
                  <a:lnTo>
                    <a:pt x="139365" y="22339"/>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949" name="Google Shape;949;p48"/>
            <p:cNvSpPr/>
            <p:nvPr/>
          </p:nvSpPr>
          <p:spPr>
            <a:xfrm>
              <a:off x="2544173" y="2026294"/>
              <a:ext cx="219034" cy="194155"/>
            </a:xfrm>
            <a:custGeom>
              <a:avLst/>
              <a:gdLst/>
              <a:ahLst/>
              <a:cxnLst/>
              <a:rect l="l" t="t" r="r" b="b"/>
              <a:pathLst>
                <a:path w="13573" h="12095" extrusionOk="0">
                  <a:moveTo>
                    <a:pt x="4173" y="2694"/>
                  </a:moveTo>
                  <a:lnTo>
                    <a:pt x="12517" y="1"/>
                  </a:lnTo>
                  <a:lnTo>
                    <a:pt x="8503" y="7183"/>
                  </a:lnTo>
                  <a:lnTo>
                    <a:pt x="13573" y="4331"/>
                  </a:lnTo>
                  <a:lnTo>
                    <a:pt x="8662" y="11144"/>
                  </a:lnTo>
                  <a:lnTo>
                    <a:pt x="3962" y="12094"/>
                  </a:lnTo>
                  <a:lnTo>
                    <a:pt x="1" y="5282"/>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950" name="Google Shape;950;p48"/>
            <p:cNvSpPr/>
            <p:nvPr/>
          </p:nvSpPr>
          <p:spPr>
            <a:xfrm>
              <a:off x="2855239" y="1987303"/>
              <a:ext cx="315343" cy="228058"/>
            </a:xfrm>
            <a:custGeom>
              <a:avLst/>
              <a:gdLst/>
              <a:ahLst/>
              <a:cxnLst/>
              <a:rect l="l" t="t" r="r" b="b"/>
              <a:pathLst>
                <a:path w="19541" h="14207" extrusionOk="0">
                  <a:moveTo>
                    <a:pt x="0" y="7552"/>
                  </a:moveTo>
                  <a:lnTo>
                    <a:pt x="19540" y="0"/>
                  </a:lnTo>
                  <a:lnTo>
                    <a:pt x="15632" y="8556"/>
                  </a:lnTo>
                  <a:lnTo>
                    <a:pt x="19223" y="8292"/>
                  </a:lnTo>
                  <a:lnTo>
                    <a:pt x="14893" y="14206"/>
                  </a:lnTo>
                  <a:lnTo>
                    <a:pt x="3908" y="13837"/>
                  </a:lnTo>
                  <a:lnTo>
                    <a:pt x="10668" y="6918"/>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951" name="Google Shape;951;p48"/>
            <p:cNvSpPr/>
            <p:nvPr/>
          </p:nvSpPr>
          <p:spPr>
            <a:xfrm>
              <a:off x="3282205" y="1989839"/>
              <a:ext cx="63065" cy="219582"/>
            </a:xfrm>
            <a:custGeom>
              <a:avLst/>
              <a:gdLst/>
              <a:ahLst/>
              <a:cxnLst/>
              <a:rect l="l" t="t" r="r" b="b"/>
              <a:pathLst>
                <a:path w="3908" h="13679" extrusionOk="0">
                  <a:moveTo>
                    <a:pt x="0" y="3222"/>
                  </a:moveTo>
                  <a:lnTo>
                    <a:pt x="1848" y="5176"/>
                  </a:lnTo>
                  <a:lnTo>
                    <a:pt x="423" y="9665"/>
                  </a:lnTo>
                  <a:lnTo>
                    <a:pt x="1532" y="11038"/>
                  </a:lnTo>
                  <a:lnTo>
                    <a:pt x="2112" y="13679"/>
                  </a:lnTo>
                  <a:lnTo>
                    <a:pt x="2693" y="9876"/>
                  </a:lnTo>
                  <a:lnTo>
                    <a:pt x="2112" y="8081"/>
                  </a:lnTo>
                  <a:lnTo>
                    <a:pt x="3908" y="4754"/>
                  </a:lnTo>
                  <a:lnTo>
                    <a:pt x="2218" y="2483"/>
                  </a:lnTo>
                  <a:lnTo>
                    <a:pt x="3591" y="1"/>
                  </a:lnTo>
                  <a:close/>
                </a:path>
              </a:pathLst>
            </a:custGeom>
            <a:solidFill>
              <a:schemeClr val="dk2"/>
            </a:solidFill>
            <a:ln>
              <a:noFill/>
            </a:ln>
          </p:spPr>
          <p:txBody>
            <a:bodyPr spcFirstLastPara="1" wrap="square" lIns="121900" tIns="121900" rIns="121900" bIns="121900" anchor="ctr" anchorCtr="0">
              <a:noAutofit/>
            </a:bodyPr>
            <a:lstStyle/>
            <a:p>
              <a:endParaRPr sz="1867"/>
            </a:p>
          </p:txBody>
        </p:sp>
        <p:sp>
          <p:nvSpPr>
            <p:cNvPr id="952" name="Google Shape;952;p48"/>
            <p:cNvSpPr/>
            <p:nvPr/>
          </p:nvSpPr>
          <p:spPr>
            <a:xfrm>
              <a:off x="1517263" y="1951698"/>
              <a:ext cx="97164" cy="248396"/>
            </a:xfrm>
            <a:custGeom>
              <a:avLst/>
              <a:gdLst/>
              <a:ahLst/>
              <a:cxnLst/>
              <a:rect l="l" t="t" r="r" b="b"/>
              <a:pathLst>
                <a:path w="6021" h="15474" extrusionOk="0">
                  <a:moveTo>
                    <a:pt x="6020" y="0"/>
                  </a:moveTo>
                  <a:lnTo>
                    <a:pt x="3327" y="9876"/>
                  </a:lnTo>
                  <a:lnTo>
                    <a:pt x="5017" y="9823"/>
                  </a:lnTo>
                  <a:lnTo>
                    <a:pt x="3327" y="13784"/>
                  </a:lnTo>
                  <a:lnTo>
                    <a:pt x="1479" y="15474"/>
                  </a:lnTo>
                  <a:lnTo>
                    <a:pt x="2429" y="13625"/>
                  </a:lnTo>
                  <a:lnTo>
                    <a:pt x="1848" y="11513"/>
                  </a:lnTo>
                  <a:lnTo>
                    <a:pt x="2218" y="8978"/>
                  </a:lnTo>
                  <a:lnTo>
                    <a:pt x="0" y="9136"/>
                  </a:lnTo>
                  <a:lnTo>
                    <a:pt x="475" y="6232"/>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953" name="Google Shape;953;p48"/>
            <p:cNvSpPr/>
            <p:nvPr/>
          </p:nvSpPr>
          <p:spPr>
            <a:xfrm>
              <a:off x="1336588" y="2139898"/>
              <a:ext cx="161085" cy="64435"/>
            </a:xfrm>
            <a:custGeom>
              <a:avLst/>
              <a:gdLst/>
              <a:ahLst/>
              <a:cxnLst/>
              <a:rect l="l" t="t" r="r" b="b"/>
              <a:pathLst>
                <a:path w="9982" h="4014" extrusionOk="0">
                  <a:moveTo>
                    <a:pt x="2271" y="0"/>
                  </a:moveTo>
                  <a:lnTo>
                    <a:pt x="2377" y="2377"/>
                  </a:lnTo>
                  <a:lnTo>
                    <a:pt x="9982" y="3591"/>
                  </a:lnTo>
                  <a:lnTo>
                    <a:pt x="4014" y="4014"/>
                  </a:lnTo>
                  <a:lnTo>
                    <a:pt x="0" y="3750"/>
                  </a:lnTo>
                  <a:lnTo>
                    <a:pt x="1162" y="2007"/>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954" name="Google Shape;954;p48"/>
            <p:cNvSpPr/>
            <p:nvPr/>
          </p:nvSpPr>
          <p:spPr>
            <a:xfrm>
              <a:off x="1918651" y="1876251"/>
              <a:ext cx="542882" cy="336557"/>
            </a:xfrm>
            <a:custGeom>
              <a:avLst/>
              <a:gdLst/>
              <a:ahLst/>
              <a:cxnLst/>
              <a:rect l="l" t="t" r="r" b="b"/>
              <a:pathLst>
                <a:path w="33641" h="20966" extrusionOk="0">
                  <a:moveTo>
                    <a:pt x="29521" y="0"/>
                  </a:moveTo>
                  <a:lnTo>
                    <a:pt x="24557" y="12411"/>
                  </a:lnTo>
                  <a:lnTo>
                    <a:pt x="28201" y="11407"/>
                  </a:lnTo>
                  <a:lnTo>
                    <a:pt x="33640" y="19170"/>
                  </a:lnTo>
                  <a:lnTo>
                    <a:pt x="21019" y="17163"/>
                  </a:lnTo>
                  <a:lnTo>
                    <a:pt x="1" y="20966"/>
                  </a:lnTo>
                  <a:lnTo>
                    <a:pt x="13784" y="16952"/>
                  </a:lnTo>
                  <a:lnTo>
                    <a:pt x="5651" y="17216"/>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955" name="Google Shape;955;p48"/>
            <p:cNvSpPr/>
            <p:nvPr/>
          </p:nvSpPr>
          <p:spPr>
            <a:xfrm>
              <a:off x="2825417" y="1835558"/>
              <a:ext cx="234365" cy="207703"/>
            </a:xfrm>
            <a:custGeom>
              <a:avLst/>
              <a:gdLst/>
              <a:ahLst/>
              <a:cxnLst/>
              <a:rect l="l" t="t" r="r" b="b"/>
              <a:pathLst>
                <a:path w="14523" h="12939" extrusionOk="0">
                  <a:moveTo>
                    <a:pt x="14417" y="0"/>
                  </a:moveTo>
                  <a:lnTo>
                    <a:pt x="14523" y="4225"/>
                  </a:lnTo>
                  <a:lnTo>
                    <a:pt x="12886" y="4331"/>
                  </a:lnTo>
                  <a:lnTo>
                    <a:pt x="13519" y="5545"/>
                  </a:lnTo>
                  <a:lnTo>
                    <a:pt x="12146" y="7394"/>
                  </a:lnTo>
                  <a:lnTo>
                    <a:pt x="11724" y="5176"/>
                  </a:lnTo>
                  <a:lnTo>
                    <a:pt x="6548" y="12939"/>
                  </a:lnTo>
                  <a:lnTo>
                    <a:pt x="2482" y="6971"/>
                  </a:lnTo>
                  <a:lnTo>
                    <a:pt x="1743" y="8661"/>
                  </a:lnTo>
                  <a:lnTo>
                    <a:pt x="0" y="6496"/>
                  </a:lnTo>
                  <a:lnTo>
                    <a:pt x="1584" y="7816"/>
                  </a:lnTo>
                  <a:lnTo>
                    <a:pt x="2588" y="6179"/>
                  </a:lnTo>
                  <a:lnTo>
                    <a:pt x="7077" y="11196"/>
                  </a:lnTo>
                  <a:lnTo>
                    <a:pt x="11724" y="4225"/>
                  </a:lnTo>
                  <a:lnTo>
                    <a:pt x="13519" y="2799"/>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956" name="Google Shape;956;p48"/>
            <p:cNvSpPr/>
            <p:nvPr/>
          </p:nvSpPr>
          <p:spPr>
            <a:xfrm>
              <a:off x="2841603" y="1761797"/>
              <a:ext cx="55416" cy="53423"/>
            </a:xfrm>
            <a:custGeom>
              <a:avLst/>
              <a:gdLst/>
              <a:ahLst/>
              <a:cxnLst/>
              <a:rect l="l" t="t" r="r" b="b"/>
              <a:pathLst>
                <a:path w="3434" h="3328" extrusionOk="0">
                  <a:moveTo>
                    <a:pt x="3433" y="1"/>
                  </a:moveTo>
                  <a:lnTo>
                    <a:pt x="2535" y="3328"/>
                  </a:lnTo>
                  <a:lnTo>
                    <a:pt x="0" y="2008"/>
                  </a:lnTo>
                  <a:lnTo>
                    <a:pt x="1426" y="1744"/>
                  </a:lnTo>
                  <a:lnTo>
                    <a:pt x="2324" y="687"/>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957" name="Google Shape;957;p48"/>
            <p:cNvSpPr/>
            <p:nvPr/>
          </p:nvSpPr>
          <p:spPr>
            <a:xfrm>
              <a:off x="2373729" y="2059362"/>
              <a:ext cx="131262" cy="154297"/>
            </a:xfrm>
            <a:custGeom>
              <a:avLst/>
              <a:gdLst/>
              <a:ahLst/>
              <a:cxnLst/>
              <a:rect l="l" t="t" r="r" b="b"/>
              <a:pathLst>
                <a:path w="8134" h="9612" extrusionOk="0">
                  <a:moveTo>
                    <a:pt x="1" y="0"/>
                  </a:moveTo>
                  <a:lnTo>
                    <a:pt x="3222" y="8344"/>
                  </a:lnTo>
                  <a:lnTo>
                    <a:pt x="8134" y="9612"/>
                  </a:lnTo>
                  <a:lnTo>
                    <a:pt x="5440" y="7763"/>
                  </a:lnTo>
                  <a:lnTo>
                    <a:pt x="1" y="0"/>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958" name="Google Shape;958;p48"/>
            <p:cNvSpPr/>
            <p:nvPr/>
          </p:nvSpPr>
          <p:spPr>
            <a:xfrm>
              <a:off x="1968936" y="1515118"/>
              <a:ext cx="291476" cy="350121"/>
            </a:xfrm>
            <a:custGeom>
              <a:avLst/>
              <a:gdLst/>
              <a:ahLst/>
              <a:cxnLst/>
              <a:rect l="l" t="t" r="r" b="b"/>
              <a:pathLst>
                <a:path w="18062" h="21811" extrusionOk="0">
                  <a:moveTo>
                    <a:pt x="0" y="0"/>
                  </a:moveTo>
                  <a:lnTo>
                    <a:pt x="5123" y="8872"/>
                  </a:lnTo>
                  <a:lnTo>
                    <a:pt x="18061" y="21811"/>
                  </a:lnTo>
                  <a:lnTo>
                    <a:pt x="0" y="0"/>
                  </a:lnTo>
                  <a:close/>
                </a:path>
              </a:pathLst>
            </a:custGeom>
            <a:solidFill>
              <a:srgbClr val="FFFFFF"/>
            </a:solidFill>
            <a:ln>
              <a:noFill/>
            </a:ln>
          </p:spPr>
          <p:txBody>
            <a:bodyPr spcFirstLastPara="1" wrap="square" lIns="121900" tIns="121900" rIns="121900" bIns="121900" anchor="ctr" anchorCtr="0">
              <a:noAutofit/>
            </a:bodyPr>
            <a:lstStyle/>
            <a:p>
              <a:endParaRPr sz="1867"/>
            </a:p>
          </p:txBody>
        </p:sp>
      </p:grpSp>
      <p:sp>
        <p:nvSpPr>
          <p:cNvPr id="959" name="Google Shape;959;p48"/>
          <p:cNvSpPr/>
          <p:nvPr/>
        </p:nvSpPr>
        <p:spPr>
          <a:xfrm>
            <a:off x="2914991" y="1682199"/>
            <a:ext cx="97751" cy="306324"/>
          </a:xfrm>
          <a:custGeom>
            <a:avLst/>
            <a:gdLst/>
            <a:ahLst/>
            <a:cxnLst/>
            <a:rect l="l" t="t" r="r" b="b"/>
            <a:pathLst>
              <a:path w="4543" h="14312" extrusionOk="0">
                <a:moveTo>
                  <a:pt x="4014" y="0"/>
                </a:moveTo>
                <a:lnTo>
                  <a:pt x="1" y="11196"/>
                </a:lnTo>
                <a:lnTo>
                  <a:pt x="4542" y="14312"/>
                </a:lnTo>
                <a:lnTo>
                  <a:pt x="4542" y="14312"/>
                </a:lnTo>
                <a:lnTo>
                  <a:pt x="899" y="11090"/>
                </a:lnTo>
                <a:lnTo>
                  <a:pt x="4014" y="0"/>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960" name="Google Shape;960;p48"/>
          <p:cNvSpPr/>
          <p:nvPr/>
        </p:nvSpPr>
        <p:spPr>
          <a:xfrm>
            <a:off x="3295665" y="1761306"/>
            <a:ext cx="76148" cy="400157"/>
          </a:xfrm>
          <a:custGeom>
            <a:avLst/>
            <a:gdLst/>
            <a:ahLst/>
            <a:cxnLst/>
            <a:rect l="l" t="t" r="r" b="b"/>
            <a:pathLst>
              <a:path w="3539" h="18696" extrusionOk="0">
                <a:moveTo>
                  <a:pt x="0" y="1"/>
                </a:moveTo>
                <a:lnTo>
                  <a:pt x="2852" y="10774"/>
                </a:lnTo>
                <a:lnTo>
                  <a:pt x="1796" y="13837"/>
                </a:lnTo>
                <a:lnTo>
                  <a:pt x="3274" y="18695"/>
                </a:lnTo>
                <a:lnTo>
                  <a:pt x="2641" y="13995"/>
                </a:lnTo>
                <a:lnTo>
                  <a:pt x="3538" y="10351"/>
                </a:lnTo>
                <a:lnTo>
                  <a:pt x="0" y="1"/>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961" name="Google Shape;961;p48"/>
          <p:cNvSpPr txBox="1">
            <a:spLocks noGrp="1"/>
          </p:cNvSpPr>
          <p:nvPr>
            <p:ph type="title"/>
          </p:nvPr>
        </p:nvSpPr>
        <p:spPr>
          <a:xfrm>
            <a:off x="950967" y="716800"/>
            <a:ext cx="9967242" cy="571600"/>
          </a:xfrm>
          <a:prstGeom prst="rect">
            <a:avLst/>
          </a:prstGeom>
        </p:spPr>
        <p:txBody>
          <a:bodyPr spcFirstLastPara="1" wrap="square" lIns="121900" tIns="121900" rIns="121900" bIns="121900" anchor="ctr" anchorCtr="0">
            <a:noAutofit/>
          </a:bodyPr>
          <a:lstStyle/>
          <a:p>
            <a:pPr>
              <a:buClr>
                <a:schemeClr val="dk1"/>
              </a:buClr>
              <a:buSzPts val="1100"/>
            </a:pPr>
            <a:r>
              <a:rPr lang="en" sz="4000" b="1"/>
              <a:t>— </a:t>
            </a:r>
            <a:r>
              <a:rPr lang="en-US" sz="4000" b="1"/>
              <a:t>Feature Engineering (Revealing the Iceberg) </a:t>
            </a:r>
            <a:r>
              <a:rPr lang="en" sz="4000" b="1"/>
              <a:t>—</a:t>
            </a:r>
            <a:endParaRPr sz="4000" b="1"/>
          </a:p>
        </p:txBody>
      </p:sp>
      <p:sp>
        <p:nvSpPr>
          <p:cNvPr id="963" name="Google Shape;963;p48"/>
          <p:cNvSpPr txBox="1"/>
          <p:nvPr/>
        </p:nvSpPr>
        <p:spPr>
          <a:xfrm>
            <a:off x="4192177" y="1837873"/>
            <a:ext cx="3942420" cy="412800"/>
          </a:xfrm>
          <a:prstGeom prst="rect">
            <a:avLst/>
          </a:prstGeom>
          <a:noFill/>
          <a:ln>
            <a:noFill/>
          </a:ln>
        </p:spPr>
        <p:txBody>
          <a:bodyPr spcFirstLastPara="1" wrap="square" lIns="121900" tIns="121900" rIns="121900" bIns="121900" anchor="ctr" anchorCtr="0">
            <a:noAutofit/>
          </a:bodyPr>
          <a:lstStyle/>
          <a:p>
            <a:r>
              <a:rPr lang="en" sz="2400" b="1">
                <a:solidFill>
                  <a:srgbClr val="6B919E"/>
                </a:solidFill>
                <a:latin typeface="Abel"/>
                <a:ea typeface="Abel"/>
                <a:cs typeface="Abel"/>
                <a:sym typeface="Abel"/>
              </a:rPr>
              <a:t>Creating New Features</a:t>
            </a:r>
            <a:endParaRPr sz="2400" b="1">
              <a:solidFill>
                <a:srgbClr val="6B919E"/>
              </a:solidFill>
              <a:latin typeface="Abel"/>
              <a:ea typeface="Abel"/>
              <a:cs typeface="Abel"/>
              <a:sym typeface="Abel"/>
            </a:endParaRPr>
          </a:p>
        </p:txBody>
      </p:sp>
      <p:sp>
        <p:nvSpPr>
          <p:cNvPr id="7" name="Rectangle 5">
            <a:extLst>
              <a:ext uri="{FF2B5EF4-FFF2-40B4-BE49-F238E27FC236}">
                <a16:creationId xmlns:a16="http://schemas.microsoft.com/office/drawing/2014/main" id="{4F883CA9-9036-C6CA-9B2A-CB49118EF2EE}"/>
              </a:ext>
            </a:extLst>
          </p:cNvPr>
          <p:cNvSpPr>
            <a:spLocks noChangeArrowheads="1"/>
          </p:cNvSpPr>
          <p:nvPr/>
        </p:nvSpPr>
        <p:spPr bwMode="auto">
          <a:xfrm>
            <a:off x="4261590" y="2180022"/>
            <a:ext cx="6883181" cy="2961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ChildFlag</a:t>
            </a:r>
            <a:r>
              <a:rPr kumimoji="0" lang="en-US" altLang="en-US"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a:t>
            </a: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Created to identify vulnerable passengers (Age &lt;18 OR Parch &gt;0).</a:t>
            </a:r>
          </a:p>
          <a:p>
            <a:pPr marR="0" lvl="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FamilySize</a:t>
            </a:r>
            <a:r>
              <a:rPr kumimoji="0" lang="en-US" altLang="en-US"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a:t>
            </a: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Calculated as </a:t>
            </a:r>
            <a:r>
              <a:rPr lang="en-US" altLang="en-US" dirty="0">
                <a:solidFill>
                  <a:schemeClr val="tx1"/>
                </a:solidFill>
                <a:latin typeface="Poppins" panose="00000500000000000000" pitchFamily="2" charset="0"/>
                <a:cs typeface="Poppins" panose="00000500000000000000" pitchFamily="2" charset="0"/>
              </a:rPr>
              <a:t>(</a:t>
            </a:r>
            <a:r>
              <a:rPr lang="en-US" altLang="en-US" dirty="0" err="1">
                <a:latin typeface="Poppins" panose="00000500000000000000" pitchFamily="2" charset="0"/>
                <a:cs typeface="Poppins" panose="00000500000000000000" pitchFamily="2" charset="0"/>
              </a:rPr>
              <a:t>SibSp</a:t>
            </a:r>
            <a:r>
              <a:rPr lang="en-US" altLang="en-US" dirty="0">
                <a:latin typeface="Poppins" panose="00000500000000000000" pitchFamily="2" charset="0"/>
                <a:cs typeface="Poppins" panose="00000500000000000000" pitchFamily="2" charset="0"/>
              </a:rPr>
              <a:t> + Parch + 1).</a:t>
            </a:r>
          </a:p>
          <a:p>
            <a:pPr marR="0" lvl="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FamilyCategory</a:t>
            </a:r>
            <a:r>
              <a:rPr kumimoji="0" lang="en-US" altLang="en-US"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a:t>
            </a: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Binned '</a:t>
            </a:r>
            <a:r>
              <a:rPr kumimoji="0" lang="en-US" altLang="en-US" sz="18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FamilySize</a:t>
            </a: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into:</a:t>
            </a:r>
            <a:endParaRPr lang="en-US" altLang="en-US" sz="1800" dirty="0">
              <a:solidFill>
                <a:schemeClr val="tx1"/>
              </a:solidFill>
              <a:latin typeface="Poppins" panose="00000500000000000000" pitchFamily="2" charset="0"/>
              <a:cs typeface="Poppins" panose="00000500000000000000" pitchFamily="2" charset="0"/>
            </a:endParaRPr>
          </a:p>
          <a:p>
            <a:pPr marL="285750" lvl="5" indent="-285750" eaLnBrk="0" fontAlgn="base" hangingPunct="0">
              <a:lnSpc>
                <a:spcPct val="150000"/>
              </a:lnSpc>
              <a:spcBef>
                <a:spcPct val="0"/>
              </a:spcBef>
              <a:spcAft>
                <a:spcPct val="0"/>
              </a:spcAft>
              <a:buClr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Single (1)</a:t>
            </a:r>
          </a:p>
          <a:p>
            <a:pPr marL="285750" lvl="5" indent="-285750" eaLnBrk="0" fontAlgn="base" hangingPunct="0">
              <a:lnSpc>
                <a:spcPct val="150000"/>
              </a:lnSpc>
              <a:spcBef>
                <a:spcPct val="0"/>
              </a:spcBef>
              <a:spcAft>
                <a:spcPct val="0"/>
              </a:spcAft>
              <a:buClr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Small Family (2–4)</a:t>
            </a:r>
          </a:p>
          <a:p>
            <a:pPr marL="285750" lvl="5" indent="-285750" eaLnBrk="0" fontAlgn="base" hangingPunct="0">
              <a:lnSpc>
                <a:spcPct val="150000"/>
              </a:lnSpc>
              <a:spcBef>
                <a:spcPct val="0"/>
              </a:spcBef>
              <a:spcAft>
                <a:spcPct val="0"/>
              </a:spcAft>
              <a:buClr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Large Family (5–11)</a:t>
            </a:r>
            <a:endParaRPr lang="en-US" altLang="en-US" sz="1800" dirty="0">
              <a:solidFill>
                <a:schemeClr val="tx1"/>
              </a:solidFill>
              <a:latin typeface="Poppins" panose="00000500000000000000" pitchFamily="2" charset="0"/>
              <a:cs typeface="Poppins" panose="00000500000000000000" pitchFamily="2" charset="0"/>
            </a:endParaRPr>
          </a:p>
        </p:txBody>
      </p:sp>
      <p:sp>
        <p:nvSpPr>
          <p:cNvPr id="8" name="Google Shape;963;p48">
            <a:extLst>
              <a:ext uri="{FF2B5EF4-FFF2-40B4-BE49-F238E27FC236}">
                <a16:creationId xmlns:a16="http://schemas.microsoft.com/office/drawing/2014/main" id="{ADA005C5-5F97-ED68-E2AA-B0A909E642A2}"/>
              </a:ext>
            </a:extLst>
          </p:cNvPr>
          <p:cNvSpPr txBox="1"/>
          <p:nvPr/>
        </p:nvSpPr>
        <p:spPr>
          <a:xfrm>
            <a:off x="4282526" y="5219864"/>
            <a:ext cx="3942420" cy="412800"/>
          </a:xfrm>
          <a:prstGeom prst="rect">
            <a:avLst/>
          </a:prstGeom>
          <a:noFill/>
          <a:ln>
            <a:noFill/>
          </a:ln>
        </p:spPr>
        <p:txBody>
          <a:bodyPr spcFirstLastPara="1" wrap="square" lIns="121900" tIns="121900" rIns="121900" bIns="121900" anchor="ctr" anchorCtr="0">
            <a:noAutofit/>
          </a:bodyPr>
          <a:lstStyle/>
          <a:p>
            <a:r>
              <a:rPr lang="en" sz="2400" b="1">
                <a:solidFill>
                  <a:srgbClr val="6B919E"/>
                </a:solidFill>
                <a:latin typeface="Abel"/>
                <a:ea typeface="Abel"/>
                <a:cs typeface="Abel"/>
                <a:sym typeface="Abel"/>
              </a:rPr>
              <a:t>Formatting</a:t>
            </a:r>
            <a:endParaRPr sz="2400" b="1">
              <a:solidFill>
                <a:srgbClr val="6B919E"/>
              </a:solidFill>
              <a:latin typeface="Abel"/>
              <a:ea typeface="Abel"/>
              <a:cs typeface="Abel"/>
              <a:sym typeface="Abel"/>
            </a:endParaRPr>
          </a:p>
        </p:txBody>
      </p:sp>
      <p:sp>
        <p:nvSpPr>
          <p:cNvPr id="9" name="Rectangle 5">
            <a:extLst>
              <a:ext uri="{FF2B5EF4-FFF2-40B4-BE49-F238E27FC236}">
                <a16:creationId xmlns:a16="http://schemas.microsoft.com/office/drawing/2014/main" id="{342F5023-CC92-057A-9D2E-427C5CB4D5B7}"/>
              </a:ext>
            </a:extLst>
          </p:cNvPr>
          <p:cNvSpPr>
            <a:spLocks noChangeArrowheads="1"/>
          </p:cNvSpPr>
          <p:nvPr/>
        </p:nvSpPr>
        <p:spPr bwMode="auto">
          <a:xfrm>
            <a:off x="4320432" y="5592526"/>
            <a:ext cx="6883181" cy="881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ClrTx/>
            </a:pPr>
            <a:r>
              <a:rPr lang="en-US" sz="1800" b="1">
                <a:latin typeface="Poppins" panose="00000500000000000000" pitchFamily="2" charset="0"/>
                <a:cs typeface="Poppins" panose="00000500000000000000" pitchFamily="2" charset="0"/>
              </a:rPr>
              <a:t>One-Hot Encoding</a:t>
            </a:r>
            <a:r>
              <a:rPr lang="en-US" sz="1800">
                <a:latin typeface="Poppins" panose="00000500000000000000" pitchFamily="2" charset="0"/>
                <a:cs typeface="Poppins" panose="00000500000000000000" pitchFamily="2" charset="0"/>
              </a:rPr>
              <a:t>: Applied to categorical variables: 'Sex', 'Embarked', '</a:t>
            </a:r>
            <a:r>
              <a:rPr lang="en-US" sz="1800" err="1">
                <a:latin typeface="Poppins" panose="00000500000000000000" pitchFamily="2" charset="0"/>
                <a:cs typeface="Poppins" panose="00000500000000000000" pitchFamily="2" charset="0"/>
              </a:rPr>
              <a:t>Pclass</a:t>
            </a:r>
            <a:r>
              <a:rPr lang="en-US" sz="1800">
                <a:latin typeface="Poppins" panose="00000500000000000000" pitchFamily="2" charset="0"/>
                <a:cs typeface="Poppins" panose="00000500000000000000" pitchFamily="2" charset="0"/>
              </a:rPr>
              <a:t>', and '</a:t>
            </a:r>
            <a:r>
              <a:rPr lang="en-US" sz="1800" err="1">
                <a:latin typeface="Poppins" panose="00000500000000000000" pitchFamily="2" charset="0"/>
                <a:cs typeface="Poppins" panose="00000500000000000000" pitchFamily="2" charset="0"/>
              </a:rPr>
              <a:t>FamilyCategory</a:t>
            </a:r>
            <a:r>
              <a:rPr lang="en-US" sz="1800">
                <a:latin typeface="Poppins" panose="00000500000000000000" pitchFamily="2" charset="0"/>
                <a:cs typeface="Poppins" panose="00000500000000000000" pitchFamily="2" charset="0"/>
              </a:rPr>
              <a:t>'.</a:t>
            </a:r>
            <a:endParaRPr lang="en-US" altLang="en-US" sz="1800">
              <a:solidFill>
                <a:schemeClr val="tx1"/>
              </a:solidFill>
              <a:latin typeface="Poppins" panose="00000500000000000000" pitchFamily="2" charset="0"/>
              <a:cs typeface="Poppins" panose="00000500000000000000" pitchFamily="2" charset="0"/>
            </a:endParaRPr>
          </a:p>
        </p:txBody>
      </p:sp>
      <p:pic>
        <p:nvPicPr>
          <p:cNvPr id="4" name="Audio 3">
            <a:hlinkClick r:id="" action="ppaction://media"/>
            <a:extLst>
              <a:ext uri="{FF2B5EF4-FFF2-40B4-BE49-F238E27FC236}">
                <a16:creationId xmlns:a16="http://schemas.microsoft.com/office/drawing/2014/main" id="{F8C7C40E-2499-7BB6-DC31-AEA4D8E4B8F0}"/>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376855" y="-243200"/>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64728"/>
    </mc:Choice>
    <mc:Fallback>
      <p:transition spd="slow" advTm="647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47"/>
          <p:cNvSpPr txBox="1">
            <a:spLocks noGrp="1"/>
          </p:cNvSpPr>
          <p:nvPr>
            <p:ph type="title"/>
          </p:nvPr>
        </p:nvSpPr>
        <p:spPr>
          <a:xfrm>
            <a:off x="950967" y="716800"/>
            <a:ext cx="6225600" cy="571600"/>
          </a:xfrm>
          <a:prstGeom prst="rect">
            <a:avLst/>
          </a:prstGeom>
        </p:spPr>
        <p:txBody>
          <a:bodyPr spcFirstLastPara="1" wrap="square" lIns="121900" tIns="121900" rIns="121900" bIns="121900" anchor="ctr" anchorCtr="0">
            <a:noAutofit/>
          </a:bodyPr>
          <a:lstStyle/>
          <a:p>
            <a:pPr>
              <a:buClr>
                <a:schemeClr val="dk1"/>
              </a:buClr>
              <a:buSzPts val="1100"/>
            </a:pPr>
            <a:r>
              <a:rPr lang="en-US" sz="4000"/>
              <a:t>— Models Used —</a:t>
            </a:r>
            <a:endParaRPr sz="4000"/>
          </a:p>
        </p:txBody>
      </p:sp>
      <p:grpSp>
        <p:nvGrpSpPr>
          <p:cNvPr id="833" name="Google Shape;833;p47"/>
          <p:cNvGrpSpPr/>
          <p:nvPr/>
        </p:nvGrpSpPr>
        <p:grpSpPr>
          <a:xfrm>
            <a:off x="1363545" y="2391317"/>
            <a:ext cx="1605644" cy="640087"/>
            <a:chOff x="1022673" y="2568563"/>
            <a:chExt cx="1204233" cy="480065"/>
          </a:xfrm>
        </p:grpSpPr>
        <p:sp>
          <p:nvSpPr>
            <p:cNvPr id="834" name="Google Shape;834;p47"/>
            <p:cNvSpPr/>
            <p:nvPr/>
          </p:nvSpPr>
          <p:spPr>
            <a:xfrm>
              <a:off x="1022673" y="2790818"/>
              <a:ext cx="318842" cy="257810"/>
            </a:xfrm>
            <a:custGeom>
              <a:avLst/>
              <a:gdLst/>
              <a:ahLst/>
              <a:cxnLst/>
              <a:rect l="l" t="t" r="r" b="b"/>
              <a:pathLst>
                <a:path w="11676" h="9441" extrusionOk="0">
                  <a:moveTo>
                    <a:pt x="1" y="0"/>
                  </a:moveTo>
                  <a:lnTo>
                    <a:pt x="1" y="4804"/>
                  </a:lnTo>
                  <a:lnTo>
                    <a:pt x="11676" y="9440"/>
                  </a:lnTo>
                  <a:lnTo>
                    <a:pt x="11676" y="4637"/>
                  </a:lnTo>
                  <a:lnTo>
                    <a:pt x="1" y="0"/>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35" name="Google Shape;835;p47"/>
            <p:cNvSpPr/>
            <p:nvPr/>
          </p:nvSpPr>
          <p:spPr>
            <a:xfrm>
              <a:off x="1821518" y="2777137"/>
              <a:ext cx="405380" cy="271491"/>
            </a:xfrm>
            <a:custGeom>
              <a:avLst/>
              <a:gdLst/>
              <a:ahLst/>
              <a:cxnLst/>
              <a:rect l="l" t="t" r="r" b="b"/>
              <a:pathLst>
                <a:path w="14845" h="9942" extrusionOk="0">
                  <a:moveTo>
                    <a:pt x="14845" y="1"/>
                  </a:moveTo>
                  <a:lnTo>
                    <a:pt x="1" y="5138"/>
                  </a:lnTo>
                  <a:lnTo>
                    <a:pt x="1" y="9941"/>
                  </a:lnTo>
                  <a:lnTo>
                    <a:pt x="14845" y="4838"/>
                  </a:lnTo>
                  <a:lnTo>
                    <a:pt x="14845" y="1"/>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836" name="Google Shape;836;p47"/>
            <p:cNvSpPr/>
            <p:nvPr/>
          </p:nvSpPr>
          <p:spPr>
            <a:xfrm>
              <a:off x="1341485" y="2917414"/>
              <a:ext cx="480066" cy="131213"/>
            </a:xfrm>
            <a:custGeom>
              <a:avLst/>
              <a:gdLst/>
              <a:ahLst/>
              <a:cxnLst/>
              <a:rect l="l" t="t" r="r" b="b"/>
              <a:pathLst>
                <a:path w="17580" h="4805" extrusionOk="0">
                  <a:moveTo>
                    <a:pt x="1" y="1"/>
                  </a:moveTo>
                  <a:lnTo>
                    <a:pt x="1" y="4804"/>
                  </a:lnTo>
                  <a:lnTo>
                    <a:pt x="17580" y="4804"/>
                  </a:lnTo>
                  <a:lnTo>
                    <a:pt x="17580" y="1"/>
                  </a:lnTo>
                  <a:close/>
                </a:path>
              </a:pathLst>
            </a:custGeom>
            <a:solidFill>
              <a:schemeClr val="dk2"/>
            </a:solidFill>
            <a:ln>
              <a:noFill/>
            </a:ln>
          </p:spPr>
          <p:txBody>
            <a:bodyPr spcFirstLastPara="1" wrap="square" lIns="121900" tIns="121900" rIns="121900" bIns="121900" anchor="ctr" anchorCtr="0">
              <a:noAutofit/>
            </a:bodyPr>
            <a:lstStyle/>
            <a:p>
              <a:endParaRPr sz="1867"/>
            </a:p>
          </p:txBody>
        </p:sp>
        <p:sp>
          <p:nvSpPr>
            <p:cNvPr id="837" name="Google Shape;837;p47"/>
            <p:cNvSpPr/>
            <p:nvPr/>
          </p:nvSpPr>
          <p:spPr>
            <a:xfrm>
              <a:off x="1022673" y="2568563"/>
              <a:ext cx="1204233" cy="348881"/>
            </a:xfrm>
            <a:custGeom>
              <a:avLst/>
              <a:gdLst/>
              <a:ahLst/>
              <a:cxnLst/>
              <a:rect l="l" t="t" r="r" b="b"/>
              <a:pathLst>
                <a:path w="44099" h="12776" extrusionOk="0">
                  <a:moveTo>
                    <a:pt x="7940" y="0"/>
                  </a:moveTo>
                  <a:lnTo>
                    <a:pt x="1" y="8106"/>
                  </a:lnTo>
                  <a:lnTo>
                    <a:pt x="11676" y="12776"/>
                  </a:lnTo>
                  <a:lnTo>
                    <a:pt x="29255" y="12776"/>
                  </a:lnTo>
                  <a:lnTo>
                    <a:pt x="44099" y="7639"/>
                  </a:lnTo>
                  <a:lnTo>
                    <a:pt x="28254" y="0"/>
                  </a:lnTo>
                  <a:lnTo>
                    <a:pt x="20649" y="0"/>
                  </a:lnTo>
                  <a:lnTo>
                    <a:pt x="20649" y="1234"/>
                  </a:lnTo>
                  <a:lnTo>
                    <a:pt x="18347" y="0"/>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838" name="Google Shape;838;p47"/>
            <p:cNvSpPr/>
            <p:nvPr/>
          </p:nvSpPr>
          <p:spPr>
            <a:xfrm>
              <a:off x="1586512" y="2568563"/>
              <a:ext cx="171273" cy="114801"/>
            </a:xfrm>
            <a:custGeom>
              <a:avLst/>
              <a:gdLst/>
              <a:ahLst/>
              <a:cxnLst/>
              <a:rect l="l" t="t" r="r" b="b"/>
              <a:pathLst>
                <a:path w="6272" h="4204" extrusionOk="0">
                  <a:moveTo>
                    <a:pt x="1" y="0"/>
                  </a:moveTo>
                  <a:lnTo>
                    <a:pt x="1" y="1234"/>
                  </a:lnTo>
                  <a:lnTo>
                    <a:pt x="1635" y="2102"/>
                  </a:lnTo>
                  <a:lnTo>
                    <a:pt x="3703" y="1735"/>
                  </a:lnTo>
                  <a:lnTo>
                    <a:pt x="6272" y="4203"/>
                  </a:lnTo>
                  <a:lnTo>
                    <a:pt x="6272" y="4203"/>
                  </a:lnTo>
                  <a:lnTo>
                    <a:pt x="3703" y="967"/>
                  </a:lnTo>
                  <a:lnTo>
                    <a:pt x="1402" y="967"/>
                  </a:lnTo>
                  <a:lnTo>
                    <a:pt x="1" y="0"/>
                  </a:lnTo>
                  <a:close/>
                </a:path>
              </a:pathLst>
            </a:custGeom>
            <a:solidFill>
              <a:schemeClr val="accent4"/>
            </a:solidFill>
            <a:ln>
              <a:noFill/>
            </a:ln>
          </p:spPr>
          <p:txBody>
            <a:bodyPr spcFirstLastPara="1" wrap="square" lIns="121900" tIns="121900" rIns="121900" bIns="121900" anchor="ctr" anchorCtr="0">
              <a:noAutofit/>
            </a:bodyPr>
            <a:lstStyle/>
            <a:p>
              <a:endParaRPr sz="1867"/>
            </a:p>
          </p:txBody>
        </p:sp>
        <p:sp>
          <p:nvSpPr>
            <p:cNvPr id="839" name="Google Shape;839;p47"/>
            <p:cNvSpPr/>
            <p:nvPr/>
          </p:nvSpPr>
          <p:spPr>
            <a:xfrm>
              <a:off x="1517289" y="2844558"/>
              <a:ext cx="83834" cy="160350"/>
            </a:xfrm>
            <a:custGeom>
              <a:avLst/>
              <a:gdLst/>
              <a:ahLst/>
              <a:cxnLst/>
              <a:rect l="l" t="t" r="r" b="b"/>
              <a:pathLst>
                <a:path w="3070" h="5872" extrusionOk="0">
                  <a:moveTo>
                    <a:pt x="3070" y="0"/>
                  </a:moveTo>
                  <a:lnTo>
                    <a:pt x="1" y="2502"/>
                  </a:lnTo>
                  <a:lnTo>
                    <a:pt x="1669" y="5871"/>
                  </a:lnTo>
                  <a:lnTo>
                    <a:pt x="1669" y="2802"/>
                  </a:lnTo>
                  <a:lnTo>
                    <a:pt x="3070" y="0"/>
                  </a:lnTo>
                  <a:close/>
                </a:path>
              </a:pathLst>
            </a:custGeom>
            <a:solidFill>
              <a:schemeClr val="accent4"/>
            </a:solidFill>
            <a:ln>
              <a:noFill/>
            </a:ln>
          </p:spPr>
          <p:txBody>
            <a:bodyPr spcFirstLastPara="1" wrap="square" lIns="121900" tIns="121900" rIns="121900" bIns="121900" anchor="ctr" anchorCtr="0">
              <a:noAutofit/>
            </a:bodyPr>
            <a:lstStyle/>
            <a:p>
              <a:endParaRPr sz="1867"/>
            </a:p>
          </p:txBody>
        </p:sp>
      </p:grpSp>
      <p:grpSp>
        <p:nvGrpSpPr>
          <p:cNvPr id="840" name="Google Shape;840;p47"/>
          <p:cNvGrpSpPr/>
          <p:nvPr/>
        </p:nvGrpSpPr>
        <p:grpSpPr>
          <a:xfrm>
            <a:off x="4006759" y="2326327"/>
            <a:ext cx="1515748" cy="770068"/>
            <a:chOff x="2852666" y="2471076"/>
            <a:chExt cx="1136811" cy="577551"/>
          </a:xfrm>
        </p:grpSpPr>
        <p:sp>
          <p:nvSpPr>
            <p:cNvPr id="841" name="Google Shape;841;p47"/>
            <p:cNvSpPr/>
            <p:nvPr/>
          </p:nvSpPr>
          <p:spPr>
            <a:xfrm>
              <a:off x="3131390" y="2890107"/>
              <a:ext cx="290606" cy="148498"/>
            </a:xfrm>
            <a:custGeom>
              <a:avLst/>
              <a:gdLst/>
              <a:ahLst/>
              <a:cxnLst/>
              <a:rect l="l" t="t" r="r" b="b"/>
              <a:pathLst>
                <a:path w="10642" h="5438" extrusionOk="0">
                  <a:moveTo>
                    <a:pt x="1" y="0"/>
                  </a:moveTo>
                  <a:lnTo>
                    <a:pt x="1" y="3870"/>
                  </a:lnTo>
                  <a:lnTo>
                    <a:pt x="10641" y="5437"/>
                  </a:lnTo>
                  <a:lnTo>
                    <a:pt x="10641" y="1535"/>
                  </a:lnTo>
                  <a:lnTo>
                    <a:pt x="1" y="0"/>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42" name="Google Shape;842;p47"/>
            <p:cNvSpPr/>
            <p:nvPr/>
          </p:nvSpPr>
          <p:spPr>
            <a:xfrm>
              <a:off x="3033002" y="2735247"/>
              <a:ext cx="98416" cy="260541"/>
            </a:xfrm>
            <a:custGeom>
              <a:avLst/>
              <a:gdLst/>
              <a:ahLst/>
              <a:cxnLst/>
              <a:rect l="l" t="t" r="r" b="b"/>
              <a:pathLst>
                <a:path w="3604" h="9541" extrusionOk="0">
                  <a:moveTo>
                    <a:pt x="1" y="1"/>
                  </a:moveTo>
                  <a:lnTo>
                    <a:pt x="1" y="3870"/>
                  </a:lnTo>
                  <a:lnTo>
                    <a:pt x="3604" y="9541"/>
                  </a:lnTo>
                  <a:lnTo>
                    <a:pt x="3604" y="5671"/>
                  </a:lnTo>
                  <a:lnTo>
                    <a:pt x="1" y="1"/>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43" name="Google Shape;843;p47"/>
            <p:cNvSpPr/>
            <p:nvPr/>
          </p:nvSpPr>
          <p:spPr>
            <a:xfrm>
              <a:off x="2852666" y="2619573"/>
              <a:ext cx="180366" cy="221355"/>
            </a:xfrm>
            <a:custGeom>
              <a:avLst/>
              <a:gdLst/>
              <a:ahLst/>
              <a:cxnLst/>
              <a:rect l="l" t="t" r="r" b="b"/>
              <a:pathLst>
                <a:path w="6605" h="8106" extrusionOk="0">
                  <a:moveTo>
                    <a:pt x="0" y="0"/>
                  </a:moveTo>
                  <a:lnTo>
                    <a:pt x="0" y="3870"/>
                  </a:lnTo>
                  <a:lnTo>
                    <a:pt x="6605" y="8106"/>
                  </a:lnTo>
                  <a:lnTo>
                    <a:pt x="6605" y="4237"/>
                  </a:lnTo>
                  <a:lnTo>
                    <a:pt x="0" y="0"/>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844" name="Google Shape;844;p47"/>
            <p:cNvSpPr/>
            <p:nvPr/>
          </p:nvSpPr>
          <p:spPr>
            <a:xfrm>
              <a:off x="3698889" y="2735247"/>
              <a:ext cx="134817" cy="297898"/>
            </a:xfrm>
            <a:custGeom>
              <a:avLst/>
              <a:gdLst/>
              <a:ahLst/>
              <a:cxnLst/>
              <a:rect l="l" t="t" r="r" b="b"/>
              <a:pathLst>
                <a:path w="4937" h="10909" extrusionOk="0">
                  <a:moveTo>
                    <a:pt x="4937" y="1"/>
                  </a:moveTo>
                  <a:lnTo>
                    <a:pt x="0" y="7039"/>
                  </a:lnTo>
                  <a:lnTo>
                    <a:pt x="0" y="10908"/>
                  </a:lnTo>
                  <a:lnTo>
                    <a:pt x="4937" y="3870"/>
                  </a:lnTo>
                  <a:lnTo>
                    <a:pt x="4937" y="1"/>
                  </a:lnTo>
                  <a:close/>
                </a:path>
              </a:pathLst>
            </a:custGeom>
            <a:solidFill>
              <a:schemeClr val="dk2"/>
            </a:solidFill>
            <a:ln>
              <a:noFill/>
            </a:ln>
          </p:spPr>
          <p:txBody>
            <a:bodyPr spcFirstLastPara="1" wrap="square" lIns="121900" tIns="121900" rIns="121900" bIns="121900" anchor="ctr" anchorCtr="0">
              <a:noAutofit/>
            </a:bodyPr>
            <a:lstStyle/>
            <a:p>
              <a:endParaRPr sz="1867"/>
            </a:p>
          </p:txBody>
        </p:sp>
        <p:sp>
          <p:nvSpPr>
            <p:cNvPr id="845" name="Google Shape;845;p47"/>
            <p:cNvSpPr/>
            <p:nvPr/>
          </p:nvSpPr>
          <p:spPr>
            <a:xfrm>
              <a:off x="3833677" y="2696990"/>
              <a:ext cx="155789" cy="143938"/>
            </a:xfrm>
            <a:custGeom>
              <a:avLst/>
              <a:gdLst/>
              <a:ahLst/>
              <a:cxnLst/>
              <a:rect l="l" t="t" r="r" b="b"/>
              <a:pathLst>
                <a:path w="5705" h="5271" extrusionOk="0">
                  <a:moveTo>
                    <a:pt x="5705" y="0"/>
                  </a:moveTo>
                  <a:lnTo>
                    <a:pt x="1" y="1402"/>
                  </a:lnTo>
                  <a:lnTo>
                    <a:pt x="1" y="5271"/>
                  </a:lnTo>
                  <a:lnTo>
                    <a:pt x="5705" y="3903"/>
                  </a:lnTo>
                  <a:lnTo>
                    <a:pt x="5705" y="0"/>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846" name="Google Shape;846;p47"/>
            <p:cNvSpPr/>
            <p:nvPr/>
          </p:nvSpPr>
          <p:spPr>
            <a:xfrm>
              <a:off x="2852666" y="2471076"/>
              <a:ext cx="1136811" cy="471874"/>
            </a:xfrm>
            <a:custGeom>
              <a:avLst/>
              <a:gdLst/>
              <a:ahLst/>
              <a:cxnLst/>
              <a:rect l="l" t="t" r="r" b="b"/>
              <a:pathLst>
                <a:path w="41630" h="17280" extrusionOk="0">
                  <a:moveTo>
                    <a:pt x="11308" y="1"/>
                  </a:moveTo>
                  <a:lnTo>
                    <a:pt x="9507" y="1936"/>
                  </a:lnTo>
                  <a:lnTo>
                    <a:pt x="9507" y="3337"/>
                  </a:lnTo>
                  <a:lnTo>
                    <a:pt x="8506" y="3070"/>
                  </a:lnTo>
                  <a:lnTo>
                    <a:pt x="0" y="5438"/>
                  </a:lnTo>
                  <a:lnTo>
                    <a:pt x="6605" y="9675"/>
                  </a:lnTo>
                  <a:lnTo>
                    <a:pt x="10208" y="15345"/>
                  </a:lnTo>
                  <a:lnTo>
                    <a:pt x="20848" y="16880"/>
                  </a:lnTo>
                  <a:lnTo>
                    <a:pt x="22683" y="14445"/>
                  </a:lnTo>
                  <a:lnTo>
                    <a:pt x="22116" y="17280"/>
                  </a:lnTo>
                  <a:lnTo>
                    <a:pt x="22116" y="17280"/>
                  </a:lnTo>
                  <a:lnTo>
                    <a:pt x="22683" y="17247"/>
                  </a:lnTo>
                  <a:lnTo>
                    <a:pt x="30989" y="16713"/>
                  </a:lnTo>
                  <a:lnTo>
                    <a:pt x="35926" y="9675"/>
                  </a:lnTo>
                  <a:lnTo>
                    <a:pt x="41630" y="8273"/>
                  </a:lnTo>
                  <a:lnTo>
                    <a:pt x="39262" y="3704"/>
                  </a:lnTo>
                  <a:lnTo>
                    <a:pt x="31256" y="1"/>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847" name="Google Shape;847;p47"/>
            <p:cNvSpPr/>
            <p:nvPr/>
          </p:nvSpPr>
          <p:spPr>
            <a:xfrm>
              <a:off x="3112275" y="2523916"/>
              <a:ext cx="201311" cy="95685"/>
            </a:xfrm>
            <a:custGeom>
              <a:avLst/>
              <a:gdLst/>
              <a:ahLst/>
              <a:cxnLst/>
              <a:rect l="l" t="t" r="r" b="b"/>
              <a:pathLst>
                <a:path w="7372" h="3504" extrusionOk="0">
                  <a:moveTo>
                    <a:pt x="0" y="1"/>
                  </a:moveTo>
                  <a:lnTo>
                    <a:pt x="0" y="1402"/>
                  </a:lnTo>
                  <a:lnTo>
                    <a:pt x="2502" y="2035"/>
                  </a:lnTo>
                  <a:lnTo>
                    <a:pt x="3869" y="3503"/>
                  </a:lnTo>
                  <a:lnTo>
                    <a:pt x="7372" y="2869"/>
                  </a:lnTo>
                  <a:lnTo>
                    <a:pt x="4403" y="2869"/>
                  </a:lnTo>
                  <a:lnTo>
                    <a:pt x="3603" y="1602"/>
                  </a:lnTo>
                  <a:lnTo>
                    <a:pt x="0" y="1"/>
                  </a:lnTo>
                  <a:close/>
                </a:path>
              </a:pathLst>
            </a:custGeom>
            <a:solidFill>
              <a:schemeClr val="accent4"/>
            </a:solidFill>
            <a:ln>
              <a:noFill/>
            </a:ln>
          </p:spPr>
          <p:txBody>
            <a:bodyPr spcFirstLastPara="1" wrap="square" lIns="121900" tIns="121900" rIns="121900" bIns="121900" anchor="ctr" anchorCtr="0">
              <a:noAutofit/>
            </a:bodyPr>
            <a:lstStyle/>
            <a:p>
              <a:endParaRPr sz="1867"/>
            </a:p>
          </p:txBody>
        </p:sp>
        <p:sp>
          <p:nvSpPr>
            <p:cNvPr id="848" name="Google Shape;848;p47"/>
            <p:cNvSpPr/>
            <p:nvPr/>
          </p:nvSpPr>
          <p:spPr>
            <a:xfrm>
              <a:off x="3421966" y="2865503"/>
              <a:ext cx="50137" cy="173102"/>
            </a:xfrm>
            <a:custGeom>
              <a:avLst/>
              <a:gdLst/>
              <a:ahLst/>
              <a:cxnLst/>
              <a:rect l="l" t="t" r="r" b="b"/>
              <a:pathLst>
                <a:path w="1836" h="6339" extrusionOk="0">
                  <a:moveTo>
                    <a:pt x="1835" y="1"/>
                  </a:moveTo>
                  <a:lnTo>
                    <a:pt x="0" y="2436"/>
                  </a:lnTo>
                  <a:lnTo>
                    <a:pt x="0" y="6338"/>
                  </a:lnTo>
                  <a:lnTo>
                    <a:pt x="1835" y="3870"/>
                  </a:lnTo>
                  <a:lnTo>
                    <a:pt x="1835" y="2803"/>
                  </a:lnTo>
                  <a:lnTo>
                    <a:pt x="1268" y="2836"/>
                  </a:lnTo>
                  <a:lnTo>
                    <a:pt x="1268" y="2836"/>
                  </a:lnTo>
                  <a:lnTo>
                    <a:pt x="1835" y="1"/>
                  </a:lnTo>
                  <a:close/>
                </a:path>
              </a:pathLst>
            </a:custGeom>
            <a:solidFill>
              <a:schemeClr val="accent4"/>
            </a:solidFill>
            <a:ln>
              <a:noFill/>
            </a:ln>
          </p:spPr>
          <p:txBody>
            <a:bodyPr spcFirstLastPara="1" wrap="square" lIns="121900" tIns="121900" rIns="121900" bIns="121900" anchor="ctr" anchorCtr="0">
              <a:noAutofit/>
            </a:bodyPr>
            <a:lstStyle/>
            <a:p>
              <a:endParaRPr sz="1867"/>
            </a:p>
          </p:txBody>
        </p:sp>
        <p:sp>
          <p:nvSpPr>
            <p:cNvPr id="849" name="Google Shape;849;p47"/>
            <p:cNvSpPr/>
            <p:nvPr/>
          </p:nvSpPr>
          <p:spPr>
            <a:xfrm>
              <a:off x="3456592" y="2942018"/>
              <a:ext cx="15511" cy="928"/>
            </a:xfrm>
            <a:custGeom>
              <a:avLst/>
              <a:gdLst/>
              <a:ahLst/>
              <a:cxnLst/>
              <a:rect l="l" t="t" r="r" b="b"/>
              <a:pathLst>
                <a:path w="568" h="34" extrusionOk="0">
                  <a:moveTo>
                    <a:pt x="0" y="34"/>
                  </a:moveTo>
                  <a:lnTo>
                    <a:pt x="567" y="1"/>
                  </a:lnTo>
                  <a:lnTo>
                    <a:pt x="567" y="1"/>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850" name="Google Shape;850;p47"/>
            <p:cNvSpPr/>
            <p:nvPr/>
          </p:nvSpPr>
          <p:spPr>
            <a:xfrm>
              <a:off x="3456592" y="2927436"/>
              <a:ext cx="242327" cy="121191"/>
            </a:xfrm>
            <a:custGeom>
              <a:avLst/>
              <a:gdLst/>
              <a:ahLst/>
              <a:cxnLst/>
              <a:rect l="l" t="t" r="r" b="b"/>
              <a:pathLst>
                <a:path w="8874" h="4438" extrusionOk="0">
                  <a:moveTo>
                    <a:pt x="8873" y="1"/>
                  </a:moveTo>
                  <a:lnTo>
                    <a:pt x="0" y="568"/>
                  </a:lnTo>
                  <a:lnTo>
                    <a:pt x="567" y="1602"/>
                  </a:lnTo>
                  <a:lnTo>
                    <a:pt x="0" y="4437"/>
                  </a:lnTo>
                  <a:lnTo>
                    <a:pt x="8873" y="3870"/>
                  </a:lnTo>
                  <a:lnTo>
                    <a:pt x="8873" y="1"/>
                  </a:lnTo>
                  <a:close/>
                </a:path>
              </a:pathLst>
            </a:custGeom>
            <a:solidFill>
              <a:schemeClr val="dk2"/>
            </a:solidFill>
            <a:ln>
              <a:noFill/>
            </a:ln>
          </p:spPr>
          <p:txBody>
            <a:bodyPr spcFirstLastPara="1" wrap="square" lIns="121900" tIns="121900" rIns="121900" bIns="121900" anchor="ctr" anchorCtr="0">
              <a:noAutofit/>
            </a:bodyPr>
            <a:lstStyle/>
            <a:p>
              <a:endParaRPr sz="1867"/>
            </a:p>
          </p:txBody>
        </p:sp>
      </p:grpSp>
      <p:grpSp>
        <p:nvGrpSpPr>
          <p:cNvPr id="851" name="Google Shape;851;p47"/>
          <p:cNvGrpSpPr/>
          <p:nvPr/>
        </p:nvGrpSpPr>
        <p:grpSpPr>
          <a:xfrm>
            <a:off x="6475185" y="2272731"/>
            <a:ext cx="1775679" cy="1156269"/>
            <a:chOff x="4558765" y="2181427"/>
            <a:chExt cx="1331759" cy="867202"/>
          </a:xfrm>
        </p:grpSpPr>
        <p:sp>
          <p:nvSpPr>
            <p:cNvPr id="852" name="Google Shape;852;p47"/>
            <p:cNvSpPr/>
            <p:nvPr/>
          </p:nvSpPr>
          <p:spPr>
            <a:xfrm>
              <a:off x="4558765" y="2597700"/>
              <a:ext cx="120262" cy="358001"/>
            </a:xfrm>
            <a:custGeom>
              <a:avLst/>
              <a:gdLst/>
              <a:ahLst/>
              <a:cxnLst/>
              <a:rect l="l" t="t" r="r" b="b"/>
              <a:pathLst>
                <a:path w="4404" h="13110" extrusionOk="0">
                  <a:moveTo>
                    <a:pt x="0" y="1"/>
                  </a:moveTo>
                  <a:lnTo>
                    <a:pt x="4403" y="13110"/>
                  </a:lnTo>
                  <a:lnTo>
                    <a:pt x="2635" y="301"/>
                  </a:lnTo>
                  <a:lnTo>
                    <a:pt x="0" y="1"/>
                  </a:lnTo>
                  <a:close/>
                </a:path>
              </a:pathLst>
            </a:custGeom>
            <a:solidFill>
              <a:schemeClr val="dk2"/>
            </a:solidFill>
            <a:ln>
              <a:noFill/>
            </a:ln>
          </p:spPr>
          <p:txBody>
            <a:bodyPr spcFirstLastPara="1" wrap="square" lIns="121900" tIns="121900" rIns="121900" bIns="121900" anchor="ctr" anchorCtr="0">
              <a:noAutofit/>
            </a:bodyPr>
            <a:lstStyle/>
            <a:p>
              <a:endParaRPr sz="1867"/>
            </a:p>
          </p:txBody>
        </p:sp>
        <p:sp>
          <p:nvSpPr>
            <p:cNvPr id="853" name="Google Shape;853;p47"/>
            <p:cNvSpPr/>
            <p:nvPr/>
          </p:nvSpPr>
          <p:spPr>
            <a:xfrm>
              <a:off x="5395867" y="2692429"/>
              <a:ext cx="214091" cy="356199"/>
            </a:xfrm>
            <a:custGeom>
              <a:avLst/>
              <a:gdLst/>
              <a:ahLst/>
              <a:cxnLst/>
              <a:rect l="l" t="t" r="r" b="b"/>
              <a:pathLst>
                <a:path w="7840" h="13044" extrusionOk="0">
                  <a:moveTo>
                    <a:pt x="1268" y="1"/>
                  </a:moveTo>
                  <a:lnTo>
                    <a:pt x="0" y="12476"/>
                  </a:lnTo>
                  <a:lnTo>
                    <a:pt x="5304" y="13043"/>
                  </a:lnTo>
                  <a:lnTo>
                    <a:pt x="7839" y="701"/>
                  </a:lnTo>
                  <a:lnTo>
                    <a:pt x="7105" y="601"/>
                  </a:lnTo>
                  <a:lnTo>
                    <a:pt x="1268" y="1"/>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54" name="Google Shape;854;p47"/>
            <p:cNvSpPr/>
            <p:nvPr/>
          </p:nvSpPr>
          <p:spPr>
            <a:xfrm>
              <a:off x="4712696" y="2614085"/>
              <a:ext cx="204970" cy="365320"/>
            </a:xfrm>
            <a:custGeom>
              <a:avLst/>
              <a:gdLst/>
              <a:ahLst/>
              <a:cxnLst/>
              <a:rect l="l" t="t" r="r" b="b"/>
              <a:pathLst>
                <a:path w="7506" h="13378" extrusionOk="0">
                  <a:moveTo>
                    <a:pt x="1835" y="12844"/>
                  </a:moveTo>
                  <a:lnTo>
                    <a:pt x="1969" y="12877"/>
                  </a:lnTo>
                  <a:lnTo>
                    <a:pt x="1966" y="12858"/>
                  </a:lnTo>
                  <a:lnTo>
                    <a:pt x="1835" y="12844"/>
                  </a:lnTo>
                  <a:close/>
                  <a:moveTo>
                    <a:pt x="1" y="1"/>
                  </a:moveTo>
                  <a:lnTo>
                    <a:pt x="1966" y="12858"/>
                  </a:lnTo>
                  <a:lnTo>
                    <a:pt x="6572" y="13377"/>
                  </a:lnTo>
                  <a:lnTo>
                    <a:pt x="6539" y="13344"/>
                  </a:lnTo>
                  <a:lnTo>
                    <a:pt x="7506" y="835"/>
                  </a:lnTo>
                  <a:lnTo>
                    <a:pt x="1" y="1"/>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855" name="Google Shape;855;p47"/>
            <p:cNvSpPr/>
            <p:nvPr/>
          </p:nvSpPr>
          <p:spPr>
            <a:xfrm>
              <a:off x="4979596" y="2643249"/>
              <a:ext cx="361633" cy="382605"/>
            </a:xfrm>
            <a:custGeom>
              <a:avLst/>
              <a:gdLst/>
              <a:ahLst/>
              <a:cxnLst/>
              <a:rect l="l" t="t" r="r" b="b"/>
              <a:pathLst>
                <a:path w="13243" h="14011" extrusionOk="0">
                  <a:moveTo>
                    <a:pt x="10207" y="1335"/>
                  </a:moveTo>
                  <a:lnTo>
                    <a:pt x="10574" y="13777"/>
                  </a:lnTo>
                  <a:lnTo>
                    <a:pt x="8973" y="13610"/>
                  </a:lnTo>
                  <a:lnTo>
                    <a:pt x="10207" y="1335"/>
                  </a:lnTo>
                  <a:close/>
                  <a:moveTo>
                    <a:pt x="0" y="0"/>
                  </a:moveTo>
                  <a:lnTo>
                    <a:pt x="801" y="12743"/>
                  </a:lnTo>
                  <a:lnTo>
                    <a:pt x="701" y="12743"/>
                  </a:lnTo>
                  <a:lnTo>
                    <a:pt x="12376" y="14010"/>
                  </a:lnTo>
                  <a:lnTo>
                    <a:pt x="13243" y="1435"/>
                  </a:lnTo>
                  <a:lnTo>
                    <a:pt x="8006" y="868"/>
                  </a:lnTo>
                  <a:lnTo>
                    <a:pt x="8006" y="13510"/>
                  </a:lnTo>
                  <a:lnTo>
                    <a:pt x="5137" y="13210"/>
                  </a:lnTo>
                  <a:lnTo>
                    <a:pt x="6338" y="701"/>
                  </a:lnTo>
                  <a:lnTo>
                    <a:pt x="2402" y="267"/>
                  </a:lnTo>
                  <a:lnTo>
                    <a:pt x="3069" y="12976"/>
                  </a:lnTo>
                  <a:lnTo>
                    <a:pt x="2068" y="12876"/>
                  </a:lnTo>
                  <a:lnTo>
                    <a:pt x="1735" y="201"/>
                  </a:lnTo>
                  <a:lnTo>
                    <a:pt x="0" y="0"/>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856" name="Google Shape;856;p47"/>
            <p:cNvSpPr/>
            <p:nvPr/>
          </p:nvSpPr>
          <p:spPr>
            <a:xfrm>
              <a:off x="5736552" y="2591338"/>
              <a:ext cx="10022" cy="9121"/>
            </a:xfrm>
            <a:custGeom>
              <a:avLst/>
              <a:gdLst/>
              <a:ahLst/>
              <a:cxnLst/>
              <a:rect l="l" t="t" r="r" b="b"/>
              <a:pathLst>
                <a:path w="367" h="334" extrusionOk="0">
                  <a:moveTo>
                    <a:pt x="367" y="0"/>
                  </a:moveTo>
                  <a:lnTo>
                    <a:pt x="0" y="334"/>
                  </a:lnTo>
                  <a:lnTo>
                    <a:pt x="0" y="334"/>
                  </a:lnTo>
                  <a:close/>
                </a:path>
              </a:pathLst>
            </a:custGeom>
            <a:solidFill>
              <a:srgbClr val="E6F5FA"/>
            </a:solidFill>
            <a:ln>
              <a:noFill/>
            </a:ln>
          </p:spPr>
          <p:txBody>
            <a:bodyPr spcFirstLastPara="1" wrap="square" lIns="121900" tIns="121900" rIns="121900" bIns="121900" anchor="ctr" anchorCtr="0">
              <a:noAutofit/>
            </a:bodyPr>
            <a:lstStyle/>
            <a:p>
              <a:endParaRPr sz="1867"/>
            </a:p>
          </p:txBody>
        </p:sp>
        <p:sp>
          <p:nvSpPr>
            <p:cNvPr id="857" name="Google Shape;857;p47"/>
            <p:cNvSpPr/>
            <p:nvPr/>
          </p:nvSpPr>
          <p:spPr>
            <a:xfrm>
              <a:off x="5703756" y="2465615"/>
              <a:ext cx="186756" cy="440006"/>
            </a:xfrm>
            <a:custGeom>
              <a:avLst/>
              <a:gdLst/>
              <a:ahLst/>
              <a:cxnLst/>
              <a:rect l="l" t="t" r="r" b="b"/>
              <a:pathLst>
                <a:path w="6839" h="16113" extrusionOk="0">
                  <a:moveTo>
                    <a:pt x="6838" y="1"/>
                  </a:moveTo>
                  <a:lnTo>
                    <a:pt x="4770" y="1802"/>
                  </a:lnTo>
                  <a:lnTo>
                    <a:pt x="0" y="16112"/>
                  </a:lnTo>
                  <a:lnTo>
                    <a:pt x="2435" y="13977"/>
                  </a:lnTo>
                  <a:lnTo>
                    <a:pt x="6838" y="1"/>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858" name="Google Shape;858;p47"/>
            <p:cNvSpPr/>
            <p:nvPr/>
          </p:nvSpPr>
          <p:spPr>
            <a:xfrm>
              <a:off x="5540705" y="2626837"/>
              <a:ext cx="165811" cy="421792"/>
            </a:xfrm>
            <a:custGeom>
              <a:avLst/>
              <a:gdLst/>
              <a:ahLst/>
              <a:cxnLst/>
              <a:rect l="l" t="t" r="r" b="b"/>
              <a:pathLst>
                <a:path w="6072" h="15446" extrusionOk="0">
                  <a:moveTo>
                    <a:pt x="6071" y="1"/>
                  </a:moveTo>
                  <a:lnTo>
                    <a:pt x="4103" y="1702"/>
                  </a:lnTo>
                  <a:lnTo>
                    <a:pt x="2535" y="3103"/>
                  </a:lnTo>
                  <a:lnTo>
                    <a:pt x="0" y="15445"/>
                  </a:lnTo>
                  <a:lnTo>
                    <a:pt x="2135" y="13577"/>
                  </a:lnTo>
                  <a:lnTo>
                    <a:pt x="6071" y="1"/>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859" name="Google Shape;859;p47"/>
            <p:cNvSpPr/>
            <p:nvPr/>
          </p:nvSpPr>
          <p:spPr>
            <a:xfrm>
              <a:off x="4558765" y="2181427"/>
              <a:ext cx="1331759" cy="530175"/>
            </a:xfrm>
            <a:custGeom>
              <a:avLst/>
              <a:gdLst/>
              <a:ahLst/>
              <a:cxnLst/>
              <a:rect l="l" t="t" r="r" b="b"/>
              <a:pathLst>
                <a:path w="48769" h="19415" extrusionOk="0">
                  <a:moveTo>
                    <a:pt x="23417" y="0"/>
                  </a:moveTo>
                  <a:lnTo>
                    <a:pt x="13143" y="5571"/>
                  </a:lnTo>
                  <a:lnTo>
                    <a:pt x="2202" y="7572"/>
                  </a:lnTo>
                  <a:lnTo>
                    <a:pt x="0" y="15245"/>
                  </a:lnTo>
                  <a:lnTo>
                    <a:pt x="4837" y="15778"/>
                  </a:lnTo>
                  <a:lnTo>
                    <a:pt x="5471" y="15845"/>
                  </a:lnTo>
                  <a:lnTo>
                    <a:pt x="5638" y="15845"/>
                  </a:lnTo>
                  <a:lnTo>
                    <a:pt x="13143" y="16679"/>
                  </a:lnTo>
                  <a:lnTo>
                    <a:pt x="15411" y="16912"/>
                  </a:lnTo>
                  <a:lnTo>
                    <a:pt x="17146" y="17113"/>
                  </a:lnTo>
                  <a:lnTo>
                    <a:pt x="20548" y="13510"/>
                  </a:lnTo>
                  <a:lnTo>
                    <a:pt x="17813" y="17179"/>
                  </a:lnTo>
                  <a:lnTo>
                    <a:pt x="21749" y="17613"/>
                  </a:lnTo>
                  <a:lnTo>
                    <a:pt x="23417" y="17780"/>
                  </a:lnTo>
                  <a:lnTo>
                    <a:pt x="28654" y="18347"/>
                  </a:lnTo>
                  <a:lnTo>
                    <a:pt x="31723" y="18680"/>
                  </a:lnTo>
                  <a:lnTo>
                    <a:pt x="31923" y="18680"/>
                  </a:lnTo>
                  <a:lnTo>
                    <a:pt x="37760" y="19314"/>
                  </a:lnTo>
                  <a:lnTo>
                    <a:pt x="38494" y="19414"/>
                  </a:lnTo>
                  <a:lnTo>
                    <a:pt x="40062" y="18013"/>
                  </a:lnTo>
                  <a:lnTo>
                    <a:pt x="42030" y="16312"/>
                  </a:lnTo>
                  <a:lnTo>
                    <a:pt x="38961" y="14744"/>
                  </a:lnTo>
                  <a:lnTo>
                    <a:pt x="37227" y="15245"/>
                  </a:lnTo>
                  <a:lnTo>
                    <a:pt x="34825" y="14144"/>
                  </a:lnTo>
                  <a:lnTo>
                    <a:pt x="37560" y="14744"/>
                  </a:lnTo>
                  <a:lnTo>
                    <a:pt x="38961" y="14144"/>
                  </a:lnTo>
                  <a:lnTo>
                    <a:pt x="43131" y="15345"/>
                  </a:lnTo>
                  <a:lnTo>
                    <a:pt x="48768" y="10408"/>
                  </a:lnTo>
                  <a:lnTo>
                    <a:pt x="46200" y="6105"/>
                  </a:lnTo>
                  <a:lnTo>
                    <a:pt x="37560" y="2936"/>
                  </a:lnTo>
                  <a:lnTo>
                    <a:pt x="35526" y="4504"/>
                  </a:lnTo>
                  <a:lnTo>
                    <a:pt x="35526" y="4504"/>
                  </a:lnTo>
                  <a:lnTo>
                    <a:pt x="36893" y="2702"/>
                  </a:lnTo>
                  <a:lnTo>
                    <a:pt x="36593" y="2602"/>
                  </a:lnTo>
                  <a:lnTo>
                    <a:pt x="23417" y="0"/>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860" name="Google Shape;860;p47"/>
            <p:cNvSpPr/>
            <p:nvPr/>
          </p:nvSpPr>
          <p:spPr>
            <a:xfrm>
              <a:off x="5430466" y="2691528"/>
              <a:ext cx="159448" cy="17340"/>
            </a:xfrm>
            <a:custGeom>
              <a:avLst/>
              <a:gdLst/>
              <a:ahLst/>
              <a:cxnLst/>
              <a:rect l="l" t="t" r="r" b="b"/>
              <a:pathLst>
                <a:path w="5839" h="635" extrusionOk="0">
                  <a:moveTo>
                    <a:pt x="1" y="0"/>
                  </a:moveTo>
                  <a:lnTo>
                    <a:pt x="1" y="34"/>
                  </a:lnTo>
                  <a:lnTo>
                    <a:pt x="5838" y="634"/>
                  </a:lnTo>
                  <a:lnTo>
                    <a:pt x="5838" y="634"/>
                  </a:lnTo>
                  <a:lnTo>
                    <a:pt x="1" y="0"/>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861" name="Google Shape;861;p47"/>
            <p:cNvSpPr/>
            <p:nvPr/>
          </p:nvSpPr>
          <p:spPr>
            <a:xfrm>
              <a:off x="5609929" y="2673314"/>
              <a:ext cx="42845" cy="38285"/>
            </a:xfrm>
            <a:custGeom>
              <a:avLst/>
              <a:gdLst/>
              <a:ahLst/>
              <a:cxnLst/>
              <a:rect l="l" t="t" r="r" b="b"/>
              <a:pathLst>
                <a:path w="1569" h="1402" extrusionOk="0">
                  <a:moveTo>
                    <a:pt x="0" y="1401"/>
                  </a:moveTo>
                  <a:lnTo>
                    <a:pt x="1568" y="0"/>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862" name="Google Shape;862;p47"/>
            <p:cNvSpPr/>
            <p:nvPr/>
          </p:nvSpPr>
          <p:spPr>
            <a:xfrm>
              <a:off x="5317523" y="2682408"/>
              <a:ext cx="112971" cy="350738"/>
            </a:xfrm>
            <a:custGeom>
              <a:avLst/>
              <a:gdLst/>
              <a:ahLst/>
              <a:cxnLst/>
              <a:rect l="l" t="t" r="r" b="b"/>
              <a:pathLst>
                <a:path w="4137" h="12844" extrusionOk="0">
                  <a:moveTo>
                    <a:pt x="868" y="1"/>
                  </a:moveTo>
                  <a:lnTo>
                    <a:pt x="1" y="12543"/>
                  </a:lnTo>
                  <a:lnTo>
                    <a:pt x="2536" y="12810"/>
                  </a:lnTo>
                  <a:lnTo>
                    <a:pt x="2869" y="12843"/>
                  </a:lnTo>
                  <a:lnTo>
                    <a:pt x="4137" y="368"/>
                  </a:lnTo>
                  <a:lnTo>
                    <a:pt x="3937" y="334"/>
                  </a:lnTo>
                  <a:lnTo>
                    <a:pt x="868" y="1"/>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863" name="Google Shape;863;p47"/>
            <p:cNvSpPr/>
            <p:nvPr/>
          </p:nvSpPr>
          <p:spPr>
            <a:xfrm>
              <a:off x="5386747" y="3032187"/>
              <a:ext cx="9148" cy="956"/>
            </a:xfrm>
            <a:custGeom>
              <a:avLst/>
              <a:gdLst/>
              <a:ahLst/>
              <a:cxnLst/>
              <a:rect l="l" t="t" r="r" b="b"/>
              <a:pathLst>
                <a:path w="335" h="35" extrusionOk="0">
                  <a:moveTo>
                    <a:pt x="334" y="34"/>
                  </a:moveTo>
                  <a:lnTo>
                    <a:pt x="334" y="34"/>
                  </a:lnTo>
                  <a:lnTo>
                    <a:pt x="1" y="1"/>
                  </a:lnTo>
                  <a:close/>
                </a:path>
              </a:pathLst>
            </a:custGeom>
            <a:solidFill>
              <a:srgbClr val="E6F5FA"/>
            </a:solidFill>
            <a:ln>
              <a:noFill/>
            </a:ln>
          </p:spPr>
          <p:txBody>
            <a:bodyPr spcFirstLastPara="1" wrap="square" lIns="121900" tIns="121900" rIns="121900" bIns="121900" anchor="ctr" anchorCtr="0">
              <a:noAutofit/>
            </a:bodyPr>
            <a:lstStyle/>
            <a:p>
              <a:endParaRPr sz="1867"/>
            </a:p>
          </p:txBody>
        </p:sp>
        <p:sp>
          <p:nvSpPr>
            <p:cNvPr id="864" name="Google Shape;864;p47"/>
            <p:cNvSpPr/>
            <p:nvPr/>
          </p:nvSpPr>
          <p:spPr>
            <a:xfrm>
              <a:off x="5425004" y="2691528"/>
              <a:ext cx="5489" cy="928"/>
            </a:xfrm>
            <a:custGeom>
              <a:avLst/>
              <a:gdLst/>
              <a:ahLst/>
              <a:cxnLst/>
              <a:rect l="l" t="t" r="r" b="b"/>
              <a:pathLst>
                <a:path w="201" h="34" extrusionOk="0">
                  <a:moveTo>
                    <a:pt x="1" y="0"/>
                  </a:moveTo>
                  <a:lnTo>
                    <a:pt x="201" y="34"/>
                  </a:lnTo>
                  <a:lnTo>
                    <a:pt x="201" y="0"/>
                  </a:lnTo>
                  <a:close/>
                </a:path>
              </a:pathLst>
            </a:custGeom>
            <a:solidFill>
              <a:srgbClr val="E6F5FA"/>
            </a:solidFill>
            <a:ln>
              <a:noFill/>
            </a:ln>
          </p:spPr>
          <p:txBody>
            <a:bodyPr spcFirstLastPara="1" wrap="square" lIns="121900" tIns="121900" rIns="121900" bIns="121900" anchor="ctr" anchorCtr="0">
              <a:noAutofit/>
            </a:bodyPr>
            <a:lstStyle/>
            <a:p>
              <a:endParaRPr sz="1867"/>
            </a:p>
          </p:txBody>
        </p:sp>
        <p:sp>
          <p:nvSpPr>
            <p:cNvPr id="865" name="Google Shape;865;p47"/>
            <p:cNvSpPr/>
            <p:nvPr/>
          </p:nvSpPr>
          <p:spPr>
            <a:xfrm>
              <a:off x="5425004" y="2691528"/>
              <a:ext cx="5489" cy="27"/>
            </a:xfrm>
            <a:custGeom>
              <a:avLst/>
              <a:gdLst/>
              <a:ahLst/>
              <a:cxnLst/>
              <a:rect l="l" t="t" r="r" b="b"/>
              <a:pathLst>
                <a:path w="201" h="1" extrusionOk="0">
                  <a:moveTo>
                    <a:pt x="201" y="0"/>
                  </a:moveTo>
                  <a:lnTo>
                    <a:pt x="1" y="0"/>
                  </a:lnTo>
                  <a:close/>
                </a:path>
              </a:pathLst>
            </a:custGeom>
            <a:solidFill>
              <a:srgbClr val="E6F5FA"/>
            </a:solidFill>
            <a:ln>
              <a:noFill/>
            </a:ln>
          </p:spPr>
          <p:txBody>
            <a:bodyPr spcFirstLastPara="1" wrap="square" lIns="121900" tIns="121900" rIns="121900" bIns="121900" anchor="ctr" anchorCtr="0">
              <a:noAutofit/>
            </a:bodyPr>
            <a:lstStyle/>
            <a:p>
              <a:endParaRPr sz="1867"/>
            </a:p>
          </p:txBody>
        </p:sp>
        <p:sp>
          <p:nvSpPr>
            <p:cNvPr id="866" name="Google Shape;866;p47"/>
            <p:cNvSpPr/>
            <p:nvPr/>
          </p:nvSpPr>
          <p:spPr>
            <a:xfrm>
              <a:off x="4891230" y="2636859"/>
              <a:ext cx="110240" cy="354369"/>
            </a:xfrm>
            <a:custGeom>
              <a:avLst/>
              <a:gdLst/>
              <a:ahLst/>
              <a:cxnLst/>
              <a:rect l="l" t="t" r="r" b="b"/>
              <a:pathLst>
                <a:path w="4037" h="12977" extrusionOk="0">
                  <a:moveTo>
                    <a:pt x="968" y="1"/>
                  </a:moveTo>
                  <a:lnTo>
                    <a:pt x="1" y="12510"/>
                  </a:lnTo>
                  <a:lnTo>
                    <a:pt x="34" y="12543"/>
                  </a:lnTo>
                  <a:lnTo>
                    <a:pt x="3937" y="12944"/>
                  </a:lnTo>
                  <a:lnTo>
                    <a:pt x="3903" y="12944"/>
                  </a:lnTo>
                  <a:lnTo>
                    <a:pt x="4037" y="12977"/>
                  </a:lnTo>
                  <a:lnTo>
                    <a:pt x="3236" y="234"/>
                  </a:lnTo>
                  <a:lnTo>
                    <a:pt x="968" y="1"/>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67" name="Google Shape;867;p47"/>
            <p:cNvSpPr/>
            <p:nvPr/>
          </p:nvSpPr>
          <p:spPr>
            <a:xfrm>
              <a:off x="4891230" y="2978446"/>
              <a:ext cx="928" cy="956"/>
            </a:xfrm>
            <a:custGeom>
              <a:avLst/>
              <a:gdLst/>
              <a:ahLst/>
              <a:cxnLst/>
              <a:rect l="l" t="t" r="r" b="b"/>
              <a:pathLst>
                <a:path w="34" h="35" extrusionOk="0">
                  <a:moveTo>
                    <a:pt x="1" y="1"/>
                  </a:moveTo>
                  <a:lnTo>
                    <a:pt x="34" y="34"/>
                  </a:lnTo>
                  <a:lnTo>
                    <a:pt x="34" y="34"/>
                  </a:lnTo>
                  <a:close/>
                </a:path>
              </a:pathLst>
            </a:custGeom>
            <a:solidFill>
              <a:srgbClr val="BBE4F1"/>
            </a:solidFill>
            <a:ln>
              <a:noFill/>
            </a:ln>
          </p:spPr>
          <p:txBody>
            <a:bodyPr spcFirstLastPara="1" wrap="square" lIns="121900" tIns="121900" rIns="121900" bIns="121900" anchor="ctr" anchorCtr="0">
              <a:noAutofit/>
            </a:bodyPr>
            <a:lstStyle/>
            <a:p>
              <a:endParaRPr sz="1867"/>
            </a:p>
          </p:txBody>
        </p:sp>
        <p:sp>
          <p:nvSpPr>
            <p:cNvPr id="868" name="Google Shape;868;p47"/>
            <p:cNvSpPr/>
            <p:nvPr/>
          </p:nvSpPr>
          <p:spPr>
            <a:xfrm>
              <a:off x="4997810" y="2990298"/>
              <a:ext cx="3659" cy="928"/>
            </a:xfrm>
            <a:custGeom>
              <a:avLst/>
              <a:gdLst/>
              <a:ahLst/>
              <a:cxnLst/>
              <a:rect l="l" t="t" r="r" b="b"/>
              <a:pathLst>
                <a:path w="134" h="34" extrusionOk="0">
                  <a:moveTo>
                    <a:pt x="0" y="1"/>
                  </a:moveTo>
                  <a:lnTo>
                    <a:pt x="134" y="34"/>
                  </a:lnTo>
                  <a:lnTo>
                    <a:pt x="134" y="34"/>
                  </a:lnTo>
                  <a:lnTo>
                    <a:pt x="34" y="1"/>
                  </a:lnTo>
                  <a:close/>
                </a:path>
              </a:pathLst>
            </a:custGeom>
            <a:solidFill>
              <a:srgbClr val="BBE4F1"/>
            </a:solidFill>
            <a:ln>
              <a:noFill/>
            </a:ln>
          </p:spPr>
          <p:txBody>
            <a:bodyPr spcFirstLastPara="1" wrap="square" lIns="121900" tIns="121900" rIns="121900" bIns="121900" anchor="ctr" anchorCtr="0">
              <a:noAutofit/>
            </a:bodyPr>
            <a:lstStyle/>
            <a:p>
              <a:endParaRPr sz="1867"/>
            </a:p>
          </p:txBody>
        </p:sp>
        <p:sp>
          <p:nvSpPr>
            <p:cNvPr id="869" name="Google Shape;869;p47"/>
            <p:cNvSpPr/>
            <p:nvPr/>
          </p:nvSpPr>
          <p:spPr>
            <a:xfrm>
              <a:off x="4917636" y="2636859"/>
              <a:ext cx="61988" cy="6417"/>
            </a:xfrm>
            <a:custGeom>
              <a:avLst/>
              <a:gdLst/>
              <a:ahLst/>
              <a:cxnLst/>
              <a:rect l="l" t="t" r="r" b="b"/>
              <a:pathLst>
                <a:path w="2270" h="235" extrusionOk="0">
                  <a:moveTo>
                    <a:pt x="2269" y="234"/>
                  </a:moveTo>
                  <a:lnTo>
                    <a:pt x="1" y="1"/>
                  </a:lnTo>
                  <a:lnTo>
                    <a:pt x="1" y="1"/>
                  </a:lnTo>
                  <a:lnTo>
                    <a:pt x="1" y="1"/>
                  </a:lnTo>
                  <a:lnTo>
                    <a:pt x="2269" y="234"/>
                  </a:lnTo>
                  <a:lnTo>
                    <a:pt x="2269" y="234"/>
                  </a:lnTo>
                  <a:close/>
                </a:path>
              </a:pathLst>
            </a:custGeom>
            <a:solidFill>
              <a:srgbClr val="BBE4F1"/>
            </a:solidFill>
            <a:ln>
              <a:noFill/>
            </a:ln>
          </p:spPr>
          <p:txBody>
            <a:bodyPr spcFirstLastPara="1" wrap="square" lIns="121900" tIns="121900" rIns="121900" bIns="121900" anchor="ctr" anchorCtr="0">
              <a:noAutofit/>
            </a:bodyPr>
            <a:lstStyle/>
            <a:p>
              <a:endParaRPr sz="1867"/>
            </a:p>
          </p:txBody>
        </p:sp>
        <p:sp>
          <p:nvSpPr>
            <p:cNvPr id="870" name="Google Shape;870;p47"/>
            <p:cNvSpPr/>
            <p:nvPr/>
          </p:nvSpPr>
          <p:spPr>
            <a:xfrm>
              <a:off x="4630720" y="2605892"/>
              <a:ext cx="135746" cy="359831"/>
            </a:xfrm>
            <a:custGeom>
              <a:avLst/>
              <a:gdLst/>
              <a:ahLst/>
              <a:cxnLst/>
              <a:rect l="l" t="t" r="r" b="b"/>
              <a:pathLst>
                <a:path w="4971" h="13177" extrusionOk="0">
                  <a:moveTo>
                    <a:pt x="0" y="1"/>
                  </a:moveTo>
                  <a:lnTo>
                    <a:pt x="1768" y="12810"/>
                  </a:lnTo>
                  <a:lnTo>
                    <a:pt x="4971" y="13177"/>
                  </a:lnTo>
                  <a:lnTo>
                    <a:pt x="3003" y="301"/>
                  </a:lnTo>
                  <a:lnTo>
                    <a:pt x="2836" y="301"/>
                  </a:lnTo>
                  <a:lnTo>
                    <a:pt x="0" y="1"/>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71" name="Google Shape;871;p47"/>
            <p:cNvSpPr/>
            <p:nvPr/>
          </p:nvSpPr>
          <p:spPr>
            <a:xfrm>
              <a:off x="4630720" y="2605892"/>
              <a:ext cx="60131" cy="6417"/>
            </a:xfrm>
            <a:custGeom>
              <a:avLst/>
              <a:gdLst/>
              <a:ahLst/>
              <a:cxnLst/>
              <a:rect l="l" t="t" r="r" b="b"/>
              <a:pathLst>
                <a:path w="2202" h="235" extrusionOk="0">
                  <a:moveTo>
                    <a:pt x="0" y="1"/>
                  </a:moveTo>
                  <a:lnTo>
                    <a:pt x="0" y="1"/>
                  </a:lnTo>
                  <a:lnTo>
                    <a:pt x="2202" y="234"/>
                  </a:lnTo>
                  <a:close/>
                </a:path>
              </a:pathLst>
            </a:custGeom>
            <a:solidFill>
              <a:srgbClr val="BBE4F1"/>
            </a:solidFill>
            <a:ln>
              <a:noFill/>
            </a:ln>
          </p:spPr>
          <p:txBody>
            <a:bodyPr spcFirstLastPara="1" wrap="square" lIns="121900" tIns="121900" rIns="121900" bIns="121900" anchor="ctr" anchorCtr="0">
              <a:noAutofit/>
            </a:bodyPr>
            <a:lstStyle/>
            <a:p>
              <a:endParaRPr sz="1867"/>
            </a:p>
          </p:txBody>
        </p:sp>
        <p:sp>
          <p:nvSpPr>
            <p:cNvPr id="872" name="Google Shape;872;p47"/>
            <p:cNvSpPr/>
            <p:nvPr/>
          </p:nvSpPr>
          <p:spPr>
            <a:xfrm>
              <a:off x="4708136" y="2614085"/>
              <a:ext cx="4588" cy="27"/>
            </a:xfrm>
            <a:custGeom>
              <a:avLst/>
              <a:gdLst/>
              <a:ahLst/>
              <a:cxnLst/>
              <a:rect l="l" t="t" r="r" b="b"/>
              <a:pathLst>
                <a:path w="168" h="1" extrusionOk="0">
                  <a:moveTo>
                    <a:pt x="168" y="1"/>
                  </a:moveTo>
                  <a:lnTo>
                    <a:pt x="168" y="1"/>
                  </a:lnTo>
                  <a:lnTo>
                    <a:pt x="1" y="1"/>
                  </a:lnTo>
                  <a:close/>
                </a:path>
              </a:pathLst>
            </a:custGeom>
            <a:solidFill>
              <a:srgbClr val="BBE4F1"/>
            </a:solidFill>
            <a:ln>
              <a:noFill/>
            </a:ln>
          </p:spPr>
          <p:txBody>
            <a:bodyPr spcFirstLastPara="1" wrap="square" lIns="121900" tIns="121900" rIns="121900" bIns="121900" anchor="ctr" anchorCtr="0">
              <a:noAutofit/>
            </a:bodyPr>
            <a:lstStyle/>
            <a:p>
              <a:endParaRPr sz="1867"/>
            </a:p>
          </p:txBody>
        </p:sp>
        <p:sp>
          <p:nvSpPr>
            <p:cNvPr id="873" name="Google Shape;873;p47"/>
            <p:cNvSpPr/>
            <p:nvPr/>
          </p:nvSpPr>
          <p:spPr>
            <a:xfrm>
              <a:off x="5119874" y="2662364"/>
              <a:ext cx="78345" cy="349836"/>
            </a:xfrm>
            <a:custGeom>
              <a:avLst/>
              <a:gdLst/>
              <a:ahLst/>
              <a:cxnLst/>
              <a:rect l="l" t="t" r="r" b="b"/>
              <a:pathLst>
                <a:path w="2869" h="12811" extrusionOk="0">
                  <a:moveTo>
                    <a:pt x="1201" y="1"/>
                  </a:moveTo>
                  <a:lnTo>
                    <a:pt x="0" y="12477"/>
                  </a:lnTo>
                  <a:lnTo>
                    <a:pt x="2869" y="12810"/>
                  </a:lnTo>
                  <a:lnTo>
                    <a:pt x="2869" y="168"/>
                  </a:lnTo>
                  <a:lnTo>
                    <a:pt x="1201" y="1"/>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74" name="Google Shape;874;p47"/>
            <p:cNvSpPr/>
            <p:nvPr/>
          </p:nvSpPr>
          <p:spPr>
            <a:xfrm>
              <a:off x="5224624" y="2679677"/>
              <a:ext cx="43747" cy="339787"/>
            </a:xfrm>
            <a:custGeom>
              <a:avLst/>
              <a:gdLst/>
              <a:ahLst/>
              <a:cxnLst/>
              <a:rect l="l" t="t" r="r" b="b"/>
              <a:pathLst>
                <a:path w="1602" h="12443" extrusionOk="0">
                  <a:moveTo>
                    <a:pt x="1234" y="1"/>
                  </a:moveTo>
                  <a:lnTo>
                    <a:pt x="0" y="12276"/>
                  </a:lnTo>
                  <a:lnTo>
                    <a:pt x="1601" y="12443"/>
                  </a:lnTo>
                  <a:lnTo>
                    <a:pt x="1234" y="1"/>
                  </a:lnTo>
                  <a:close/>
                </a:path>
              </a:pathLst>
            </a:custGeom>
            <a:solidFill>
              <a:schemeClr val="dk2"/>
            </a:solidFill>
            <a:ln>
              <a:noFill/>
            </a:ln>
          </p:spPr>
          <p:txBody>
            <a:bodyPr spcFirstLastPara="1" wrap="square" lIns="121900" tIns="121900" rIns="121900" bIns="121900" anchor="ctr" anchorCtr="0">
              <a:noAutofit/>
            </a:bodyPr>
            <a:lstStyle/>
            <a:p>
              <a:endParaRPr sz="1867"/>
            </a:p>
          </p:txBody>
        </p:sp>
        <p:sp>
          <p:nvSpPr>
            <p:cNvPr id="875" name="Google Shape;875;p47"/>
            <p:cNvSpPr/>
            <p:nvPr/>
          </p:nvSpPr>
          <p:spPr>
            <a:xfrm>
              <a:off x="5026947" y="2648710"/>
              <a:ext cx="36483" cy="348908"/>
            </a:xfrm>
            <a:custGeom>
              <a:avLst/>
              <a:gdLst/>
              <a:ahLst/>
              <a:cxnLst/>
              <a:rect l="l" t="t" r="r" b="b"/>
              <a:pathLst>
                <a:path w="1336" h="12777" extrusionOk="0">
                  <a:moveTo>
                    <a:pt x="1" y="1"/>
                  </a:moveTo>
                  <a:lnTo>
                    <a:pt x="334" y="12676"/>
                  </a:lnTo>
                  <a:lnTo>
                    <a:pt x="1335" y="12776"/>
                  </a:lnTo>
                  <a:lnTo>
                    <a:pt x="668" y="67"/>
                  </a:lnTo>
                  <a:lnTo>
                    <a:pt x="1" y="1"/>
                  </a:lnTo>
                  <a:close/>
                </a:path>
              </a:pathLst>
            </a:custGeom>
            <a:solidFill>
              <a:schemeClr val="accent4"/>
            </a:solidFill>
            <a:ln>
              <a:noFill/>
            </a:ln>
          </p:spPr>
          <p:txBody>
            <a:bodyPr spcFirstLastPara="1" wrap="square" lIns="121900" tIns="121900" rIns="121900" bIns="121900" anchor="ctr" anchorCtr="0">
              <a:noAutofit/>
            </a:bodyPr>
            <a:lstStyle/>
            <a:p>
              <a:endParaRPr sz="1867"/>
            </a:p>
          </p:txBody>
        </p:sp>
        <p:sp>
          <p:nvSpPr>
            <p:cNvPr id="876" name="Google Shape;876;p47"/>
            <p:cNvSpPr/>
            <p:nvPr/>
          </p:nvSpPr>
          <p:spPr>
            <a:xfrm>
              <a:off x="5026947" y="2550322"/>
              <a:ext cx="92955" cy="100246"/>
            </a:xfrm>
            <a:custGeom>
              <a:avLst/>
              <a:gdLst/>
              <a:ahLst/>
              <a:cxnLst/>
              <a:rect l="l" t="t" r="r" b="b"/>
              <a:pathLst>
                <a:path w="3404" h="3671" extrusionOk="0">
                  <a:moveTo>
                    <a:pt x="3403" y="1"/>
                  </a:moveTo>
                  <a:lnTo>
                    <a:pt x="1" y="3604"/>
                  </a:lnTo>
                  <a:lnTo>
                    <a:pt x="668" y="3670"/>
                  </a:lnTo>
                  <a:lnTo>
                    <a:pt x="3403" y="1"/>
                  </a:lnTo>
                  <a:close/>
                </a:path>
              </a:pathLst>
            </a:custGeom>
            <a:solidFill>
              <a:schemeClr val="accent4"/>
            </a:solidFill>
            <a:ln>
              <a:noFill/>
            </a:ln>
          </p:spPr>
          <p:txBody>
            <a:bodyPr spcFirstLastPara="1" wrap="square" lIns="121900" tIns="121900" rIns="121900" bIns="121900" anchor="ctr" anchorCtr="0">
              <a:noAutofit/>
            </a:bodyPr>
            <a:lstStyle/>
            <a:p>
              <a:endParaRPr sz="1867"/>
            </a:p>
          </p:txBody>
        </p:sp>
        <p:sp>
          <p:nvSpPr>
            <p:cNvPr id="877" name="Google Shape;877;p47"/>
            <p:cNvSpPr/>
            <p:nvPr/>
          </p:nvSpPr>
          <p:spPr>
            <a:xfrm>
              <a:off x="5566210" y="2255212"/>
              <a:ext cx="18241" cy="6390"/>
            </a:xfrm>
            <a:custGeom>
              <a:avLst/>
              <a:gdLst/>
              <a:ahLst/>
              <a:cxnLst/>
              <a:rect l="l" t="t" r="r" b="b"/>
              <a:pathLst>
                <a:path w="668" h="234" extrusionOk="0">
                  <a:moveTo>
                    <a:pt x="667" y="234"/>
                  </a:moveTo>
                  <a:lnTo>
                    <a:pt x="667" y="234"/>
                  </a:lnTo>
                  <a:lnTo>
                    <a:pt x="0" y="0"/>
                  </a:lnTo>
                  <a:lnTo>
                    <a:pt x="0" y="0"/>
                  </a:lnTo>
                  <a:close/>
                </a:path>
              </a:pathLst>
            </a:custGeom>
            <a:solidFill>
              <a:srgbClr val="9BD6EA"/>
            </a:solidFill>
            <a:ln>
              <a:noFill/>
            </a:ln>
          </p:spPr>
          <p:txBody>
            <a:bodyPr spcFirstLastPara="1" wrap="square" lIns="121900" tIns="121900" rIns="121900" bIns="121900" anchor="ctr" anchorCtr="0">
              <a:noAutofit/>
            </a:bodyPr>
            <a:lstStyle/>
            <a:p>
              <a:endParaRPr sz="1867"/>
            </a:p>
          </p:txBody>
        </p:sp>
        <p:sp>
          <p:nvSpPr>
            <p:cNvPr id="878" name="Google Shape;878;p47"/>
            <p:cNvSpPr/>
            <p:nvPr/>
          </p:nvSpPr>
          <p:spPr>
            <a:xfrm>
              <a:off x="5528854" y="2255212"/>
              <a:ext cx="55598" cy="49208"/>
            </a:xfrm>
            <a:custGeom>
              <a:avLst/>
              <a:gdLst/>
              <a:ahLst/>
              <a:cxnLst/>
              <a:rect l="l" t="t" r="r" b="b"/>
              <a:pathLst>
                <a:path w="2036" h="1802" extrusionOk="0">
                  <a:moveTo>
                    <a:pt x="1368" y="0"/>
                  </a:moveTo>
                  <a:lnTo>
                    <a:pt x="1" y="1802"/>
                  </a:lnTo>
                  <a:lnTo>
                    <a:pt x="1" y="1802"/>
                  </a:lnTo>
                  <a:lnTo>
                    <a:pt x="2035" y="234"/>
                  </a:lnTo>
                  <a:lnTo>
                    <a:pt x="1368" y="0"/>
                  </a:lnTo>
                  <a:close/>
                </a:path>
              </a:pathLst>
            </a:custGeom>
            <a:solidFill>
              <a:schemeClr val="accent4"/>
            </a:solidFill>
            <a:ln>
              <a:noFill/>
            </a:ln>
          </p:spPr>
          <p:txBody>
            <a:bodyPr spcFirstLastPara="1" wrap="square" lIns="121900" tIns="121900" rIns="121900" bIns="121900" anchor="ctr" anchorCtr="0">
              <a:noAutofit/>
            </a:bodyPr>
            <a:lstStyle/>
            <a:p>
              <a:endParaRPr sz="1867"/>
            </a:p>
          </p:txBody>
        </p:sp>
        <p:sp>
          <p:nvSpPr>
            <p:cNvPr id="879" name="Google Shape;879;p47"/>
            <p:cNvSpPr/>
            <p:nvPr/>
          </p:nvSpPr>
          <p:spPr>
            <a:xfrm>
              <a:off x="5746547" y="2514822"/>
              <a:ext cx="87493" cy="76543"/>
            </a:xfrm>
            <a:custGeom>
              <a:avLst/>
              <a:gdLst/>
              <a:ahLst/>
              <a:cxnLst/>
              <a:rect l="l" t="t" r="r" b="b"/>
              <a:pathLst>
                <a:path w="3204" h="2803" extrusionOk="0">
                  <a:moveTo>
                    <a:pt x="3203" y="0"/>
                  </a:moveTo>
                  <a:lnTo>
                    <a:pt x="1" y="2802"/>
                  </a:lnTo>
                  <a:close/>
                </a:path>
              </a:pathLst>
            </a:custGeom>
            <a:solidFill>
              <a:srgbClr val="BBE4F1"/>
            </a:solidFill>
            <a:ln>
              <a:noFill/>
            </a:ln>
          </p:spPr>
          <p:txBody>
            <a:bodyPr spcFirstLastPara="1" wrap="square" lIns="121900" tIns="121900" rIns="121900" bIns="121900" anchor="ctr" anchorCtr="0">
              <a:noAutofit/>
            </a:bodyPr>
            <a:lstStyle/>
            <a:p>
              <a:endParaRPr sz="1867"/>
            </a:p>
          </p:txBody>
        </p:sp>
        <p:sp>
          <p:nvSpPr>
            <p:cNvPr id="880" name="Google Shape;880;p47"/>
            <p:cNvSpPr/>
            <p:nvPr/>
          </p:nvSpPr>
          <p:spPr>
            <a:xfrm>
              <a:off x="5657279" y="2514822"/>
              <a:ext cx="176761" cy="431786"/>
            </a:xfrm>
            <a:custGeom>
              <a:avLst/>
              <a:gdLst/>
              <a:ahLst/>
              <a:cxnLst/>
              <a:rect l="l" t="t" r="r" b="b"/>
              <a:pathLst>
                <a:path w="6473" h="15812" extrusionOk="0">
                  <a:moveTo>
                    <a:pt x="6472" y="0"/>
                  </a:moveTo>
                  <a:lnTo>
                    <a:pt x="3270" y="2802"/>
                  </a:lnTo>
                  <a:lnTo>
                    <a:pt x="2903" y="3136"/>
                  </a:lnTo>
                  <a:lnTo>
                    <a:pt x="1" y="15811"/>
                  </a:lnTo>
                  <a:lnTo>
                    <a:pt x="1702" y="14310"/>
                  </a:lnTo>
                  <a:lnTo>
                    <a:pt x="6472" y="0"/>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81" name="Google Shape;881;p47"/>
            <p:cNvSpPr/>
            <p:nvPr/>
          </p:nvSpPr>
          <p:spPr>
            <a:xfrm>
              <a:off x="5706487" y="2600431"/>
              <a:ext cx="30066" cy="26434"/>
            </a:xfrm>
            <a:custGeom>
              <a:avLst/>
              <a:gdLst/>
              <a:ahLst/>
              <a:cxnLst/>
              <a:rect l="l" t="t" r="r" b="b"/>
              <a:pathLst>
                <a:path w="1101" h="968" extrusionOk="0">
                  <a:moveTo>
                    <a:pt x="0" y="968"/>
                  </a:moveTo>
                  <a:lnTo>
                    <a:pt x="0" y="968"/>
                  </a:lnTo>
                  <a:lnTo>
                    <a:pt x="1101" y="1"/>
                  </a:lnTo>
                  <a:lnTo>
                    <a:pt x="1101" y="1"/>
                  </a:lnTo>
                  <a:close/>
                </a:path>
              </a:pathLst>
            </a:custGeom>
            <a:solidFill>
              <a:srgbClr val="9BD6EA"/>
            </a:solidFill>
            <a:ln>
              <a:noFill/>
            </a:ln>
          </p:spPr>
          <p:txBody>
            <a:bodyPr spcFirstLastPara="1" wrap="square" lIns="121900" tIns="121900" rIns="121900" bIns="121900" anchor="ctr" anchorCtr="0">
              <a:noAutofit/>
            </a:bodyPr>
            <a:lstStyle/>
            <a:p>
              <a:endParaRPr sz="1867"/>
            </a:p>
          </p:txBody>
        </p:sp>
        <p:sp>
          <p:nvSpPr>
            <p:cNvPr id="882" name="Google Shape;882;p47"/>
            <p:cNvSpPr/>
            <p:nvPr/>
          </p:nvSpPr>
          <p:spPr>
            <a:xfrm>
              <a:off x="5613561" y="2600431"/>
              <a:ext cx="122993" cy="346177"/>
            </a:xfrm>
            <a:custGeom>
              <a:avLst/>
              <a:gdLst/>
              <a:ahLst/>
              <a:cxnLst/>
              <a:rect l="l" t="t" r="r" b="b"/>
              <a:pathLst>
                <a:path w="4504" h="12677" extrusionOk="0">
                  <a:moveTo>
                    <a:pt x="4504" y="1"/>
                  </a:moveTo>
                  <a:lnTo>
                    <a:pt x="3403" y="968"/>
                  </a:lnTo>
                  <a:lnTo>
                    <a:pt x="1" y="12676"/>
                  </a:lnTo>
                  <a:lnTo>
                    <a:pt x="1602" y="12676"/>
                  </a:lnTo>
                  <a:lnTo>
                    <a:pt x="4504" y="1"/>
                  </a:lnTo>
                  <a:close/>
                </a:path>
              </a:pathLst>
            </a:custGeom>
            <a:solidFill>
              <a:schemeClr val="accent4"/>
            </a:solidFill>
            <a:ln>
              <a:noFill/>
            </a:ln>
          </p:spPr>
          <p:txBody>
            <a:bodyPr spcFirstLastPara="1" wrap="square" lIns="121900" tIns="121900" rIns="121900" bIns="121900" anchor="ctr" anchorCtr="0">
              <a:noAutofit/>
            </a:bodyPr>
            <a:lstStyle/>
            <a:p>
              <a:endParaRPr sz="1867"/>
            </a:p>
          </p:txBody>
        </p:sp>
        <p:sp>
          <p:nvSpPr>
            <p:cNvPr id="883" name="Google Shape;883;p47"/>
            <p:cNvSpPr/>
            <p:nvPr/>
          </p:nvSpPr>
          <p:spPr>
            <a:xfrm>
              <a:off x="5509739" y="2567635"/>
              <a:ext cx="226816" cy="59230"/>
            </a:xfrm>
            <a:custGeom>
              <a:avLst/>
              <a:gdLst/>
              <a:ahLst/>
              <a:cxnLst/>
              <a:rect l="l" t="t" r="r" b="b"/>
              <a:pathLst>
                <a:path w="8306" h="2169" extrusionOk="0">
                  <a:moveTo>
                    <a:pt x="0" y="1"/>
                  </a:moveTo>
                  <a:lnTo>
                    <a:pt x="2402" y="1102"/>
                  </a:lnTo>
                  <a:lnTo>
                    <a:pt x="4136" y="601"/>
                  </a:lnTo>
                  <a:lnTo>
                    <a:pt x="7205" y="2169"/>
                  </a:lnTo>
                  <a:lnTo>
                    <a:pt x="8306" y="1202"/>
                  </a:lnTo>
                  <a:lnTo>
                    <a:pt x="4136" y="1"/>
                  </a:lnTo>
                  <a:lnTo>
                    <a:pt x="2735" y="601"/>
                  </a:lnTo>
                  <a:lnTo>
                    <a:pt x="0" y="1"/>
                  </a:lnTo>
                  <a:close/>
                </a:path>
              </a:pathLst>
            </a:custGeom>
            <a:solidFill>
              <a:schemeClr val="accent4"/>
            </a:solidFill>
            <a:ln>
              <a:noFill/>
            </a:ln>
          </p:spPr>
          <p:txBody>
            <a:bodyPr spcFirstLastPara="1" wrap="square" lIns="121900" tIns="121900" rIns="121900" bIns="121900" anchor="ctr" anchorCtr="0">
              <a:noAutofit/>
            </a:bodyPr>
            <a:lstStyle/>
            <a:p>
              <a:endParaRPr sz="1867"/>
            </a:p>
          </p:txBody>
        </p:sp>
      </p:grpSp>
      <p:grpSp>
        <p:nvGrpSpPr>
          <p:cNvPr id="884" name="Google Shape;884;p47"/>
          <p:cNvGrpSpPr/>
          <p:nvPr/>
        </p:nvGrpSpPr>
        <p:grpSpPr>
          <a:xfrm>
            <a:off x="8857526" y="2176769"/>
            <a:ext cx="2215331" cy="1300784"/>
            <a:chOff x="6459808" y="2083951"/>
            <a:chExt cx="1661498" cy="975588"/>
          </a:xfrm>
        </p:grpSpPr>
        <p:sp>
          <p:nvSpPr>
            <p:cNvPr id="885" name="Google Shape;885;p47"/>
            <p:cNvSpPr/>
            <p:nvPr/>
          </p:nvSpPr>
          <p:spPr>
            <a:xfrm>
              <a:off x="6459808" y="2083951"/>
              <a:ext cx="1661498" cy="975588"/>
            </a:xfrm>
            <a:custGeom>
              <a:avLst/>
              <a:gdLst/>
              <a:ahLst/>
              <a:cxnLst/>
              <a:rect l="l" t="t" r="r" b="b"/>
              <a:pathLst>
                <a:path w="60844" h="35726" extrusionOk="0">
                  <a:moveTo>
                    <a:pt x="34525" y="0"/>
                  </a:moveTo>
                  <a:lnTo>
                    <a:pt x="7206" y="4537"/>
                  </a:lnTo>
                  <a:lnTo>
                    <a:pt x="1968" y="7205"/>
                  </a:lnTo>
                  <a:lnTo>
                    <a:pt x="0" y="17046"/>
                  </a:lnTo>
                  <a:lnTo>
                    <a:pt x="3369" y="35726"/>
                  </a:lnTo>
                  <a:lnTo>
                    <a:pt x="56140" y="35726"/>
                  </a:lnTo>
                  <a:lnTo>
                    <a:pt x="60844" y="14411"/>
                  </a:lnTo>
                  <a:lnTo>
                    <a:pt x="58042" y="2802"/>
                  </a:lnTo>
                  <a:lnTo>
                    <a:pt x="57441" y="2702"/>
                  </a:lnTo>
                  <a:lnTo>
                    <a:pt x="34525" y="0"/>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886" name="Google Shape;886;p47"/>
            <p:cNvSpPr/>
            <p:nvPr/>
          </p:nvSpPr>
          <p:spPr>
            <a:xfrm>
              <a:off x="6459808" y="2083951"/>
              <a:ext cx="1568597" cy="465484"/>
            </a:xfrm>
            <a:custGeom>
              <a:avLst/>
              <a:gdLst/>
              <a:ahLst/>
              <a:cxnLst/>
              <a:rect l="l" t="t" r="r" b="b"/>
              <a:pathLst>
                <a:path w="57442" h="17046" extrusionOk="0">
                  <a:moveTo>
                    <a:pt x="34525" y="0"/>
                  </a:moveTo>
                  <a:lnTo>
                    <a:pt x="7206" y="4537"/>
                  </a:lnTo>
                  <a:lnTo>
                    <a:pt x="1968" y="7205"/>
                  </a:lnTo>
                  <a:lnTo>
                    <a:pt x="0" y="17046"/>
                  </a:lnTo>
                  <a:lnTo>
                    <a:pt x="0" y="17046"/>
                  </a:lnTo>
                  <a:lnTo>
                    <a:pt x="4103" y="14711"/>
                  </a:lnTo>
                  <a:lnTo>
                    <a:pt x="7072" y="10374"/>
                  </a:lnTo>
                  <a:lnTo>
                    <a:pt x="57441" y="2702"/>
                  </a:lnTo>
                  <a:lnTo>
                    <a:pt x="34525" y="0"/>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887" name="Google Shape;887;p47"/>
            <p:cNvSpPr/>
            <p:nvPr/>
          </p:nvSpPr>
          <p:spPr>
            <a:xfrm>
              <a:off x="6459808" y="2485642"/>
              <a:ext cx="280585" cy="573894"/>
            </a:xfrm>
            <a:custGeom>
              <a:avLst/>
              <a:gdLst/>
              <a:ahLst/>
              <a:cxnLst/>
              <a:rect l="l" t="t" r="r" b="b"/>
              <a:pathLst>
                <a:path w="10275" h="21016" extrusionOk="0">
                  <a:moveTo>
                    <a:pt x="4103" y="1"/>
                  </a:moveTo>
                  <a:lnTo>
                    <a:pt x="0" y="2336"/>
                  </a:lnTo>
                  <a:lnTo>
                    <a:pt x="3369" y="21016"/>
                  </a:lnTo>
                  <a:lnTo>
                    <a:pt x="10274" y="21016"/>
                  </a:lnTo>
                  <a:lnTo>
                    <a:pt x="4103" y="1"/>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88" name="Google Shape;888;p47"/>
            <p:cNvSpPr/>
            <p:nvPr/>
          </p:nvSpPr>
          <p:spPr>
            <a:xfrm>
              <a:off x="7435358" y="2184141"/>
              <a:ext cx="296996" cy="588477"/>
            </a:xfrm>
            <a:custGeom>
              <a:avLst/>
              <a:gdLst/>
              <a:ahLst/>
              <a:cxnLst/>
              <a:rect l="l" t="t" r="r" b="b"/>
              <a:pathLst>
                <a:path w="10876" h="21550" extrusionOk="0">
                  <a:moveTo>
                    <a:pt x="1" y="0"/>
                  </a:moveTo>
                  <a:lnTo>
                    <a:pt x="5438" y="1301"/>
                  </a:lnTo>
                  <a:lnTo>
                    <a:pt x="8974" y="12343"/>
                  </a:lnTo>
                  <a:lnTo>
                    <a:pt x="9608" y="21549"/>
                  </a:lnTo>
                  <a:lnTo>
                    <a:pt x="10875" y="11709"/>
                  </a:lnTo>
                  <a:lnTo>
                    <a:pt x="8340" y="1068"/>
                  </a:lnTo>
                  <a:lnTo>
                    <a:pt x="1" y="0"/>
                  </a:lnTo>
                  <a:close/>
                </a:path>
              </a:pathLst>
            </a:custGeom>
            <a:solidFill>
              <a:schemeClr val="accent4"/>
            </a:solidFill>
            <a:ln>
              <a:noFill/>
            </a:ln>
          </p:spPr>
          <p:txBody>
            <a:bodyPr spcFirstLastPara="1" wrap="square" lIns="121900" tIns="121900" rIns="121900" bIns="121900" anchor="ctr" anchorCtr="0">
              <a:noAutofit/>
            </a:bodyPr>
            <a:lstStyle/>
            <a:p>
              <a:endParaRPr sz="1867"/>
            </a:p>
          </p:txBody>
        </p:sp>
        <p:sp>
          <p:nvSpPr>
            <p:cNvPr id="889" name="Google Shape;889;p47"/>
            <p:cNvSpPr/>
            <p:nvPr/>
          </p:nvSpPr>
          <p:spPr>
            <a:xfrm>
              <a:off x="6853305" y="2257926"/>
              <a:ext cx="168542" cy="768815"/>
            </a:xfrm>
            <a:custGeom>
              <a:avLst/>
              <a:gdLst/>
              <a:ahLst/>
              <a:cxnLst/>
              <a:rect l="l" t="t" r="r" b="b"/>
              <a:pathLst>
                <a:path w="6172" h="28154" extrusionOk="0">
                  <a:moveTo>
                    <a:pt x="1" y="0"/>
                  </a:moveTo>
                  <a:lnTo>
                    <a:pt x="2336" y="2536"/>
                  </a:lnTo>
                  <a:lnTo>
                    <a:pt x="4771" y="13710"/>
                  </a:lnTo>
                  <a:lnTo>
                    <a:pt x="5438" y="28154"/>
                  </a:lnTo>
                  <a:lnTo>
                    <a:pt x="6172" y="13710"/>
                  </a:lnTo>
                  <a:lnTo>
                    <a:pt x="4771" y="2135"/>
                  </a:lnTo>
                  <a:lnTo>
                    <a:pt x="1" y="0"/>
                  </a:lnTo>
                  <a:close/>
                </a:path>
              </a:pathLst>
            </a:custGeom>
            <a:solidFill>
              <a:schemeClr val="accent4"/>
            </a:solidFill>
            <a:ln>
              <a:noFill/>
            </a:ln>
          </p:spPr>
          <p:txBody>
            <a:bodyPr spcFirstLastPara="1" wrap="square" lIns="121900" tIns="121900" rIns="121900" bIns="121900" anchor="ctr" anchorCtr="0">
              <a:noAutofit/>
            </a:bodyPr>
            <a:lstStyle/>
            <a:p>
              <a:endParaRPr sz="1867"/>
            </a:p>
          </p:txBody>
        </p:sp>
        <p:sp>
          <p:nvSpPr>
            <p:cNvPr id="890" name="Google Shape;890;p47"/>
            <p:cNvSpPr/>
            <p:nvPr/>
          </p:nvSpPr>
          <p:spPr>
            <a:xfrm>
              <a:off x="6571849" y="2367237"/>
              <a:ext cx="241398" cy="692300"/>
            </a:xfrm>
            <a:custGeom>
              <a:avLst/>
              <a:gdLst/>
              <a:ahLst/>
              <a:cxnLst/>
              <a:rect l="l" t="t" r="r" b="b"/>
              <a:pathLst>
                <a:path w="8840" h="25352" extrusionOk="0">
                  <a:moveTo>
                    <a:pt x="2969" y="0"/>
                  </a:moveTo>
                  <a:lnTo>
                    <a:pt x="0" y="4337"/>
                  </a:lnTo>
                  <a:lnTo>
                    <a:pt x="6171" y="25352"/>
                  </a:lnTo>
                  <a:lnTo>
                    <a:pt x="8840" y="25352"/>
                  </a:lnTo>
                  <a:lnTo>
                    <a:pt x="2969" y="0"/>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891" name="Google Shape;891;p47"/>
            <p:cNvSpPr/>
            <p:nvPr/>
          </p:nvSpPr>
          <p:spPr>
            <a:xfrm>
              <a:off x="7663100" y="2632309"/>
              <a:ext cx="277854" cy="427226"/>
            </a:xfrm>
            <a:custGeom>
              <a:avLst/>
              <a:gdLst/>
              <a:ahLst/>
              <a:cxnLst/>
              <a:rect l="l" t="t" r="r" b="b"/>
              <a:pathLst>
                <a:path w="10175" h="15645" extrusionOk="0">
                  <a:moveTo>
                    <a:pt x="7372" y="0"/>
                  </a:moveTo>
                  <a:lnTo>
                    <a:pt x="4603" y="10941"/>
                  </a:lnTo>
                  <a:lnTo>
                    <a:pt x="0" y="15645"/>
                  </a:lnTo>
                  <a:lnTo>
                    <a:pt x="7372" y="15645"/>
                  </a:lnTo>
                  <a:lnTo>
                    <a:pt x="10174" y="2269"/>
                  </a:lnTo>
                  <a:lnTo>
                    <a:pt x="7372" y="10508"/>
                  </a:lnTo>
                  <a:lnTo>
                    <a:pt x="7372" y="0"/>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92" name="Google Shape;892;p47"/>
            <p:cNvSpPr/>
            <p:nvPr/>
          </p:nvSpPr>
          <p:spPr>
            <a:xfrm>
              <a:off x="7045520" y="2565816"/>
              <a:ext cx="133015" cy="493720"/>
            </a:xfrm>
            <a:custGeom>
              <a:avLst/>
              <a:gdLst/>
              <a:ahLst/>
              <a:cxnLst/>
              <a:rect l="l" t="t" r="r" b="b"/>
              <a:pathLst>
                <a:path w="4871" h="18080" extrusionOk="0">
                  <a:moveTo>
                    <a:pt x="3236" y="0"/>
                  </a:moveTo>
                  <a:lnTo>
                    <a:pt x="3236" y="5904"/>
                  </a:lnTo>
                  <a:lnTo>
                    <a:pt x="1568" y="15578"/>
                  </a:lnTo>
                  <a:lnTo>
                    <a:pt x="0" y="18080"/>
                  </a:lnTo>
                  <a:lnTo>
                    <a:pt x="4870" y="18080"/>
                  </a:lnTo>
                  <a:lnTo>
                    <a:pt x="4870" y="6905"/>
                  </a:lnTo>
                  <a:lnTo>
                    <a:pt x="3236" y="0"/>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893" name="Google Shape;893;p47"/>
            <p:cNvSpPr/>
            <p:nvPr/>
          </p:nvSpPr>
          <p:spPr>
            <a:xfrm>
              <a:off x="7290548" y="2257926"/>
              <a:ext cx="144839" cy="514692"/>
            </a:xfrm>
            <a:custGeom>
              <a:avLst/>
              <a:gdLst/>
              <a:ahLst/>
              <a:cxnLst/>
              <a:rect l="l" t="t" r="r" b="b"/>
              <a:pathLst>
                <a:path w="5304" h="18848" extrusionOk="0">
                  <a:moveTo>
                    <a:pt x="2869" y="0"/>
                  </a:moveTo>
                  <a:lnTo>
                    <a:pt x="567" y="367"/>
                  </a:lnTo>
                  <a:lnTo>
                    <a:pt x="2869" y="7005"/>
                  </a:lnTo>
                  <a:lnTo>
                    <a:pt x="0" y="5671"/>
                  </a:lnTo>
                  <a:lnTo>
                    <a:pt x="4070" y="10675"/>
                  </a:lnTo>
                  <a:lnTo>
                    <a:pt x="5304" y="18847"/>
                  </a:lnTo>
                  <a:lnTo>
                    <a:pt x="5304" y="9641"/>
                  </a:lnTo>
                  <a:lnTo>
                    <a:pt x="2869" y="0"/>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894" name="Google Shape;894;p47"/>
            <p:cNvSpPr/>
            <p:nvPr/>
          </p:nvSpPr>
          <p:spPr>
            <a:xfrm>
              <a:off x="7772410" y="2152246"/>
              <a:ext cx="132086" cy="215019"/>
            </a:xfrm>
            <a:custGeom>
              <a:avLst/>
              <a:gdLst/>
              <a:ahLst/>
              <a:cxnLst/>
              <a:rect l="l" t="t" r="r" b="b"/>
              <a:pathLst>
                <a:path w="4837" h="7874" extrusionOk="0">
                  <a:moveTo>
                    <a:pt x="0" y="1"/>
                  </a:moveTo>
                  <a:lnTo>
                    <a:pt x="3036" y="1168"/>
                  </a:lnTo>
                  <a:lnTo>
                    <a:pt x="4837" y="7873"/>
                  </a:lnTo>
                  <a:lnTo>
                    <a:pt x="4837" y="902"/>
                  </a:lnTo>
                  <a:lnTo>
                    <a:pt x="0" y="1"/>
                  </a:lnTo>
                  <a:close/>
                </a:path>
              </a:pathLst>
            </a:custGeom>
            <a:solidFill>
              <a:schemeClr val="accent4"/>
            </a:solidFill>
            <a:ln>
              <a:noFill/>
            </a:ln>
          </p:spPr>
          <p:txBody>
            <a:bodyPr spcFirstLastPara="1" wrap="square" lIns="121900" tIns="121900" rIns="121900" bIns="121900" anchor="ctr" anchorCtr="0">
              <a:noAutofit/>
            </a:bodyPr>
            <a:lstStyle/>
            <a:p>
              <a:endParaRPr sz="1867"/>
            </a:p>
          </p:txBody>
        </p:sp>
        <p:sp>
          <p:nvSpPr>
            <p:cNvPr id="895" name="Google Shape;895;p47"/>
            <p:cNvSpPr/>
            <p:nvPr/>
          </p:nvSpPr>
          <p:spPr>
            <a:xfrm>
              <a:off x="6652924" y="2367237"/>
              <a:ext cx="160322" cy="692300"/>
            </a:xfrm>
            <a:custGeom>
              <a:avLst/>
              <a:gdLst/>
              <a:ahLst/>
              <a:cxnLst/>
              <a:rect l="l" t="t" r="r" b="b"/>
              <a:pathLst>
                <a:path w="5871" h="25352" extrusionOk="0">
                  <a:moveTo>
                    <a:pt x="0" y="0"/>
                  </a:moveTo>
                  <a:lnTo>
                    <a:pt x="5871" y="25352"/>
                  </a:lnTo>
                  <a:lnTo>
                    <a:pt x="5137" y="11675"/>
                  </a:lnTo>
                  <a:lnTo>
                    <a:pt x="0" y="0"/>
                  </a:lnTo>
                  <a:close/>
                </a:path>
              </a:pathLst>
            </a:custGeom>
            <a:solidFill>
              <a:schemeClr val="dk2"/>
            </a:solidFill>
            <a:ln>
              <a:noFill/>
            </a:ln>
          </p:spPr>
          <p:txBody>
            <a:bodyPr spcFirstLastPara="1" wrap="square" lIns="121900" tIns="121900" rIns="121900" bIns="121900" anchor="ctr" anchorCtr="0">
              <a:noAutofit/>
            </a:bodyPr>
            <a:lstStyle/>
            <a:p>
              <a:endParaRPr sz="1867"/>
            </a:p>
          </p:txBody>
        </p:sp>
        <p:sp>
          <p:nvSpPr>
            <p:cNvPr id="896" name="Google Shape;896;p47"/>
            <p:cNvSpPr/>
            <p:nvPr/>
          </p:nvSpPr>
          <p:spPr>
            <a:xfrm>
              <a:off x="7566541" y="2219668"/>
              <a:ext cx="131185" cy="839869"/>
            </a:xfrm>
            <a:custGeom>
              <a:avLst/>
              <a:gdLst/>
              <a:ahLst/>
              <a:cxnLst/>
              <a:rect l="l" t="t" r="r" b="b"/>
              <a:pathLst>
                <a:path w="4804" h="30756" extrusionOk="0">
                  <a:moveTo>
                    <a:pt x="634" y="0"/>
                  </a:moveTo>
                  <a:lnTo>
                    <a:pt x="0" y="5404"/>
                  </a:lnTo>
                  <a:lnTo>
                    <a:pt x="2902" y="12076"/>
                  </a:lnTo>
                  <a:lnTo>
                    <a:pt x="3536" y="20248"/>
                  </a:lnTo>
                  <a:lnTo>
                    <a:pt x="3536" y="30756"/>
                  </a:lnTo>
                  <a:lnTo>
                    <a:pt x="4804" y="20248"/>
                  </a:lnTo>
                  <a:lnTo>
                    <a:pt x="4170" y="11042"/>
                  </a:lnTo>
                  <a:lnTo>
                    <a:pt x="634" y="0"/>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grpSp>
      <p:sp>
        <p:nvSpPr>
          <p:cNvPr id="897" name="Google Shape;897;p47"/>
          <p:cNvSpPr txBox="1">
            <a:spLocks noGrp="1"/>
          </p:cNvSpPr>
          <p:nvPr>
            <p:ph type="title" idx="2"/>
          </p:nvPr>
        </p:nvSpPr>
        <p:spPr>
          <a:xfrm>
            <a:off x="1183712" y="3695929"/>
            <a:ext cx="2091600" cy="412800"/>
          </a:xfrm>
          <a:prstGeom prst="rect">
            <a:avLst/>
          </a:prstGeom>
        </p:spPr>
        <p:txBody>
          <a:bodyPr spcFirstLastPara="1" wrap="square" lIns="121900" tIns="121900" rIns="121900" bIns="121900" anchor="ctr" anchorCtr="0">
            <a:noAutofit/>
          </a:bodyPr>
          <a:lstStyle/>
          <a:p>
            <a:r>
              <a:rPr lang="en-US"/>
              <a:t>Logistic Regression</a:t>
            </a:r>
            <a:endParaRPr/>
          </a:p>
        </p:txBody>
      </p:sp>
      <p:sp>
        <p:nvSpPr>
          <p:cNvPr id="898" name="Google Shape;898;p47"/>
          <p:cNvSpPr txBox="1">
            <a:spLocks noGrp="1"/>
          </p:cNvSpPr>
          <p:nvPr>
            <p:ph type="subTitle" idx="1"/>
          </p:nvPr>
        </p:nvSpPr>
        <p:spPr>
          <a:xfrm>
            <a:off x="975903" y="4460446"/>
            <a:ext cx="2380927" cy="1680753"/>
          </a:xfrm>
          <a:prstGeom prst="rect">
            <a:avLst/>
          </a:prstGeom>
        </p:spPr>
        <p:txBody>
          <a:bodyPr spcFirstLastPara="1" wrap="square" lIns="121900" tIns="121900" rIns="121900" bIns="121900" anchor="ctr" anchorCtr="0">
            <a:noAutofit/>
          </a:bodyPr>
          <a:lstStyle/>
          <a:p>
            <a:pPr marL="0" indent="0" algn="l">
              <a:spcAft>
                <a:spcPts val="1600"/>
              </a:spcAft>
            </a:pPr>
            <a:r>
              <a:rPr lang="en-US" sz="1600"/>
              <a:t>Baseline model; excellent for interpreting feature importance (e.g., gender correlation).</a:t>
            </a:r>
            <a:endParaRPr sz="1600"/>
          </a:p>
        </p:txBody>
      </p:sp>
      <p:sp>
        <p:nvSpPr>
          <p:cNvPr id="899" name="Google Shape;899;p47"/>
          <p:cNvSpPr txBox="1">
            <a:spLocks noGrp="1"/>
          </p:cNvSpPr>
          <p:nvPr>
            <p:ph type="title" idx="3"/>
          </p:nvPr>
        </p:nvSpPr>
        <p:spPr>
          <a:xfrm>
            <a:off x="1818967" y="1678517"/>
            <a:ext cx="694800" cy="374400"/>
          </a:xfrm>
          <a:prstGeom prst="rect">
            <a:avLst/>
          </a:prstGeom>
        </p:spPr>
        <p:txBody>
          <a:bodyPr spcFirstLastPara="1" wrap="square" lIns="121900" tIns="121900" rIns="121900" bIns="121900" anchor="ctr" anchorCtr="0">
            <a:noAutofit/>
          </a:bodyPr>
          <a:lstStyle/>
          <a:p>
            <a:r>
              <a:rPr lang="en"/>
              <a:t>1.</a:t>
            </a:r>
            <a:endParaRPr/>
          </a:p>
        </p:txBody>
      </p:sp>
      <p:sp>
        <p:nvSpPr>
          <p:cNvPr id="900" name="Google Shape;900;p47"/>
          <p:cNvSpPr txBox="1">
            <a:spLocks noGrp="1"/>
          </p:cNvSpPr>
          <p:nvPr>
            <p:ph type="title" idx="4"/>
          </p:nvPr>
        </p:nvSpPr>
        <p:spPr>
          <a:xfrm>
            <a:off x="3712601" y="3695929"/>
            <a:ext cx="2091600" cy="412800"/>
          </a:xfrm>
          <a:prstGeom prst="rect">
            <a:avLst/>
          </a:prstGeom>
        </p:spPr>
        <p:txBody>
          <a:bodyPr spcFirstLastPara="1" wrap="square" lIns="121900" tIns="121900" rIns="121900" bIns="121900" anchor="ctr" anchorCtr="0">
            <a:noAutofit/>
          </a:bodyPr>
          <a:lstStyle/>
          <a:p>
            <a:r>
              <a:rPr lang="en-US"/>
              <a:t>Random Forest</a:t>
            </a:r>
            <a:endParaRPr/>
          </a:p>
        </p:txBody>
      </p:sp>
      <p:sp>
        <p:nvSpPr>
          <p:cNvPr id="901" name="Google Shape;901;p47"/>
          <p:cNvSpPr txBox="1">
            <a:spLocks noGrp="1"/>
          </p:cNvSpPr>
          <p:nvPr>
            <p:ph type="subTitle" idx="5"/>
          </p:nvPr>
        </p:nvSpPr>
        <p:spPr>
          <a:xfrm>
            <a:off x="3479825" y="4460446"/>
            <a:ext cx="2557152" cy="1680753"/>
          </a:xfrm>
          <a:prstGeom prst="rect">
            <a:avLst/>
          </a:prstGeom>
        </p:spPr>
        <p:txBody>
          <a:bodyPr spcFirstLastPara="1" wrap="square" lIns="121900" tIns="121900" rIns="121900" bIns="121900" anchor="ctr" anchorCtr="0">
            <a:noAutofit/>
          </a:bodyPr>
          <a:lstStyle/>
          <a:p>
            <a:pPr marL="0" indent="0" algn="l">
              <a:spcAft>
                <a:spcPts val="1600"/>
              </a:spcAft>
            </a:pPr>
            <a:r>
              <a:rPr lang="en-US" sz="1600"/>
              <a:t>Ensemble method; controls for overfitting and handles mixed data types well.</a:t>
            </a:r>
            <a:endParaRPr sz="1600"/>
          </a:p>
        </p:txBody>
      </p:sp>
      <p:sp>
        <p:nvSpPr>
          <p:cNvPr id="902" name="Google Shape;902;p47"/>
          <p:cNvSpPr txBox="1">
            <a:spLocks noGrp="1"/>
          </p:cNvSpPr>
          <p:nvPr>
            <p:ph type="title" idx="6"/>
          </p:nvPr>
        </p:nvSpPr>
        <p:spPr>
          <a:xfrm>
            <a:off x="4417233" y="1678517"/>
            <a:ext cx="694800" cy="374400"/>
          </a:xfrm>
          <a:prstGeom prst="rect">
            <a:avLst/>
          </a:prstGeom>
        </p:spPr>
        <p:txBody>
          <a:bodyPr spcFirstLastPara="1" wrap="square" lIns="121900" tIns="121900" rIns="121900" bIns="121900" anchor="ctr" anchorCtr="0">
            <a:noAutofit/>
          </a:bodyPr>
          <a:lstStyle/>
          <a:p>
            <a:r>
              <a:rPr lang="en"/>
              <a:t>2.</a:t>
            </a:r>
            <a:endParaRPr/>
          </a:p>
        </p:txBody>
      </p:sp>
      <p:sp>
        <p:nvSpPr>
          <p:cNvPr id="903" name="Google Shape;903;p47"/>
          <p:cNvSpPr txBox="1">
            <a:spLocks noGrp="1"/>
          </p:cNvSpPr>
          <p:nvPr>
            <p:ph type="title" idx="7"/>
          </p:nvPr>
        </p:nvSpPr>
        <p:spPr>
          <a:xfrm>
            <a:off x="5968914" y="3695929"/>
            <a:ext cx="2717752" cy="412800"/>
          </a:xfrm>
          <a:prstGeom prst="rect">
            <a:avLst/>
          </a:prstGeom>
        </p:spPr>
        <p:txBody>
          <a:bodyPr spcFirstLastPara="1" wrap="square" lIns="121900" tIns="121900" rIns="121900" bIns="121900" anchor="ctr" anchorCtr="0">
            <a:noAutofit/>
          </a:bodyPr>
          <a:lstStyle/>
          <a:p>
            <a:r>
              <a:rPr lang="en-US" sz="2800"/>
              <a:t>Gradient Boosting (</a:t>
            </a:r>
            <a:r>
              <a:rPr lang="en-US" sz="2800" err="1"/>
              <a:t>XGBoost</a:t>
            </a:r>
            <a:r>
              <a:rPr lang="en-US" sz="2800"/>
              <a:t>)</a:t>
            </a:r>
            <a:endParaRPr sz="2800"/>
          </a:p>
        </p:txBody>
      </p:sp>
      <p:sp>
        <p:nvSpPr>
          <p:cNvPr id="904" name="Google Shape;904;p47"/>
          <p:cNvSpPr txBox="1">
            <a:spLocks noGrp="1"/>
          </p:cNvSpPr>
          <p:nvPr>
            <p:ph type="subTitle" idx="8"/>
          </p:nvPr>
        </p:nvSpPr>
        <p:spPr>
          <a:xfrm>
            <a:off x="6259521" y="4463281"/>
            <a:ext cx="2517897" cy="1689007"/>
          </a:xfrm>
          <a:prstGeom prst="rect">
            <a:avLst/>
          </a:prstGeom>
        </p:spPr>
        <p:txBody>
          <a:bodyPr spcFirstLastPara="1" wrap="square" lIns="121900" tIns="121900" rIns="121900" bIns="121900" anchor="ctr" anchorCtr="0">
            <a:noAutofit/>
          </a:bodyPr>
          <a:lstStyle/>
          <a:p>
            <a:pPr marL="0" indent="0" algn="l">
              <a:spcAft>
                <a:spcPts val="1600"/>
              </a:spcAft>
            </a:pPr>
            <a:r>
              <a:rPr lang="en-US" sz="1600"/>
              <a:t>Sequential modeling where new models correct previous errors; high accuracy potential.</a:t>
            </a:r>
            <a:endParaRPr sz="1600"/>
          </a:p>
        </p:txBody>
      </p:sp>
      <p:sp>
        <p:nvSpPr>
          <p:cNvPr id="905" name="Google Shape;905;p47"/>
          <p:cNvSpPr txBox="1">
            <a:spLocks noGrp="1"/>
          </p:cNvSpPr>
          <p:nvPr>
            <p:ph type="title" idx="9"/>
          </p:nvPr>
        </p:nvSpPr>
        <p:spPr>
          <a:xfrm>
            <a:off x="7015625" y="1678517"/>
            <a:ext cx="694800" cy="374400"/>
          </a:xfrm>
          <a:prstGeom prst="rect">
            <a:avLst/>
          </a:prstGeom>
        </p:spPr>
        <p:txBody>
          <a:bodyPr spcFirstLastPara="1" wrap="square" lIns="121900" tIns="121900" rIns="121900" bIns="121900" anchor="ctr" anchorCtr="0">
            <a:noAutofit/>
          </a:bodyPr>
          <a:lstStyle/>
          <a:p>
            <a:r>
              <a:rPr lang="en"/>
              <a:t>3.</a:t>
            </a:r>
            <a:endParaRPr/>
          </a:p>
        </p:txBody>
      </p:sp>
      <p:sp>
        <p:nvSpPr>
          <p:cNvPr id="906" name="Google Shape;906;p47"/>
          <p:cNvSpPr txBox="1">
            <a:spLocks noGrp="1"/>
          </p:cNvSpPr>
          <p:nvPr>
            <p:ph type="title" idx="13"/>
          </p:nvPr>
        </p:nvSpPr>
        <p:spPr>
          <a:xfrm>
            <a:off x="8675929" y="3695929"/>
            <a:ext cx="2571142" cy="412800"/>
          </a:xfrm>
          <a:prstGeom prst="rect">
            <a:avLst/>
          </a:prstGeom>
        </p:spPr>
        <p:txBody>
          <a:bodyPr spcFirstLastPara="1" wrap="square" lIns="121900" tIns="121900" rIns="121900" bIns="121900" anchor="ctr" anchorCtr="0">
            <a:noAutofit/>
          </a:bodyPr>
          <a:lstStyle/>
          <a:p>
            <a:r>
              <a:rPr lang="en-US" sz="2800"/>
              <a:t>K-Nearest Neighbors (KNN): </a:t>
            </a:r>
            <a:endParaRPr sz="2800"/>
          </a:p>
        </p:txBody>
      </p:sp>
      <p:sp>
        <p:nvSpPr>
          <p:cNvPr id="907" name="Google Shape;907;p47"/>
          <p:cNvSpPr txBox="1">
            <a:spLocks noGrp="1"/>
          </p:cNvSpPr>
          <p:nvPr>
            <p:ph type="subTitle" idx="14"/>
          </p:nvPr>
        </p:nvSpPr>
        <p:spPr>
          <a:xfrm>
            <a:off x="8911556" y="4460446"/>
            <a:ext cx="2300364" cy="1251584"/>
          </a:xfrm>
          <a:prstGeom prst="rect">
            <a:avLst/>
          </a:prstGeom>
        </p:spPr>
        <p:txBody>
          <a:bodyPr spcFirstLastPara="1" wrap="square" lIns="121900" tIns="121900" rIns="121900" bIns="121900" anchor="ctr" anchorCtr="0">
            <a:noAutofit/>
          </a:bodyPr>
          <a:lstStyle/>
          <a:p>
            <a:pPr marL="0" indent="0" algn="l">
              <a:spcAft>
                <a:spcPts val="1600"/>
              </a:spcAft>
            </a:pPr>
            <a:r>
              <a:rPr lang="en-US" sz="1600"/>
              <a:t>Non-parametric; classifies based on neighbor proximity.</a:t>
            </a:r>
            <a:endParaRPr sz="1600"/>
          </a:p>
        </p:txBody>
      </p:sp>
      <p:sp>
        <p:nvSpPr>
          <p:cNvPr id="908" name="Google Shape;908;p47"/>
          <p:cNvSpPr txBox="1">
            <a:spLocks noGrp="1"/>
          </p:cNvSpPr>
          <p:nvPr>
            <p:ph type="title" idx="15"/>
          </p:nvPr>
        </p:nvSpPr>
        <p:spPr>
          <a:xfrm>
            <a:off x="9614100" y="1678517"/>
            <a:ext cx="694800" cy="374400"/>
          </a:xfrm>
          <a:prstGeom prst="rect">
            <a:avLst/>
          </a:prstGeom>
        </p:spPr>
        <p:txBody>
          <a:bodyPr spcFirstLastPara="1" wrap="square" lIns="121900" tIns="121900" rIns="121900" bIns="121900" anchor="ctr" anchorCtr="0">
            <a:noAutofit/>
          </a:bodyPr>
          <a:lstStyle/>
          <a:p>
            <a:r>
              <a:rPr lang="en"/>
              <a:t>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44"/>
          <p:cNvSpPr txBox="1">
            <a:spLocks noGrp="1"/>
          </p:cNvSpPr>
          <p:nvPr>
            <p:ph type="title" idx="4"/>
          </p:nvPr>
        </p:nvSpPr>
        <p:spPr>
          <a:xfrm>
            <a:off x="950967" y="716800"/>
            <a:ext cx="6225600" cy="571600"/>
          </a:xfrm>
          <a:prstGeom prst="rect">
            <a:avLst/>
          </a:prstGeom>
        </p:spPr>
        <p:txBody>
          <a:bodyPr spcFirstLastPara="1" wrap="square" lIns="121900" tIns="121900" rIns="121900" bIns="121900" anchor="ctr" anchorCtr="0">
            <a:noAutofit/>
          </a:bodyPr>
          <a:lstStyle/>
          <a:p>
            <a:r>
              <a:rPr lang="en" sz="3733"/>
              <a:t>— </a:t>
            </a:r>
            <a:r>
              <a:rPr lang="en-US" sz="4000"/>
              <a:t>Performance Metrics</a:t>
            </a:r>
            <a:r>
              <a:rPr lang="en" sz="3733"/>
              <a:t> —</a:t>
            </a:r>
            <a:endParaRPr sz="3733"/>
          </a:p>
        </p:txBody>
      </p:sp>
      <p:sp>
        <p:nvSpPr>
          <p:cNvPr id="716" name="Google Shape;716;p44"/>
          <p:cNvSpPr txBox="1">
            <a:spLocks noGrp="1"/>
          </p:cNvSpPr>
          <p:nvPr>
            <p:ph type="title"/>
          </p:nvPr>
        </p:nvSpPr>
        <p:spPr>
          <a:xfrm>
            <a:off x="2210747" y="1982567"/>
            <a:ext cx="694800" cy="571600"/>
          </a:xfrm>
          <a:prstGeom prst="rect">
            <a:avLst/>
          </a:prstGeom>
        </p:spPr>
        <p:txBody>
          <a:bodyPr spcFirstLastPara="1" wrap="square" lIns="121900" tIns="121900" rIns="121900" bIns="121900" anchor="ctr" anchorCtr="0">
            <a:noAutofit/>
          </a:bodyPr>
          <a:lstStyle/>
          <a:p>
            <a:r>
              <a:rPr lang="en"/>
              <a:t>1.</a:t>
            </a:r>
            <a:endParaRPr/>
          </a:p>
        </p:txBody>
      </p:sp>
      <p:sp>
        <p:nvSpPr>
          <p:cNvPr id="717" name="Google Shape;717;p44"/>
          <p:cNvSpPr txBox="1">
            <a:spLocks noGrp="1"/>
          </p:cNvSpPr>
          <p:nvPr>
            <p:ph type="subTitle" idx="1"/>
          </p:nvPr>
        </p:nvSpPr>
        <p:spPr>
          <a:xfrm>
            <a:off x="2905547" y="1982583"/>
            <a:ext cx="4422400" cy="918400"/>
          </a:xfrm>
          <a:prstGeom prst="rect">
            <a:avLst/>
          </a:prstGeom>
        </p:spPr>
        <p:txBody>
          <a:bodyPr spcFirstLastPara="1" wrap="square" lIns="121900" tIns="121900" rIns="121900" bIns="121900" anchor="ctr" anchorCtr="0">
            <a:noAutofit/>
          </a:bodyPr>
          <a:lstStyle/>
          <a:p>
            <a:pPr marL="0" indent="0">
              <a:spcAft>
                <a:spcPts val="1600"/>
              </a:spcAft>
            </a:pPr>
            <a:r>
              <a:rPr lang="en-US" b="1"/>
              <a:t>Accuracy:</a:t>
            </a:r>
            <a:r>
              <a:rPr lang="en-US"/>
              <a:t> Percentage of correct predictions (Key Kaggle metric)</a:t>
            </a:r>
            <a:endParaRPr/>
          </a:p>
        </p:txBody>
      </p:sp>
      <p:sp>
        <p:nvSpPr>
          <p:cNvPr id="718" name="Google Shape;718;p44"/>
          <p:cNvSpPr txBox="1">
            <a:spLocks noGrp="1"/>
          </p:cNvSpPr>
          <p:nvPr>
            <p:ph type="title" idx="2"/>
          </p:nvPr>
        </p:nvSpPr>
        <p:spPr>
          <a:xfrm flipH="1">
            <a:off x="2210747" y="3013383"/>
            <a:ext cx="694800" cy="571600"/>
          </a:xfrm>
          <a:prstGeom prst="rect">
            <a:avLst/>
          </a:prstGeom>
        </p:spPr>
        <p:txBody>
          <a:bodyPr spcFirstLastPara="1" wrap="square" lIns="121900" tIns="121900" rIns="121900" bIns="121900" anchor="ctr" anchorCtr="0">
            <a:noAutofit/>
          </a:bodyPr>
          <a:lstStyle/>
          <a:p>
            <a:r>
              <a:rPr lang="en"/>
              <a:t>2.</a:t>
            </a:r>
            <a:endParaRPr/>
          </a:p>
        </p:txBody>
      </p:sp>
      <p:sp>
        <p:nvSpPr>
          <p:cNvPr id="2" name="Google Shape;717;p44">
            <a:extLst>
              <a:ext uri="{FF2B5EF4-FFF2-40B4-BE49-F238E27FC236}">
                <a16:creationId xmlns:a16="http://schemas.microsoft.com/office/drawing/2014/main" id="{FE7475C4-C719-0811-D682-C52EA42F3612}"/>
              </a:ext>
            </a:extLst>
          </p:cNvPr>
          <p:cNvSpPr txBox="1">
            <a:spLocks/>
          </p:cNvSpPr>
          <p:nvPr/>
        </p:nvSpPr>
        <p:spPr>
          <a:xfrm>
            <a:off x="2905547" y="2900983"/>
            <a:ext cx="6568062" cy="9184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l" rtl="0" eaLnBrk="1" hangingPunct="1">
              <a:lnSpc>
                <a:spcPct val="100000"/>
              </a:lnSpc>
              <a:spcBef>
                <a:spcPts val="0"/>
              </a:spcBef>
              <a:spcAft>
                <a:spcPts val="0"/>
              </a:spcAft>
              <a:buClr>
                <a:schemeClr val="accent6"/>
              </a:buClr>
              <a:buSzPts val="1600"/>
              <a:buFont typeface="Poppins"/>
              <a:buNone/>
              <a:defRPr sz="1867" b="0" i="0" u="none" strike="noStrike" cap="none">
                <a:solidFill>
                  <a:schemeClr val="accent6"/>
                </a:solidFill>
                <a:latin typeface="Poppins"/>
                <a:ea typeface="Poppins"/>
                <a:cs typeface="Poppins"/>
                <a:sym typeface="Poppins"/>
              </a:defRPr>
            </a:lvl1pPr>
            <a:lvl2pPr marL="914400" marR="0" lvl="1"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2pPr>
            <a:lvl3pPr marL="1371600" marR="0" lvl="2"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3pPr>
            <a:lvl4pPr marL="1828800" marR="0" lvl="3"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4pPr>
            <a:lvl5pPr marL="2286000" marR="0" lvl="4"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5pPr>
            <a:lvl6pPr marL="2743200" marR="0" lvl="5"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6pPr>
            <a:lvl7pPr marL="3200400" marR="0" lvl="6"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7pPr>
            <a:lvl8pPr marL="3657600" marR="0" lvl="7"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8pPr>
            <a:lvl9pPr marL="4114800" marR="0" lvl="8"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9pPr>
          </a:lstStyle>
          <a:p>
            <a:pPr marL="0" indent="0">
              <a:spcAft>
                <a:spcPts val="1600"/>
              </a:spcAft>
            </a:pPr>
            <a:r>
              <a:rPr lang="en-US" b="1"/>
              <a:t>Precision &amp; Recall: </a:t>
            </a:r>
            <a:r>
              <a:rPr lang="en-US"/>
              <a:t>Essential for understanding how well we identify survivors vs. avoiding false alarms.</a:t>
            </a:r>
          </a:p>
        </p:txBody>
      </p:sp>
      <p:sp>
        <p:nvSpPr>
          <p:cNvPr id="3" name="Google Shape;717;p44">
            <a:extLst>
              <a:ext uri="{FF2B5EF4-FFF2-40B4-BE49-F238E27FC236}">
                <a16:creationId xmlns:a16="http://schemas.microsoft.com/office/drawing/2014/main" id="{5B78EE8D-706F-7484-0A6D-2D19D0513565}"/>
              </a:ext>
            </a:extLst>
          </p:cNvPr>
          <p:cNvSpPr txBox="1">
            <a:spLocks/>
          </p:cNvSpPr>
          <p:nvPr/>
        </p:nvSpPr>
        <p:spPr>
          <a:xfrm>
            <a:off x="2905547" y="3929487"/>
            <a:ext cx="7075706" cy="9184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l" rtl="0" eaLnBrk="1" hangingPunct="1">
              <a:lnSpc>
                <a:spcPct val="100000"/>
              </a:lnSpc>
              <a:spcBef>
                <a:spcPts val="0"/>
              </a:spcBef>
              <a:spcAft>
                <a:spcPts val="0"/>
              </a:spcAft>
              <a:buClr>
                <a:schemeClr val="accent6"/>
              </a:buClr>
              <a:buSzPts val="1600"/>
              <a:buFont typeface="Poppins"/>
              <a:buNone/>
              <a:defRPr sz="1867" b="0" i="0" u="none" strike="noStrike" cap="none">
                <a:solidFill>
                  <a:schemeClr val="accent6"/>
                </a:solidFill>
                <a:latin typeface="Poppins"/>
                <a:ea typeface="Poppins"/>
                <a:cs typeface="Poppins"/>
                <a:sym typeface="Poppins"/>
              </a:defRPr>
            </a:lvl1pPr>
            <a:lvl2pPr marL="914400" marR="0" lvl="1"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2pPr>
            <a:lvl3pPr marL="1371600" marR="0" lvl="2"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3pPr>
            <a:lvl4pPr marL="1828800" marR="0" lvl="3"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4pPr>
            <a:lvl5pPr marL="2286000" marR="0" lvl="4"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5pPr>
            <a:lvl6pPr marL="2743200" marR="0" lvl="5"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6pPr>
            <a:lvl7pPr marL="3200400" marR="0" lvl="6"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7pPr>
            <a:lvl8pPr marL="3657600" marR="0" lvl="7"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8pPr>
            <a:lvl9pPr marL="4114800" marR="0" lvl="8"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9pPr>
          </a:lstStyle>
          <a:p>
            <a:pPr marL="0" indent="0">
              <a:spcAft>
                <a:spcPts val="1600"/>
              </a:spcAft>
            </a:pPr>
            <a:r>
              <a:rPr lang="en-US" b="1"/>
              <a:t>F1-Score: </a:t>
            </a:r>
            <a:r>
              <a:rPr lang="en-US"/>
              <a:t>Used to balance Precision/Recall, particularly important given the uneven class distribution of survivors vs. victims.</a:t>
            </a:r>
          </a:p>
        </p:txBody>
      </p:sp>
      <p:sp>
        <p:nvSpPr>
          <p:cNvPr id="6" name="Google Shape;717;p44">
            <a:extLst>
              <a:ext uri="{FF2B5EF4-FFF2-40B4-BE49-F238E27FC236}">
                <a16:creationId xmlns:a16="http://schemas.microsoft.com/office/drawing/2014/main" id="{1E70D3EE-A36A-D4EA-CC79-6AF41830204D}"/>
              </a:ext>
            </a:extLst>
          </p:cNvPr>
          <p:cNvSpPr txBox="1">
            <a:spLocks/>
          </p:cNvSpPr>
          <p:nvPr/>
        </p:nvSpPr>
        <p:spPr>
          <a:xfrm>
            <a:off x="2905547" y="4867917"/>
            <a:ext cx="7075706" cy="9184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l" rtl="0" eaLnBrk="1" hangingPunct="1">
              <a:lnSpc>
                <a:spcPct val="100000"/>
              </a:lnSpc>
              <a:spcBef>
                <a:spcPts val="0"/>
              </a:spcBef>
              <a:spcAft>
                <a:spcPts val="0"/>
              </a:spcAft>
              <a:buClr>
                <a:schemeClr val="accent6"/>
              </a:buClr>
              <a:buSzPts val="1600"/>
              <a:buFont typeface="Poppins"/>
              <a:buNone/>
              <a:defRPr sz="1867" b="0" i="0" u="none" strike="noStrike" cap="none">
                <a:solidFill>
                  <a:schemeClr val="accent6"/>
                </a:solidFill>
                <a:latin typeface="Poppins"/>
                <a:ea typeface="Poppins"/>
                <a:cs typeface="Poppins"/>
                <a:sym typeface="Poppins"/>
              </a:defRPr>
            </a:lvl1pPr>
            <a:lvl2pPr marL="914400" marR="0" lvl="1"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2pPr>
            <a:lvl3pPr marL="1371600" marR="0" lvl="2"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3pPr>
            <a:lvl4pPr marL="1828800" marR="0" lvl="3"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4pPr>
            <a:lvl5pPr marL="2286000" marR="0" lvl="4"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5pPr>
            <a:lvl6pPr marL="2743200" marR="0" lvl="5"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6pPr>
            <a:lvl7pPr marL="3200400" marR="0" lvl="6"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7pPr>
            <a:lvl8pPr marL="3657600" marR="0" lvl="7"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8pPr>
            <a:lvl9pPr marL="4114800" marR="0" lvl="8" indent="-317500" algn="l" rtl="0" eaLnBrk="1" hangingPunct="1">
              <a:lnSpc>
                <a:spcPct val="100000"/>
              </a:lnSpc>
              <a:spcBef>
                <a:spcPts val="0"/>
              </a:spcBef>
              <a:spcAft>
                <a:spcPts val="0"/>
              </a:spcAft>
              <a:buClr>
                <a:schemeClr val="accent6"/>
              </a:buClr>
              <a:buSzPts val="1400"/>
              <a:buFont typeface="Poppins"/>
              <a:buNone/>
              <a:defRPr sz="1867" b="0" i="0" u="none" strike="noStrike" cap="none">
                <a:solidFill>
                  <a:schemeClr val="accent6"/>
                </a:solidFill>
                <a:latin typeface="Poppins"/>
                <a:ea typeface="Poppins"/>
                <a:cs typeface="Poppins"/>
                <a:sym typeface="Poppins"/>
              </a:defRPr>
            </a:lvl9pPr>
          </a:lstStyle>
          <a:p>
            <a:pPr marL="0" indent="0">
              <a:spcAft>
                <a:spcPts val="1600"/>
              </a:spcAft>
            </a:pPr>
            <a:r>
              <a:rPr lang="en-US" b="1"/>
              <a:t>Confusion Matrix: </a:t>
            </a:r>
            <a:r>
              <a:rPr lang="en-US"/>
              <a:t>Breakdown of True Positives, True Negatives, False Positives, and False Negatives.</a:t>
            </a:r>
          </a:p>
        </p:txBody>
      </p:sp>
      <p:sp>
        <p:nvSpPr>
          <p:cNvPr id="7" name="Google Shape;718;p44">
            <a:extLst>
              <a:ext uri="{FF2B5EF4-FFF2-40B4-BE49-F238E27FC236}">
                <a16:creationId xmlns:a16="http://schemas.microsoft.com/office/drawing/2014/main" id="{E4160EF8-0D1A-D203-9BE8-A248D196C35F}"/>
              </a:ext>
            </a:extLst>
          </p:cNvPr>
          <p:cNvSpPr txBox="1">
            <a:spLocks/>
          </p:cNvSpPr>
          <p:nvPr/>
        </p:nvSpPr>
        <p:spPr>
          <a:xfrm flipH="1">
            <a:off x="2210747" y="4867917"/>
            <a:ext cx="694800" cy="5716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3"/>
              </a:buClr>
              <a:buSzPts val="4000"/>
              <a:buFont typeface="Abel"/>
              <a:buNone/>
              <a:defRPr sz="4267" b="1" i="0" u="none" strike="noStrike" cap="none">
                <a:solidFill>
                  <a:schemeClr val="lt1"/>
                </a:solidFill>
                <a:latin typeface="Abel"/>
                <a:ea typeface="Abel"/>
                <a:cs typeface="Abel"/>
                <a:sym typeface="Abel"/>
              </a:defRPr>
            </a:lvl1pPr>
            <a:lvl2pPr marR="0" lvl="1"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2pPr>
            <a:lvl3pPr marR="0" lvl="2"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3pPr>
            <a:lvl4pPr marR="0" lvl="3"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4pPr>
            <a:lvl5pPr marR="0" lvl="4"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5pPr>
            <a:lvl6pPr marR="0" lvl="5"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6pPr>
            <a:lvl7pPr marR="0" lvl="6"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7pPr>
            <a:lvl8pPr marR="0" lvl="7"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8pPr>
            <a:lvl9pPr marR="0" lvl="8"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9pPr>
          </a:lstStyle>
          <a:p>
            <a:r>
              <a:rPr lang="en"/>
              <a:t>4.</a:t>
            </a:r>
          </a:p>
        </p:txBody>
      </p:sp>
      <p:sp>
        <p:nvSpPr>
          <p:cNvPr id="8" name="Google Shape;718;p44">
            <a:extLst>
              <a:ext uri="{FF2B5EF4-FFF2-40B4-BE49-F238E27FC236}">
                <a16:creationId xmlns:a16="http://schemas.microsoft.com/office/drawing/2014/main" id="{D6949FCB-5E64-DCF4-71C7-55C010348837}"/>
              </a:ext>
            </a:extLst>
          </p:cNvPr>
          <p:cNvSpPr txBox="1">
            <a:spLocks/>
          </p:cNvSpPr>
          <p:nvPr/>
        </p:nvSpPr>
        <p:spPr>
          <a:xfrm flipH="1">
            <a:off x="2210747" y="3951812"/>
            <a:ext cx="694800" cy="5716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3"/>
              </a:buClr>
              <a:buSzPts val="4000"/>
              <a:buFont typeface="Abel"/>
              <a:buNone/>
              <a:defRPr sz="4267" b="1" i="0" u="none" strike="noStrike" cap="none">
                <a:solidFill>
                  <a:schemeClr val="lt1"/>
                </a:solidFill>
                <a:latin typeface="Abel"/>
                <a:ea typeface="Abel"/>
                <a:cs typeface="Abel"/>
                <a:sym typeface="Abel"/>
              </a:defRPr>
            </a:lvl1pPr>
            <a:lvl2pPr marR="0" lvl="1"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2pPr>
            <a:lvl3pPr marR="0" lvl="2"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3pPr>
            <a:lvl4pPr marR="0" lvl="3"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4pPr>
            <a:lvl5pPr marR="0" lvl="4"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5pPr>
            <a:lvl6pPr marR="0" lvl="5"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6pPr>
            <a:lvl7pPr marR="0" lvl="6"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7pPr>
            <a:lvl8pPr marR="0" lvl="7"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8pPr>
            <a:lvl9pPr marR="0" lvl="8" algn="ctr" rtl="0" eaLnBrk="1" hangingPunct="1">
              <a:lnSpc>
                <a:spcPct val="100000"/>
              </a:lnSpc>
              <a:spcBef>
                <a:spcPts val="0"/>
              </a:spcBef>
              <a:spcAft>
                <a:spcPts val="0"/>
              </a:spcAft>
              <a:buClr>
                <a:schemeClr val="accent3"/>
              </a:buClr>
              <a:buSzPts val="4000"/>
              <a:buFont typeface="Abel"/>
              <a:buNone/>
              <a:defRPr sz="5333" b="0" i="0" u="none" strike="noStrike" cap="none">
                <a:solidFill>
                  <a:schemeClr val="accent3"/>
                </a:solidFill>
                <a:latin typeface="Abel"/>
                <a:ea typeface="Abel"/>
                <a:cs typeface="Abel"/>
                <a:sym typeface="Abel"/>
              </a:defRPr>
            </a:lvl9pPr>
          </a:lstStyle>
          <a:p>
            <a:r>
              <a:rPr lang="en"/>
              <a:t>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6"/>
        <p:cNvGrpSpPr/>
        <p:nvPr/>
      </p:nvGrpSpPr>
      <p:grpSpPr>
        <a:xfrm>
          <a:off x="0" y="0"/>
          <a:ext cx="0" cy="0"/>
          <a:chOff x="0" y="0"/>
          <a:chExt cx="0" cy="0"/>
        </a:xfrm>
      </p:grpSpPr>
      <p:sp>
        <p:nvSpPr>
          <p:cNvPr id="1227" name="Google Shape;1227;p56"/>
          <p:cNvSpPr txBox="1">
            <a:spLocks noGrp="1"/>
          </p:cNvSpPr>
          <p:nvPr>
            <p:ph type="title"/>
          </p:nvPr>
        </p:nvSpPr>
        <p:spPr>
          <a:xfrm>
            <a:off x="950967" y="716800"/>
            <a:ext cx="7721200" cy="571600"/>
          </a:xfrm>
          <a:prstGeom prst="rect">
            <a:avLst/>
          </a:prstGeom>
        </p:spPr>
        <p:txBody>
          <a:bodyPr spcFirstLastPara="1" wrap="square" lIns="121900" tIns="121900" rIns="121900" bIns="121900" anchor="ctr" anchorCtr="0">
            <a:noAutofit/>
          </a:bodyPr>
          <a:lstStyle/>
          <a:p>
            <a:r>
              <a:rPr lang="en" sz="4000"/>
              <a:t>— </a:t>
            </a:r>
            <a:r>
              <a:rPr lang="en-US" sz="4000"/>
              <a:t>Model Results</a:t>
            </a:r>
            <a:r>
              <a:rPr lang="en" sz="4000"/>
              <a:t>—</a:t>
            </a:r>
            <a:endParaRPr sz="4000"/>
          </a:p>
        </p:txBody>
      </p:sp>
      <p:sp>
        <p:nvSpPr>
          <p:cNvPr id="1228" name="Google Shape;1228;p56"/>
          <p:cNvSpPr/>
          <p:nvPr/>
        </p:nvSpPr>
        <p:spPr>
          <a:xfrm>
            <a:off x="-12657221" y="5281829"/>
            <a:ext cx="24902906" cy="1551462"/>
          </a:xfrm>
          <a:custGeom>
            <a:avLst/>
            <a:gdLst/>
            <a:ahLst/>
            <a:cxnLst/>
            <a:rect l="l" t="t" r="r" b="b"/>
            <a:pathLst>
              <a:path w="152436" h="17369" extrusionOk="0">
                <a:moveTo>
                  <a:pt x="50508" y="1"/>
                </a:moveTo>
                <a:cubicBezTo>
                  <a:pt x="47549" y="1"/>
                  <a:pt x="44430" y="1151"/>
                  <a:pt x="41585" y="2247"/>
                </a:cubicBezTo>
                <a:cubicBezTo>
                  <a:pt x="28122" y="7515"/>
                  <a:pt x="14195" y="11490"/>
                  <a:pt x="0" y="14100"/>
                </a:cubicBezTo>
                <a:lnTo>
                  <a:pt x="0" y="17368"/>
                </a:lnTo>
                <a:lnTo>
                  <a:pt x="152436" y="17368"/>
                </a:lnTo>
                <a:lnTo>
                  <a:pt x="152436" y="9027"/>
                </a:lnTo>
                <a:cubicBezTo>
                  <a:pt x="151776" y="9188"/>
                  <a:pt x="151222" y="9272"/>
                  <a:pt x="150669" y="9272"/>
                </a:cubicBezTo>
                <a:cubicBezTo>
                  <a:pt x="149629" y="9272"/>
                  <a:pt x="148596" y="8973"/>
                  <a:pt x="146875" y="8320"/>
                </a:cubicBezTo>
                <a:cubicBezTo>
                  <a:pt x="144880" y="7555"/>
                  <a:pt x="142781" y="7169"/>
                  <a:pt x="140682" y="7169"/>
                </a:cubicBezTo>
                <a:cubicBezTo>
                  <a:pt x="138829" y="7169"/>
                  <a:pt x="136976" y="7470"/>
                  <a:pt x="135192" y="8076"/>
                </a:cubicBezTo>
                <a:cubicBezTo>
                  <a:pt x="134111" y="8429"/>
                  <a:pt x="133029" y="8922"/>
                  <a:pt x="131911" y="8922"/>
                </a:cubicBezTo>
                <a:cubicBezTo>
                  <a:pt x="131794" y="8922"/>
                  <a:pt x="131676" y="8916"/>
                  <a:pt x="131558" y="8905"/>
                </a:cubicBezTo>
                <a:cubicBezTo>
                  <a:pt x="129729" y="8759"/>
                  <a:pt x="128339" y="7246"/>
                  <a:pt x="126851" y="6124"/>
                </a:cubicBezTo>
                <a:cubicBezTo>
                  <a:pt x="124679" y="4538"/>
                  <a:pt x="122078" y="3720"/>
                  <a:pt x="119455" y="3720"/>
                </a:cubicBezTo>
                <a:cubicBezTo>
                  <a:pt x="117926" y="3720"/>
                  <a:pt x="116389" y="3998"/>
                  <a:pt x="114925" y="4564"/>
                </a:cubicBezTo>
                <a:cubicBezTo>
                  <a:pt x="112013" y="5723"/>
                  <a:pt x="109377" y="8009"/>
                  <a:pt x="106281" y="8009"/>
                </a:cubicBezTo>
                <a:cubicBezTo>
                  <a:pt x="106187" y="8009"/>
                  <a:pt x="106093" y="8007"/>
                  <a:pt x="105998" y="8002"/>
                </a:cubicBezTo>
                <a:cubicBezTo>
                  <a:pt x="104364" y="7929"/>
                  <a:pt x="102852" y="7198"/>
                  <a:pt x="101266" y="6807"/>
                </a:cubicBezTo>
                <a:cubicBezTo>
                  <a:pt x="100266" y="6570"/>
                  <a:pt x="99258" y="6476"/>
                  <a:pt x="98245" y="6476"/>
                </a:cubicBezTo>
                <a:cubicBezTo>
                  <a:pt x="94450" y="6476"/>
                  <a:pt x="90583" y="7793"/>
                  <a:pt x="86738" y="7793"/>
                </a:cubicBezTo>
                <a:cubicBezTo>
                  <a:pt x="86133" y="7793"/>
                  <a:pt x="85529" y="7761"/>
                  <a:pt x="84925" y="7685"/>
                </a:cubicBezTo>
                <a:cubicBezTo>
                  <a:pt x="80087" y="7078"/>
                  <a:pt x="75719" y="3715"/>
                  <a:pt x="70877" y="3715"/>
                </a:cubicBezTo>
                <a:cubicBezTo>
                  <a:pt x="70666" y="3715"/>
                  <a:pt x="70455" y="3721"/>
                  <a:pt x="70243" y="3734"/>
                </a:cubicBezTo>
                <a:cubicBezTo>
                  <a:pt x="67616" y="3887"/>
                  <a:pt x="65005" y="5063"/>
                  <a:pt x="62478" y="5063"/>
                </a:cubicBezTo>
                <a:cubicBezTo>
                  <a:pt x="61766" y="5063"/>
                  <a:pt x="61061" y="4970"/>
                  <a:pt x="60365" y="4734"/>
                </a:cubicBezTo>
                <a:cubicBezTo>
                  <a:pt x="58194" y="4003"/>
                  <a:pt x="56706" y="2051"/>
                  <a:pt x="54706" y="978"/>
                </a:cubicBezTo>
                <a:cubicBezTo>
                  <a:pt x="53380" y="279"/>
                  <a:pt x="51963" y="1"/>
                  <a:pt x="50508" y="1"/>
                </a:cubicBezTo>
                <a:close/>
              </a:path>
            </a:pathLst>
          </a:custGeom>
          <a:gradFill>
            <a:gsLst>
              <a:gs pos="0">
                <a:srgbClr val="D0F3FF">
                  <a:alpha val="71764"/>
                </a:srgbClr>
              </a:gs>
              <a:gs pos="100000">
                <a:srgbClr val="FFFFFF">
                  <a:alpha val="0"/>
                </a:srgbClr>
              </a:gs>
            </a:gsLst>
            <a:lin ang="5400700" scaled="0"/>
          </a:gradFill>
          <a:ln>
            <a:noFill/>
          </a:ln>
        </p:spPr>
        <p:txBody>
          <a:bodyPr spcFirstLastPara="1" wrap="square" lIns="121900" tIns="121900" rIns="121900" bIns="121900" anchor="ctr" anchorCtr="0">
            <a:noAutofit/>
          </a:bodyPr>
          <a:lstStyle/>
          <a:p>
            <a:endParaRPr/>
          </a:p>
        </p:txBody>
      </p:sp>
      <p:sp>
        <p:nvSpPr>
          <p:cNvPr id="6" name="Rectangle 1">
            <a:extLst>
              <a:ext uri="{FF2B5EF4-FFF2-40B4-BE49-F238E27FC236}">
                <a16:creationId xmlns:a16="http://schemas.microsoft.com/office/drawing/2014/main" id="{8FE4EF75-0D97-598F-F6E4-EA3E34DFDE5C}"/>
              </a:ext>
            </a:extLst>
          </p:cNvPr>
          <p:cNvSpPr>
            <a:spLocks noChangeArrowheads="1"/>
          </p:cNvSpPr>
          <p:nvPr/>
        </p:nvSpPr>
        <p:spPr bwMode="auto">
          <a:xfrm>
            <a:off x="950968" y="1860508"/>
            <a:ext cx="10567744"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a:ln>
                  <a:noFill/>
                </a:ln>
                <a:solidFill>
                  <a:schemeClr val="tx1"/>
                </a:solidFill>
                <a:effectLst/>
                <a:latin typeface="Arial" panose="020B0604020202020204" pitchFamily="34" charset="0"/>
              </a:rPr>
              <a:t>K-Nearest Neighbors (KNN):</a:t>
            </a:r>
            <a:r>
              <a:rPr kumimoji="0" lang="en-US" altLang="en-US" sz="2400" b="0" i="0" u="none" strike="noStrike" cap="none" normalizeH="0" baseline="0">
                <a:ln>
                  <a:noFill/>
                </a:ln>
                <a:solidFill>
                  <a:schemeClr val="tx1"/>
                </a:solidFill>
                <a:effectLst/>
                <a:latin typeface="Arial" panose="020B0604020202020204" pitchFamily="34" charset="0"/>
              </a:rPr>
              <a:t> 71.35% Accuracy (Lowest performance).</a:t>
            </a:r>
          </a:p>
          <a:p>
            <a:pPr marL="0" marR="0" lvl="0" indent="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a:ln>
                  <a:noFill/>
                </a:ln>
                <a:solidFill>
                  <a:schemeClr val="tx1"/>
                </a:solidFill>
                <a:effectLst/>
                <a:latin typeface="Arial" panose="020B0604020202020204" pitchFamily="34" charset="0"/>
              </a:rPr>
              <a:t>Logistic Regression:</a:t>
            </a:r>
            <a:r>
              <a:rPr kumimoji="0" lang="en-US" altLang="en-US" sz="2400" b="0" i="0" u="none" strike="noStrike" cap="none" normalizeH="0" baseline="0">
                <a:ln>
                  <a:noFill/>
                </a:ln>
                <a:solidFill>
                  <a:schemeClr val="tx1"/>
                </a:solidFill>
                <a:effectLst/>
                <a:latin typeface="Arial" panose="020B0604020202020204" pitchFamily="34" charset="0"/>
              </a:rPr>
              <a:t> 76.97% Accuracy.</a:t>
            </a:r>
          </a:p>
          <a:p>
            <a:pPr marL="0" marR="0" lvl="0" indent="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a:ln>
                  <a:noFill/>
                </a:ln>
                <a:solidFill>
                  <a:schemeClr val="tx1"/>
                </a:solidFill>
                <a:effectLst/>
                <a:latin typeface="Arial" panose="020B0604020202020204" pitchFamily="34" charset="0"/>
              </a:rPr>
              <a:t>Random Forest:</a:t>
            </a:r>
            <a:r>
              <a:rPr kumimoji="0" lang="en-US" altLang="en-US" sz="2400" b="0" i="0" u="none" strike="noStrike" cap="none" normalizeH="0" baseline="0">
                <a:ln>
                  <a:noFill/>
                </a:ln>
                <a:solidFill>
                  <a:schemeClr val="tx1"/>
                </a:solidFill>
                <a:effectLst/>
                <a:latin typeface="Arial" panose="020B0604020202020204" pitchFamily="34" charset="0"/>
              </a:rPr>
              <a:t> 78.65% Accuracy.</a:t>
            </a:r>
          </a:p>
          <a:p>
            <a:pPr marL="0" marR="0" lvl="0" indent="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err="1">
                <a:ln>
                  <a:noFill/>
                </a:ln>
                <a:solidFill>
                  <a:schemeClr val="tx1"/>
                </a:solidFill>
                <a:effectLst/>
                <a:latin typeface="Arial" panose="020B0604020202020204" pitchFamily="34" charset="0"/>
              </a:rPr>
              <a:t>XGBoost</a:t>
            </a:r>
            <a:r>
              <a:rPr kumimoji="0" lang="en-US" altLang="en-US" sz="2400" b="1" i="0" u="none" strike="noStrike" cap="none" normalizeH="0" baseline="0">
                <a:ln>
                  <a:noFill/>
                </a:ln>
                <a:solidFill>
                  <a:schemeClr val="tx1"/>
                </a:solidFill>
                <a:effectLst/>
                <a:latin typeface="Arial" panose="020B0604020202020204" pitchFamily="34" charset="0"/>
              </a:rPr>
              <a:t>:</a:t>
            </a:r>
            <a:r>
              <a:rPr kumimoji="0" lang="en-US" altLang="en-US" sz="2400" b="0" i="0" u="none" strike="noStrike" cap="none" normalizeH="0" baseline="0">
                <a:ln>
                  <a:noFill/>
                </a:ln>
                <a:solidFill>
                  <a:schemeClr val="tx1"/>
                </a:solidFill>
                <a:effectLst/>
                <a:latin typeface="Arial" panose="020B0604020202020204" pitchFamily="34" charset="0"/>
              </a:rPr>
              <a:t> </a:t>
            </a:r>
            <a:r>
              <a:rPr kumimoji="0" lang="en-US" altLang="en-US" sz="2400" i="0" u="none" strike="noStrike" cap="none" normalizeH="0" baseline="0">
                <a:ln>
                  <a:noFill/>
                </a:ln>
                <a:solidFill>
                  <a:schemeClr val="tx1"/>
                </a:solidFill>
                <a:effectLst/>
                <a:latin typeface="Arial" panose="020B0604020202020204" pitchFamily="34" charset="0"/>
              </a:rPr>
              <a:t>80.90% Accuracy</a:t>
            </a:r>
            <a:r>
              <a:rPr kumimoji="0" lang="en-US" altLang="en-US" sz="2400" b="1" i="0" u="none" strike="noStrike" cap="none" normalizeH="0" baseline="0">
                <a:ln>
                  <a:noFill/>
                </a:ln>
                <a:solidFill>
                  <a:schemeClr val="tx1"/>
                </a:solidFill>
                <a:effectLst/>
                <a:latin typeface="Arial" panose="020B0604020202020204" pitchFamily="34" charset="0"/>
              </a:rPr>
              <a:t> (Best Performance).</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
        <p:nvSpPr>
          <p:cNvPr id="9" name="Google Shape;1232;p56">
            <a:extLst>
              <a:ext uri="{FF2B5EF4-FFF2-40B4-BE49-F238E27FC236}">
                <a16:creationId xmlns:a16="http://schemas.microsoft.com/office/drawing/2014/main" id="{6B397F0A-4E94-A434-06A8-7EE5D1AF1017}"/>
              </a:ext>
            </a:extLst>
          </p:cNvPr>
          <p:cNvSpPr txBox="1"/>
          <p:nvPr/>
        </p:nvSpPr>
        <p:spPr>
          <a:xfrm>
            <a:off x="548424" y="4828709"/>
            <a:ext cx="2260500" cy="309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a:solidFill>
                  <a:srgbClr val="6B919E"/>
                </a:solidFill>
                <a:latin typeface="Abel"/>
                <a:ea typeface="Abel"/>
                <a:cs typeface="Abel"/>
                <a:sym typeface="Abel"/>
              </a:rPr>
              <a:t>Takeaway</a:t>
            </a:r>
            <a:endParaRPr sz="2800" b="1">
              <a:solidFill>
                <a:srgbClr val="6B919E"/>
              </a:solidFill>
              <a:latin typeface="Abel"/>
              <a:ea typeface="Abel"/>
              <a:cs typeface="Abel"/>
              <a:sym typeface="Abel"/>
            </a:endParaRPr>
          </a:p>
        </p:txBody>
      </p:sp>
      <p:sp>
        <p:nvSpPr>
          <p:cNvPr id="10" name="Google Shape;1233;p56">
            <a:extLst>
              <a:ext uri="{FF2B5EF4-FFF2-40B4-BE49-F238E27FC236}">
                <a16:creationId xmlns:a16="http://schemas.microsoft.com/office/drawing/2014/main" id="{F813594C-2021-A130-D0BB-E175CFB41B9E}"/>
              </a:ext>
            </a:extLst>
          </p:cNvPr>
          <p:cNvSpPr txBox="1"/>
          <p:nvPr/>
        </p:nvSpPr>
        <p:spPr>
          <a:xfrm>
            <a:off x="950967" y="5253038"/>
            <a:ext cx="10923009" cy="872048"/>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1200"/>
              </a:spcAft>
              <a:buNone/>
            </a:pPr>
            <a:r>
              <a:rPr lang="en-US" sz="2600">
                <a:solidFill>
                  <a:srgbClr val="263236"/>
                </a:solidFill>
                <a:latin typeface="Poppins"/>
                <a:ea typeface="Poppins"/>
                <a:cs typeface="Poppins"/>
                <a:sym typeface="Poppins"/>
              </a:rPr>
              <a:t>The ensemble boosting technique (</a:t>
            </a:r>
            <a:r>
              <a:rPr lang="en-US" sz="2600" err="1">
                <a:solidFill>
                  <a:srgbClr val="263236"/>
                </a:solidFill>
                <a:latin typeface="Poppins"/>
                <a:ea typeface="Poppins"/>
                <a:cs typeface="Poppins"/>
                <a:sym typeface="Poppins"/>
              </a:rPr>
              <a:t>XGBoost</a:t>
            </a:r>
            <a:r>
              <a:rPr lang="en-US" sz="2600">
                <a:solidFill>
                  <a:srgbClr val="263236"/>
                </a:solidFill>
                <a:latin typeface="Poppins"/>
                <a:ea typeface="Poppins"/>
                <a:cs typeface="Poppins"/>
                <a:sym typeface="Poppins"/>
              </a:rPr>
              <a:t>) proved most effective for this classification task.</a:t>
            </a:r>
          </a:p>
        </p:txBody>
      </p:sp>
      <p:grpSp>
        <p:nvGrpSpPr>
          <p:cNvPr id="11" name="Google Shape;1097;p51">
            <a:extLst>
              <a:ext uri="{FF2B5EF4-FFF2-40B4-BE49-F238E27FC236}">
                <a16:creationId xmlns:a16="http://schemas.microsoft.com/office/drawing/2014/main" id="{9F1B9AE8-257F-D5EA-41E1-9C640827C18C}"/>
              </a:ext>
            </a:extLst>
          </p:cNvPr>
          <p:cNvGrpSpPr/>
          <p:nvPr/>
        </p:nvGrpSpPr>
        <p:grpSpPr>
          <a:xfrm>
            <a:off x="8360622" y="2586177"/>
            <a:ext cx="2880410" cy="2552132"/>
            <a:chOff x="6326300" y="1373081"/>
            <a:chExt cx="1523305" cy="1490776"/>
          </a:xfrm>
        </p:grpSpPr>
        <p:sp>
          <p:nvSpPr>
            <p:cNvPr id="12" name="Google Shape;1098;p51">
              <a:extLst>
                <a:ext uri="{FF2B5EF4-FFF2-40B4-BE49-F238E27FC236}">
                  <a16:creationId xmlns:a16="http://schemas.microsoft.com/office/drawing/2014/main" id="{456F1962-060A-6AAE-D18A-CD0CB10D277D}"/>
                </a:ext>
              </a:extLst>
            </p:cNvPr>
            <p:cNvSpPr/>
            <p:nvPr/>
          </p:nvSpPr>
          <p:spPr>
            <a:xfrm>
              <a:off x="6409956" y="1609443"/>
              <a:ext cx="1186462" cy="1016537"/>
            </a:xfrm>
            <a:custGeom>
              <a:avLst/>
              <a:gdLst/>
              <a:ahLst/>
              <a:cxnLst/>
              <a:rect l="l" t="t" r="r" b="b"/>
              <a:pathLst>
                <a:path w="62959" h="53942" extrusionOk="0">
                  <a:moveTo>
                    <a:pt x="35976" y="4416"/>
                  </a:moveTo>
                  <a:lnTo>
                    <a:pt x="35976" y="4533"/>
                  </a:lnTo>
                  <a:cubicBezTo>
                    <a:pt x="48475" y="4533"/>
                    <a:pt x="58520" y="14578"/>
                    <a:pt x="58637" y="26960"/>
                  </a:cubicBezTo>
                  <a:cubicBezTo>
                    <a:pt x="58637" y="40625"/>
                    <a:pt x="47473" y="49643"/>
                    <a:pt x="35873" y="49643"/>
                  </a:cubicBezTo>
                  <a:cubicBezTo>
                    <a:pt x="30320" y="49643"/>
                    <a:pt x="24667" y="47576"/>
                    <a:pt x="20091" y="42962"/>
                  </a:cubicBezTo>
                  <a:cubicBezTo>
                    <a:pt x="5840" y="28712"/>
                    <a:pt x="15886" y="4416"/>
                    <a:pt x="35976" y="4416"/>
                  </a:cubicBezTo>
                  <a:close/>
                  <a:moveTo>
                    <a:pt x="35765" y="0"/>
                  </a:moveTo>
                  <a:cubicBezTo>
                    <a:pt x="29148" y="0"/>
                    <a:pt x="22409" y="2449"/>
                    <a:pt x="16937" y="7920"/>
                  </a:cubicBezTo>
                  <a:cubicBezTo>
                    <a:pt x="0" y="24974"/>
                    <a:pt x="12031" y="53942"/>
                    <a:pt x="35976" y="53942"/>
                  </a:cubicBezTo>
                  <a:cubicBezTo>
                    <a:pt x="50928" y="53942"/>
                    <a:pt x="62959" y="41911"/>
                    <a:pt x="62959" y="26960"/>
                  </a:cubicBezTo>
                  <a:cubicBezTo>
                    <a:pt x="62959" y="10750"/>
                    <a:pt x="49631" y="0"/>
                    <a:pt x="35765" y="0"/>
                  </a:cubicBezTo>
                  <a:close/>
                </a:path>
              </a:pathLst>
            </a:custGeom>
            <a:solidFill>
              <a:schemeClr val="accent6"/>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99;p51">
              <a:extLst>
                <a:ext uri="{FF2B5EF4-FFF2-40B4-BE49-F238E27FC236}">
                  <a16:creationId xmlns:a16="http://schemas.microsoft.com/office/drawing/2014/main" id="{7FD8700B-05DB-C822-5F6E-629174E97F47}"/>
                </a:ext>
              </a:extLst>
            </p:cNvPr>
            <p:cNvSpPr/>
            <p:nvPr/>
          </p:nvSpPr>
          <p:spPr>
            <a:xfrm>
              <a:off x="7026302" y="2058081"/>
              <a:ext cx="123284" cy="121079"/>
            </a:xfrm>
            <a:custGeom>
              <a:avLst/>
              <a:gdLst/>
              <a:ahLst/>
              <a:cxnLst/>
              <a:rect l="l" t="t" r="r" b="b"/>
              <a:pathLst>
                <a:path w="6542" h="6425" extrusionOk="0">
                  <a:moveTo>
                    <a:pt x="3271" y="0"/>
                  </a:moveTo>
                  <a:cubicBezTo>
                    <a:pt x="1519" y="0"/>
                    <a:pt x="1" y="1402"/>
                    <a:pt x="1" y="3154"/>
                  </a:cubicBezTo>
                  <a:cubicBezTo>
                    <a:pt x="1" y="5023"/>
                    <a:pt x="1519" y="6424"/>
                    <a:pt x="3271" y="6424"/>
                  </a:cubicBezTo>
                  <a:cubicBezTo>
                    <a:pt x="5140" y="6424"/>
                    <a:pt x="6542" y="5023"/>
                    <a:pt x="6542" y="3154"/>
                  </a:cubicBezTo>
                  <a:cubicBezTo>
                    <a:pt x="6542" y="1402"/>
                    <a:pt x="5140" y="0"/>
                    <a:pt x="3271" y="0"/>
                  </a:cubicBezTo>
                  <a:close/>
                </a:path>
              </a:pathLst>
            </a:custGeom>
            <a:solidFill>
              <a:srgbClr val="FFFFFF"/>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100;p51">
              <a:extLst>
                <a:ext uri="{FF2B5EF4-FFF2-40B4-BE49-F238E27FC236}">
                  <a16:creationId xmlns:a16="http://schemas.microsoft.com/office/drawing/2014/main" id="{DE321E8A-4133-DBC7-652E-BEBAD22D43F8}"/>
                </a:ext>
              </a:extLst>
            </p:cNvPr>
            <p:cNvGrpSpPr/>
            <p:nvPr/>
          </p:nvGrpSpPr>
          <p:grpSpPr>
            <a:xfrm>
              <a:off x="6326300" y="1373081"/>
              <a:ext cx="1523305" cy="1490776"/>
              <a:chOff x="6326300" y="1373081"/>
              <a:chExt cx="1523305" cy="1490776"/>
            </a:xfrm>
          </p:grpSpPr>
          <p:sp>
            <p:nvSpPr>
              <p:cNvPr id="17" name="Google Shape;1101;p51">
                <a:extLst>
                  <a:ext uri="{FF2B5EF4-FFF2-40B4-BE49-F238E27FC236}">
                    <a16:creationId xmlns:a16="http://schemas.microsoft.com/office/drawing/2014/main" id="{9C646DC5-6AC6-857B-E129-60DEBFED3D74}"/>
                  </a:ext>
                </a:extLst>
              </p:cNvPr>
              <p:cNvSpPr/>
              <p:nvPr/>
            </p:nvSpPr>
            <p:spPr>
              <a:xfrm>
                <a:off x="7065935" y="1410904"/>
                <a:ext cx="46246" cy="552517"/>
              </a:xfrm>
              <a:custGeom>
                <a:avLst/>
                <a:gdLst/>
                <a:ahLst/>
                <a:cxnLst/>
                <a:rect l="l" t="t" r="r" b="b"/>
                <a:pathLst>
                  <a:path w="2454" h="29319" extrusionOk="0">
                    <a:moveTo>
                      <a:pt x="0" y="0"/>
                    </a:moveTo>
                    <a:lnTo>
                      <a:pt x="0" y="29318"/>
                    </a:lnTo>
                    <a:lnTo>
                      <a:pt x="2453" y="29318"/>
                    </a:lnTo>
                    <a:lnTo>
                      <a:pt x="2453" y="0"/>
                    </a:ln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102;p51">
                <a:extLst>
                  <a:ext uri="{FF2B5EF4-FFF2-40B4-BE49-F238E27FC236}">
                    <a16:creationId xmlns:a16="http://schemas.microsoft.com/office/drawing/2014/main" id="{1987FDF7-7425-FA37-3F66-81D3E6B91C1C}"/>
                  </a:ext>
                </a:extLst>
              </p:cNvPr>
              <p:cNvSpPr/>
              <p:nvPr/>
            </p:nvSpPr>
            <p:spPr>
              <a:xfrm>
                <a:off x="7022307" y="1373081"/>
                <a:ext cx="131425" cy="174297"/>
              </a:xfrm>
              <a:custGeom>
                <a:avLst/>
                <a:gdLst/>
                <a:ahLst/>
                <a:cxnLst/>
                <a:rect l="l" t="t" r="r" b="b"/>
                <a:pathLst>
                  <a:path w="6974" h="9249" extrusionOk="0">
                    <a:moveTo>
                      <a:pt x="3147" y="0"/>
                    </a:moveTo>
                    <a:cubicBezTo>
                      <a:pt x="1424" y="0"/>
                      <a:pt x="0" y="1653"/>
                      <a:pt x="330" y="3409"/>
                    </a:cubicBezTo>
                    <a:cubicBezTo>
                      <a:pt x="330" y="5978"/>
                      <a:pt x="1731" y="9249"/>
                      <a:pt x="3483" y="9249"/>
                    </a:cubicBezTo>
                    <a:cubicBezTo>
                      <a:pt x="5236" y="9249"/>
                      <a:pt x="6754" y="5862"/>
                      <a:pt x="6754" y="3409"/>
                    </a:cubicBezTo>
                    <a:cubicBezTo>
                      <a:pt x="6973" y="1653"/>
                      <a:pt x="5647" y="0"/>
                      <a:pt x="3839" y="0"/>
                    </a:cubicBezTo>
                    <a:cubicBezTo>
                      <a:pt x="3722" y="0"/>
                      <a:pt x="3604" y="7"/>
                      <a:pt x="3483" y="21"/>
                    </a:cubicBezTo>
                    <a:cubicBezTo>
                      <a:pt x="3370" y="7"/>
                      <a:pt x="3258" y="0"/>
                      <a:pt x="3147" y="0"/>
                    </a:cubicBez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103;p51">
                <a:extLst>
                  <a:ext uri="{FF2B5EF4-FFF2-40B4-BE49-F238E27FC236}">
                    <a16:creationId xmlns:a16="http://schemas.microsoft.com/office/drawing/2014/main" id="{640C7788-5DAB-F7E0-531E-0D6C314BF4ED}"/>
                  </a:ext>
                </a:extLst>
              </p:cNvPr>
              <p:cNvSpPr/>
              <p:nvPr/>
            </p:nvSpPr>
            <p:spPr>
              <a:xfrm>
                <a:off x="7065935" y="2273788"/>
                <a:ext cx="46246" cy="552535"/>
              </a:xfrm>
              <a:custGeom>
                <a:avLst/>
                <a:gdLst/>
                <a:ahLst/>
                <a:cxnLst/>
                <a:rect l="l" t="t" r="r" b="b"/>
                <a:pathLst>
                  <a:path w="2454" h="29320" extrusionOk="0">
                    <a:moveTo>
                      <a:pt x="0" y="1"/>
                    </a:moveTo>
                    <a:lnTo>
                      <a:pt x="0" y="29319"/>
                    </a:lnTo>
                    <a:lnTo>
                      <a:pt x="2453" y="29319"/>
                    </a:lnTo>
                    <a:lnTo>
                      <a:pt x="2453" y="1"/>
                    </a:ln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104;p51">
                <a:extLst>
                  <a:ext uri="{FF2B5EF4-FFF2-40B4-BE49-F238E27FC236}">
                    <a16:creationId xmlns:a16="http://schemas.microsoft.com/office/drawing/2014/main" id="{CB6792A3-FA4E-2763-AFA9-32B6AD7E20A1}"/>
                  </a:ext>
                </a:extLst>
              </p:cNvPr>
              <p:cNvSpPr/>
              <p:nvPr/>
            </p:nvSpPr>
            <p:spPr>
              <a:xfrm>
                <a:off x="7022138" y="2689842"/>
                <a:ext cx="131708" cy="174015"/>
              </a:xfrm>
              <a:custGeom>
                <a:avLst/>
                <a:gdLst/>
                <a:ahLst/>
                <a:cxnLst/>
                <a:rect l="l" t="t" r="r" b="b"/>
                <a:pathLst>
                  <a:path w="6989" h="9234" extrusionOk="0">
                    <a:moveTo>
                      <a:pt x="3492" y="0"/>
                    </a:moveTo>
                    <a:cubicBezTo>
                      <a:pt x="1740" y="0"/>
                      <a:pt x="339" y="3271"/>
                      <a:pt x="339" y="5841"/>
                    </a:cubicBezTo>
                    <a:cubicBezTo>
                      <a:pt x="0" y="7646"/>
                      <a:pt x="1515" y="9234"/>
                      <a:pt x="3304" y="9234"/>
                    </a:cubicBezTo>
                    <a:cubicBezTo>
                      <a:pt x="3366" y="9234"/>
                      <a:pt x="3429" y="9232"/>
                      <a:pt x="3492" y="9228"/>
                    </a:cubicBezTo>
                    <a:cubicBezTo>
                      <a:pt x="3560" y="9232"/>
                      <a:pt x="3626" y="9234"/>
                      <a:pt x="3692" y="9234"/>
                    </a:cubicBezTo>
                    <a:cubicBezTo>
                      <a:pt x="5579" y="9234"/>
                      <a:pt x="6989" y="7646"/>
                      <a:pt x="6763" y="5841"/>
                    </a:cubicBezTo>
                    <a:cubicBezTo>
                      <a:pt x="6763" y="3271"/>
                      <a:pt x="5245" y="0"/>
                      <a:pt x="3492" y="0"/>
                    </a:cubicBez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105;p51">
                <a:extLst>
                  <a:ext uri="{FF2B5EF4-FFF2-40B4-BE49-F238E27FC236}">
                    <a16:creationId xmlns:a16="http://schemas.microsoft.com/office/drawing/2014/main" id="{3F297D6E-9894-7918-6757-8A527ABA3914}"/>
                  </a:ext>
                </a:extLst>
              </p:cNvPr>
              <p:cNvSpPr/>
              <p:nvPr/>
            </p:nvSpPr>
            <p:spPr>
              <a:xfrm>
                <a:off x="7244233" y="2095490"/>
                <a:ext cx="552517" cy="46246"/>
              </a:xfrm>
              <a:custGeom>
                <a:avLst/>
                <a:gdLst/>
                <a:ahLst/>
                <a:cxnLst/>
                <a:rect l="l" t="t" r="r" b="b"/>
                <a:pathLst>
                  <a:path w="29319" h="2454" extrusionOk="0">
                    <a:moveTo>
                      <a:pt x="1" y="1"/>
                    </a:moveTo>
                    <a:lnTo>
                      <a:pt x="1" y="2454"/>
                    </a:lnTo>
                    <a:lnTo>
                      <a:pt x="29319" y="2454"/>
                    </a:lnTo>
                    <a:lnTo>
                      <a:pt x="29319" y="1"/>
                    </a:ln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106;p51">
                <a:extLst>
                  <a:ext uri="{FF2B5EF4-FFF2-40B4-BE49-F238E27FC236}">
                    <a16:creationId xmlns:a16="http://schemas.microsoft.com/office/drawing/2014/main" id="{AD11D82B-3F57-0FF8-E6CC-A704DB3A3569}"/>
                  </a:ext>
                </a:extLst>
              </p:cNvPr>
              <p:cNvSpPr/>
              <p:nvPr/>
            </p:nvSpPr>
            <p:spPr>
              <a:xfrm>
                <a:off x="7660270" y="2058081"/>
                <a:ext cx="189336" cy="121079"/>
              </a:xfrm>
              <a:custGeom>
                <a:avLst/>
                <a:gdLst/>
                <a:ahLst/>
                <a:cxnLst/>
                <a:rect l="l" t="t" r="r" b="b"/>
                <a:pathLst>
                  <a:path w="10047" h="6425" extrusionOk="0">
                    <a:moveTo>
                      <a:pt x="5841" y="0"/>
                    </a:moveTo>
                    <a:cubicBezTo>
                      <a:pt x="3272" y="0"/>
                      <a:pt x="1" y="1518"/>
                      <a:pt x="1" y="3154"/>
                    </a:cubicBezTo>
                    <a:cubicBezTo>
                      <a:pt x="1" y="4906"/>
                      <a:pt x="3272" y="6424"/>
                      <a:pt x="5841" y="6424"/>
                    </a:cubicBezTo>
                    <a:cubicBezTo>
                      <a:pt x="10046" y="6424"/>
                      <a:pt x="10046" y="0"/>
                      <a:pt x="5841" y="0"/>
                    </a:cubicBez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107;p51">
                <a:extLst>
                  <a:ext uri="{FF2B5EF4-FFF2-40B4-BE49-F238E27FC236}">
                    <a16:creationId xmlns:a16="http://schemas.microsoft.com/office/drawing/2014/main" id="{69BED587-F99A-15A4-8C44-9581AEFD2561}"/>
                  </a:ext>
                </a:extLst>
              </p:cNvPr>
              <p:cNvSpPr/>
              <p:nvPr/>
            </p:nvSpPr>
            <p:spPr>
              <a:xfrm>
                <a:off x="6381329" y="2095490"/>
                <a:ext cx="552517" cy="46246"/>
              </a:xfrm>
              <a:custGeom>
                <a:avLst/>
                <a:gdLst/>
                <a:ahLst/>
                <a:cxnLst/>
                <a:rect l="l" t="t" r="r" b="b"/>
                <a:pathLst>
                  <a:path w="29319" h="2454" extrusionOk="0">
                    <a:moveTo>
                      <a:pt x="1" y="1"/>
                    </a:moveTo>
                    <a:lnTo>
                      <a:pt x="1" y="2454"/>
                    </a:lnTo>
                    <a:lnTo>
                      <a:pt x="29319" y="2454"/>
                    </a:lnTo>
                    <a:lnTo>
                      <a:pt x="29319" y="1"/>
                    </a:ln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108;p51">
                <a:extLst>
                  <a:ext uri="{FF2B5EF4-FFF2-40B4-BE49-F238E27FC236}">
                    <a16:creationId xmlns:a16="http://schemas.microsoft.com/office/drawing/2014/main" id="{6C422FB3-8C72-97C6-56CA-95A87C274D39}"/>
                  </a:ext>
                </a:extLst>
              </p:cNvPr>
              <p:cNvSpPr/>
              <p:nvPr/>
            </p:nvSpPr>
            <p:spPr>
              <a:xfrm>
                <a:off x="6326300" y="2058081"/>
                <a:ext cx="191522" cy="121079"/>
              </a:xfrm>
              <a:custGeom>
                <a:avLst/>
                <a:gdLst/>
                <a:ahLst/>
                <a:cxnLst/>
                <a:rect l="l" t="t" r="r" b="b"/>
                <a:pathLst>
                  <a:path w="10163" h="6425" extrusionOk="0">
                    <a:moveTo>
                      <a:pt x="4322" y="0"/>
                    </a:moveTo>
                    <a:cubicBezTo>
                      <a:pt x="1" y="0"/>
                      <a:pt x="1" y="6424"/>
                      <a:pt x="4322" y="6424"/>
                    </a:cubicBezTo>
                    <a:cubicBezTo>
                      <a:pt x="6775" y="6424"/>
                      <a:pt x="10163" y="4906"/>
                      <a:pt x="10163" y="3154"/>
                    </a:cubicBezTo>
                    <a:cubicBezTo>
                      <a:pt x="10163" y="1518"/>
                      <a:pt x="6892" y="0"/>
                      <a:pt x="4322" y="0"/>
                    </a:cubicBez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09;p51">
                <a:extLst>
                  <a:ext uri="{FF2B5EF4-FFF2-40B4-BE49-F238E27FC236}">
                    <a16:creationId xmlns:a16="http://schemas.microsoft.com/office/drawing/2014/main" id="{6FA8D297-31EF-D3B4-BFB5-63D9B1D08FD6}"/>
                  </a:ext>
                </a:extLst>
              </p:cNvPr>
              <p:cNvSpPr/>
              <p:nvPr/>
            </p:nvSpPr>
            <p:spPr>
              <a:xfrm>
                <a:off x="7180403" y="1600208"/>
                <a:ext cx="424842" cy="424842"/>
              </a:xfrm>
              <a:custGeom>
                <a:avLst/>
                <a:gdLst/>
                <a:ahLst/>
                <a:cxnLst/>
                <a:rect l="l" t="t" r="r" b="b"/>
                <a:pathLst>
                  <a:path w="22544" h="22544" extrusionOk="0">
                    <a:moveTo>
                      <a:pt x="20792" y="0"/>
                    </a:moveTo>
                    <a:lnTo>
                      <a:pt x="0" y="20792"/>
                    </a:lnTo>
                    <a:lnTo>
                      <a:pt x="1869" y="22544"/>
                    </a:lnTo>
                    <a:lnTo>
                      <a:pt x="22544" y="1869"/>
                    </a:lnTo>
                    <a:lnTo>
                      <a:pt x="20792" y="0"/>
                    </a:ln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10;p51">
                <a:extLst>
                  <a:ext uri="{FF2B5EF4-FFF2-40B4-BE49-F238E27FC236}">
                    <a16:creationId xmlns:a16="http://schemas.microsoft.com/office/drawing/2014/main" id="{E4B46069-98CC-B0ED-F8EA-428C99EAAF23}"/>
                  </a:ext>
                </a:extLst>
              </p:cNvPr>
              <p:cNvSpPr/>
              <p:nvPr/>
            </p:nvSpPr>
            <p:spPr>
              <a:xfrm>
                <a:off x="7470965" y="1574729"/>
                <a:ext cx="185341" cy="147575"/>
              </a:xfrm>
              <a:custGeom>
                <a:avLst/>
                <a:gdLst/>
                <a:ahLst/>
                <a:cxnLst/>
                <a:rect l="l" t="t" r="r" b="b"/>
                <a:pathLst>
                  <a:path w="9835" h="7831" extrusionOk="0">
                    <a:moveTo>
                      <a:pt x="5272" y="0"/>
                    </a:moveTo>
                    <a:cubicBezTo>
                      <a:pt x="4525" y="0"/>
                      <a:pt x="3743" y="296"/>
                      <a:pt x="3038" y="1002"/>
                    </a:cubicBezTo>
                    <a:cubicBezTo>
                      <a:pt x="1169" y="2754"/>
                      <a:pt x="1" y="6141"/>
                      <a:pt x="1169" y="7309"/>
                    </a:cubicBezTo>
                    <a:cubicBezTo>
                      <a:pt x="1532" y="7673"/>
                      <a:pt x="2054" y="7831"/>
                      <a:pt x="2658" y="7831"/>
                    </a:cubicBezTo>
                    <a:cubicBezTo>
                      <a:pt x="4191" y="7831"/>
                      <a:pt x="6252" y="6814"/>
                      <a:pt x="7593" y="5557"/>
                    </a:cubicBezTo>
                    <a:cubicBezTo>
                      <a:pt x="9835" y="3226"/>
                      <a:pt x="7740" y="0"/>
                      <a:pt x="5272" y="0"/>
                    </a:cubicBez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11;p51">
                <a:extLst>
                  <a:ext uri="{FF2B5EF4-FFF2-40B4-BE49-F238E27FC236}">
                    <a16:creationId xmlns:a16="http://schemas.microsoft.com/office/drawing/2014/main" id="{3F086877-709C-568B-72E3-D1AE4AB74B23}"/>
                  </a:ext>
                </a:extLst>
              </p:cNvPr>
              <p:cNvSpPr/>
              <p:nvPr/>
            </p:nvSpPr>
            <p:spPr>
              <a:xfrm>
                <a:off x="6570653" y="2212163"/>
                <a:ext cx="424842" cy="422656"/>
              </a:xfrm>
              <a:custGeom>
                <a:avLst/>
                <a:gdLst/>
                <a:ahLst/>
                <a:cxnLst/>
                <a:rect l="l" t="t" r="r" b="b"/>
                <a:pathLst>
                  <a:path w="22544" h="22428" extrusionOk="0">
                    <a:moveTo>
                      <a:pt x="20791" y="0"/>
                    </a:moveTo>
                    <a:lnTo>
                      <a:pt x="0" y="20675"/>
                    </a:lnTo>
                    <a:lnTo>
                      <a:pt x="1752" y="22427"/>
                    </a:lnTo>
                    <a:lnTo>
                      <a:pt x="22544" y="1753"/>
                    </a:lnTo>
                    <a:lnTo>
                      <a:pt x="20791" y="0"/>
                    </a:ln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12;p51">
                <a:extLst>
                  <a:ext uri="{FF2B5EF4-FFF2-40B4-BE49-F238E27FC236}">
                    <a16:creationId xmlns:a16="http://schemas.microsoft.com/office/drawing/2014/main" id="{6F32719E-FC3A-4AB5-74C3-D0BCD1BDC72B}"/>
                  </a:ext>
                </a:extLst>
              </p:cNvPr>
              <p:cNvSpPr/>
              <p:nvPr/>
            </p:nvSpPr>
            <p:spPr>
              <a:xfrm>
                <a:off x="6533225" y="2513730"/>
                <a:ext cx="173902" cy="151646"/>
              </a:xfrm>
              <a:custGeom>
                <a:avLst/>
                <a:gdLst/>
                <a:ahLst/>
                <a:cxnLst/>
                <a:rect l="l" t="t" r="r" b="b"/>
                <a:pathLst>
                  <a:path w="9228" h="8047" extrusionOk="0">
                    <a:moveTo>
                      <a:pt x="6545" y="0"/>
                    </a:moveTo>
                    <a:cubicBezTo>
                      <a:pt x="5025" y="0"/>
                      <a:pt x="2903" y="985"/>
                      <a:pt x="1636" y="2337"/>
                    </a:cubicBezTo>
                    <a:cubicBezTo>
                      <a:pt x="117" y="3505"/>
                      <a:pt x="0" y="5724"/>
                      <a:pt x="1519" y="7009"/>
                    </a:cubicBezTo>
                    <a:cubicBezTo>
                      <a:pt x="2091" y="7696"/>
                      <a:pt x="2944" y="8046"/>
                      <a:pt x="3802" y="8046"/>
                    </a:cubicBezTo>
                    <a:cubicBezTo>
                      <a:pt x="4696" y="8046"/>
                      <a:pt x="5595" y="7667"/>
                      <a:pt x="6191" y="6892"/>
                    </a:cubicBezTo>
                    <a:cubicBezTo>
                      <a:pt x="7943" y="5140"/>
                      <a:pt x="9228" y="1753"/>
                      <a:pt x="7943" y="468"/>
                    </a:cubicBezTo>
                    <a:cubicBezTo>
                      <a:pt x="7620" y="145"/>
                      <a:pt x="7126" y="0"/>
                      <a:pt x="6545" y="0"/>
                    </a:cubicBez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13;p51">
                <a:extLst>
                  <a:ext uri="{FF2B5EF4-FFF2-40B4-BE49-F238E27FC236}">
                    <a16:creationId xmlns:a16="http://schemas.microsoft.com/office/drawing/2014/main" id="{6DDF372F-60F4-75F7-D6C9-6A25EEA9246B}"/>
                  </a:ext>
                </a:extLst>
              </p:cNvPr>
              <p:cNvSpPr/>
              <p:nvPr/>
            </p:nvSpPr>
            <p:spPr>
              <a:xfrm>
                <a:off x="7182608" y="2212163"/>
                <a:ext cx="422637" cy="422656"/>
              </a:xfrm>
              <a:custGeom>
                <a:avLst/>
                <a:gdLst/>
                <a:ahLst/>
                <a:cxnLst/>
                <a:rect l="l" t="t" r="r" b="b"/>
                <a:pathLst>
                  <a:path w="22427" h="22428" extrusionOk="0">
                    <a:moveTo>
                      <a:pt x="1752" y="0"/>
                    </a:moveTo>
                    <a:lnTo>
                      <a:pt x="0" y="1753"/>
                    </a:lnTo>
                    <a:lnTo>
                      <a:pt x="20675" y="22427"/>
                    </a:lnTo>
                    <a:lnTo>
                      <a:pt x="22427" y="20675"/>
                    </a:lnTo>
                    <a:lnTo>
                      <a:pt x="1752" y="0"/>
                    </a:ln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14;p51">
                <a:extLst>
                  <a:ext uri="{FF2B5EF4-FFF2-40B4-BE49-F238E27FC236}">
                    <a16:creationId xmlns:a16="http://schemas.microsoft.com/office/drawing/2014/main" id="{5D227E5A-ACEE-8D61-7E61-BC76517BB67A}"/>
                  </a:ext>
                </a:extLst>
              </p:cNvPr>
              <p:cNvSpPr/>
              <p:nvPr/>
            </p:nvSpPr>
            <p:spPr>
              <a:xfrm>
                <a:off x="7468760" y="2513730"/>
                <a:ext cx="187037" cy="148762"/>
              </a:xfrm>
              <a:custGeom>
                <a:avLst/>
                <a:gdLst/>
                <a:ahLst/>
                <a:cxnLst/>
                <a:rect l="l" t="t" r="r" b="b"/>
                <a:pathLst>
                  <a:path w="9925" h="7894" extrusionOk="0">
                    <a:moveTo>
                      <a:pt x="2735" y="0"/>
                    </a:moveTo>
                    <a:cubicBezTo>
                      <a:pt x="2149" y="0"/>
                      <a:pt x="1641" y="145"/>
                      <a:pt x="1286" y="468"/>
                    </a:cubicBezTo>
                    <a:cubicBezTo>
                      <a:pt x="1" y="1753"/>
                      <a:pt x="1286" y="5140"/>
                      <a:pt x="3155" y="6892"/>
                    </a:cubicBezTo>
                    <a:cubicBezTo>
                      <a:pt x="3833" y="7598"/>
                      <a:pt x="4600" y="7894"/>
                      <a:pt x="5340" y="7894"/>
                    </a:cubicBezTo>
                    <a:cubicBezTo>
                      <a:pt x="7782" y="7894"/>
                      <a:pt x="9924" y="4668"/>
                      <a:pt x="7593" y="2337"/>
                    </a:cubicBezTo>
                    <a:cubicBezTo>
                      <a:pt x="6326" y="985"/>
                      <a:pt x="4265" y="0"/>
                      <a:pt x="2735" y="0"/>
                    </a:cubicBez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15;p51">
                <a:extLst>
                  <a:ext uri="{FF2B5EF4-FFF2-40B4-BE49-F238E27FC236}">
                    <a16:creationId xmlns:a16="http://schemas.microsoft.com/office/drawing/2014/main" id="{52995CCE-47FE-355B-F67F-EE4C291726AD}"/>
                  </a:ext>
                </a:extLst>
              </p:cNvPr>
              <p:cNvSpPr/>
              <p:nvPr/>
            </p:nvSpPr>
            <p:spPr>
              <a:xfrm>
                <a:off x="6570653" y="1600208"/>
                <a:ext cx="424842" cy="424842"/>
              </a:xfrm>
              <a:custGeom>
                <a:avLst/>
                <a:gdLst/>
                <a:ahLst/>
                <a:cxnLst/>
                <a:rect l="l" t="t" r="r" b="b"/>
                <a:pathLst>
                  <a:path w="22544" h="22544" extrusionOk="0">
                    <a:moveTo>
                      <a:pt x="1752" y="0"/>
                    </a:moveTo>
                    <a:lnTo>
                      <a:pt x="0" y="1869"/>
                    </a:lnTo>
                    <a:lnTo>
                      <a:pt x="20791" y="22544"/>
                    </a:lnTo>
                    <a:lnTo>
                      <a:pt x="22544" y="20792"/>
                    </a:lnTo>
                    <a:lnTo>
                      <a:pt x="1752" y="0"/>
                    </a:ln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16;p51">
                <a:extLst>
                  <a:ext uri="{FF2B5EF4-FFF2-40B4-BE49-F238E27FC236}">
                    <a16:creationId xmlns:a16="http://schemas.microsoft.com/office/drawing/2014/main" id="{5D82F8AA-BA99-7D69-B81C-461CFA18634C}"/>
                  </a:ext>
                </a:extLst>
              </p:cNvPr>
              <p:cNvSpPr/>
              <p:nvPr/>
            </p:nvSpPr>
            <p:spPr>
              <a:xfrm>
                <a:off x="6535430" y="1571865"/>
                <a:ext cx="171697" cy="150440"/>
              </a:xfrm>
              <a:custGeom>
                <a:avLst/>
                <a:gdLst/>
                <a:ahLst/>
                <a:cxnLst/>
                <a:rect l="l" t="t" r="r" b="b"/>
                <a:pathLst>
                  <a:path w="9111" h="7983" extrusionOk="0">
                    <a:moveTo>
                      <a:pt x="3730" y="0"/>
                    </a:moveTo>
                    <a:cubicBezTo>
                      <a:pt x="2885" y="0"/>
                      <a:pt x="2031" y="350"/>
                      <a:pt x="1402" y="1037"/>
                    </a:cubicBezTo>
                    <a:cubicBezTo>
                      <a:pt x="0" y="2322"/>
                      <a:pt x="0" y="4541"/>
                      <a:pt x="1519" y="5709"/>
                    </a:cubicBezTo>
                    <a:cubicBezTo>
                      <a:pt x="2775" y="6966"/>
                      <a:pt x="4874" y="7983"/>
                      <a:pt x="6391" y="7983"/>
                    </a:cubicBezTo>
                    <a:cubicBezTo>
                      <a:pt x="6988" y="7983"/>
                      <a:pt x="7496" y="7825"/>
                      <a:pt x="7826" y="7461"/>
                    </a:cubicBezTo>
                    <a:cubicBezTo>
                      <a:pt x="9111" y="6293"/>
                      <a:pt x="7826" y="2906"/>
                      <a:pt x="6074" y="1154"/>
                    </a:cubicBezTo>
                    <a:cubicBezTo>
                      <a:pt x="5478" y="380"/>
                      <a:pt x="4609" y="0"/>
                      <a:pt x="3730" y="0"/>
                    </a:cubicBezTo>
                    <a:close/>
                  </a:path>
                </a:pathLst>
              </a:custGeom>
              <a:solidFill>
                <a:schemeClr val="accent2"/>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1117;p51">
              <a:extLst>
                <a:ext uri="{FF2B5EF4-FFF2-40B4-BE49-F238E27FC236}">
                  <a16:creationId xmlns:a16="http://schemas.microsoft.com/office/drawing/2014/main" id="{63AAC4A7-80EB-14AB-313A-502D4732AAE3}"/>
                </a:ext>
              </a:extLst>
            </p:cNvPr>
            <p:cNvSpPr/>
            <p:nvPr/>
          </p:nvSpPr>
          <p:spPr>
            <a:xfrm>
              <a:off x="6504599" y="1680717"/>
              <a:ext cx="1021380" cy="874841"/>
            </a:xfrm>
            <a:custGeom>
              <a:avLst/>
              <a:gdLst/>
              <a:ahLst/>
              <a:cxnLst/>
              <a:rect l="l" t="t" r="r" b="b"/>
              <a:pathLst>
                <a:path w="54199" h="46423" extrusionOk="0">
                  <a:moveTo>
                    <a:pt x="30954" y="1335"/>
                  </a:moveTo>
                  <a:cubicBezTo>
                    <a:pt x="43102" y="1335"/>
                    <a:pt x="52914" y="11147"/>
                    <a:pt x="52914" y="23178"/>
                  </a:cubicBezTo>
                  <a:cubicBezTo>
                    <a:pt x="52914" y="36388"/>
                    <a:pt x="42092" y="45152"/>
                    <a:pt x="30825" y="45152"/>
                  </a:cubicBezTo>
                  <a:cubicBezTo>
                    <a:pt x="25456" y="45152"/>
                    <a:pt x="19985" y="43162"/>
                    <a:pt x="15536" y="38713"/>
                  </a:cubicBezTo>
                  <a:cubicBezTo>
                    <a:pt x="1753" y="24930"/>
                    <a:pt x="11448" y="1335"/>
                    <a:pt x="30954" y="1335"/>
                  </a:cubicBezTo>
                  <a:close/>
                  <a:moveTo>
                    <a:pt x="30812" y="0"/>
                  </a:moveTo>
                  <a:cubicBezTo>
                    <a:pt x="25119" y="0"/>
                    <a:pt x="19318" y="2109"/>
                    <a:pt x="14602" y="6825"/>
                  </a:cubicBezTo>
                  <a:cubicBezTo>
                    <a:pt x="1" y="21426"/>
                    <a:pt x="10397" y="46422"/>
                    <a:pt x="30954" y="46422"/>
                  </a:cubicBezTo>
                  <a:cubicBezTo>
                    <a:pt x="43803" y="46305"/>
                    <a:pt x="54082" y="36026"/>
                    <a:pt x="54199" y="23178"/>
                  </a:cubicBezTo>
                  <a:cubicBezTo>
                    <a:pt x="54199" y="9260"/>
                    <a:pt x="42743" y="0"/>
                    <a:pt x="30812" y="0"/>
                  </a:cubicBezTo>
                  <a:close/>
                </a:path>
              </a:pathLst>
            </a:custGeom>
            <a:solidFill>
              <a:schemeClr val="accent1"/>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18;p51">
              <a:extLst>
                <a:ext uri="{FF2B5EF4-FFF2-40B4-BE49-F238E27FC236}">
                  <a16:creationId xmlns:a16="http://schemas.microsoft.com/office/drawing/2014/main" id="{C3729000-EEF5-F80B-64FB-09B2405847F8}"/>
                </a:ext>
              </a:extLst>
            </p:cNvPr>
            <p:cNvSpPr/>
            <p:nvPr/>
          </p:nvSpPr>
          <p:spPr>
            <a:xfrm>
              <a:off x="6848004" y="1939486"/>
              <a:ext cx="420451" cy="360731"/>
            </a:xfrm>
            <a:custGeom>
              <a:avLst/>
              <a:gdLst/>
              <a:ahLst/>
              <a:cxnLst/>
              <a:rect l="l" t="t" r="r" b="b"/>
              <a:pathLst>
                <a:path w="22311" h="19142" extrusionOk="0">
                  <a:moveTo>
                    <a:pt x="12939" y="2552"/>
                  </a:moveTo>
                  <a:cubicBezTo>
                    <a:pt x="16812" y="2552"/>
                    <a:pt x="19856" y="5776"/>
                    <a:pt x="19741" y="9564"/>
                  </a:cubicBezTo>
                  <a:cubicBezTo>
                    <a:pt x="19741" y="13777"/>
                    <a:pt x="16277" y="16584"/>
                    <a:pt x="12666" y="16584"/>
                  </a:cubicBezTo>
                  <a:cubicBezTo>
                    <a:pt x="10971" y="16584"/>
                    <a:pt x="9244" y="15966"/>
                    <a:pt x="7827" y="14586"/>
                  </a:cubicBezTo>
                  <a:cubicBezTo>
                    <a:pt x="3388" y="10148"/>
                    <a:pt x="6542" y="2555"/>
                    <a:pt x="12732" y="2555"/>
                  </a:cubicBezTo>
                  <a:cubicBezTo>
                    <a:pt x="12801" y="2553"/>
                    <a:pt x="12870" y="2552"/>
                    <a:pt x="12939" y="2552"/>
                  </a:cubicBezTo>
                  <a:close/>
                  <a:moveTo>
                    <a:pt x="12710" y="0"/>
                  </a:moveTo>
                  <a:cubicBezTo>
                    <a:pt x="10375" y="0"/>
                    <a:pt x="7999" y="864"/>
                    <a:pt x="6074" y="2789"/>
                  </a:cubicBezTo>
                  <a:cubicBezTo>
                    <a:pt x="1" y="8863"/>
                    <a:pt x="4322" y="19142"/>
                    <a:pt x="12732" y="19142"/>
                  </a:cubicBezTo>
                  <a:cubicBezTo>
                    <a:pt x="17989" y="19025"/>
                    <a:pt x="22311" y="14820"/>
                    <a:pt x="22311" y="9564"/>
                  </a:cubicBezTo>
                  <a:cubicBezTo>
                    <a:pt x="22311" y="3792"/>
                    <a:pt x="17601" y="0"/>
                    <a:pt x="12710" y="0"/>
                  </a:cubicBezTo>
                  <a:close/>
                </a:path>
              </a:pathLst>
            </a:custGeom>
            <a:solidFill>
              <a:schemeClr val="accent3"/>
            </a:solidFill>
            <a:ln>
              <a:solidFill>
                <a:schemeClr val="accent1">
                  <a:lumMod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68">
          <a:extLst>
            <a:ext uri="{FF2B5EF4-FFF2-40B4-BE49-F238E27FC236}">
              <a16:creationId xmlns:a16="http://schemas.microsoft.com/office/drawing/2014/main" id="{5EADB844-432B-7AB5-550A-7D8D9E525D18}"/>
            </a:ext>
          </a:extLst>
        </p:cNvPr>
        <p:cNvGrpSpPr/>
        <p:nvPr/>
      </p:nvGrpSpPr>
      <p:grpSpPr>
        <a:xfrm>
          <a:off x="0" y="0"/>
          <a:ext cx="0" cy="0"/>
          <a:chOff x="0" y="0"/>
          <a:chExt cx="0" cy="0"/>
        </a:xfrm>
      </p:grpSpPr>
      <p:sp>
        <p:nvSpPr>
          <p:cNvPr id="770" name="Google Shape;770;p46">
            <a:extLst>
              <a:ext uri="{FF2B5EF4-FFF2-40B4-BE49-F238E27FC236}">
                <a16:creationId xmlns:a16="http://schemas.microsoft.com/office/drawing/2014/main" id="{AAC7BD9D-B674-E164-0E1C-7DF03EF39A07}"/>
              </a:ext>
            </a:extLst>
          </p:cNvPr>
          <p:cNvSpPr txBox="1">
            <a:spLocks noGrp="1"/>
          </p:cNvSpPr>
          <p:nvPr>
            <p:ph type="title"/>
          </p:nvPr>
        </p:nvSpPr>
        <p:spPr>
          <a:xfrm>
            <a:off x="950967" y="716800"/>
            <a:ext cx="7192318" cy="571600"/>
          </a:xfrm>
          <a:prstGeom prst="rect">
            <a:avLst/>
          </a:prstGeom>
        </p:spPr>
        <p:txBody>
          <a:bodyPr spcFirstLastPara="1" wrap="square" lIns="121900" tIns="121900" rIns="121900" bIns="121900" anchor="ctr" anchorCtr="0">
            <a:noAutofit/>
          </a:bodyPr>
          <a:lstStyle/>
          <a:p>
            <a:r>
              <a:rPr lang="en" sz="4000"/>
              <a:t>— </a:t>
            </a:r>
            <a:r>
              <a:rPr lang="en-US" sz="4000"/>
              <a:t>Interpretation of Findings </a:t>
            </a:r>
            <a:r>
              <a:rPr lang="en" sz="4000"/>
              <a:t>—</a:t>
            </a:r>
            <a:endParaRPr sz="4000"/>
          </a:p>
        </p:txBody>
      </p:sp>
      <p:grpSp>
        <p:nvGrpSpPr>
          <p:cNvPr id="771" name="Google Shape;771;p46">
            <a:extLst>
              <a:ext uri="{FF2B5EF4-FFF2-40B4-BE49-F238E27FC236}">
                <a16:creationId xmlns:a16="http://schemas.microsoft.com/office/drawing/2014/main" id="{BFDBBEBD-95A5-B2B3-5DD0-B47797E836E8}"/>
              </a:ext>
            </a:extLst>
          </p:cNvPr>
          <p:cNvGrpSpPr/>
          <p:nvPr/>
        </p:nvGrpSpPr>
        <p:grpSpPr>
          <a:xfrm>
            <a:off x="-2457658" y="716800"/>
            <a:ext cx="26973244" cy="6220913"/>
            <a:chOff x="-2297475" y="537601"/>
            <a:chExt cx="20229933" cy="4665685"/>
          </a:xfrm>
        </p:grpSpPr>
        <p:grpSp>
          <p:nvGrpSpPr>
            <p:cNvPr id="772" name="Google Shape;772;p46">
              <a:extLst>
                <a:ext uri="{FF2B5EF4-FFF2-40B4-BE49-F238E27FC236}">
                  <a16:creationId xmlns:a16="http://schemas.microsoft.com/office/drawing/2014/main" id="{9A19F7CE-01CC-8413-B581-BD361BBD2C43}"/>
                </a:ext>
              </a:extLst>
            </p:cNvPr>
            <p:cNvGrpSpPr/>
            <p:nvPr/>
          </p:nvGrpSpPr>
          <p:grpSpPr>
            <a:xfrm>
              <a:off x="4752928" y="537601"/>
              <a:ext cx="13179530" cy="4066300"/>
              <a:chOff x="4412659" y="539583"/>
              <a:chExt cx="13108743" cy="4044460"/>
            </a:xfrm>
          </p:grpSpPr>
          <p:sp>
            <p:nvSpPr>
              <p:cNvPr id="773" name="Google Shape;773;p46">
                <a:extLst>
                  <a:ext uri="{FF2B5EF4-FFF2-40B4-BE49-F238E27FC236}">
                    <a16:creationId xmlns:a16="http://schemas.microsoft.com/office/drawing/2014/main" id="{2BDBA0B2-FBC7-0B68-0DDD-8D6279186BE0}"/>
                  </a:ext>
                </a:extLst>
              </p:cNvPr>
              <p:cNvSpPr/>
              <p:nvPr/>
            </p:nvSpPr>
            <p:spPr>
              <a:xfrm>
                <a:off x="7654250" y="905375"/>
                <a:ext cx="1218325" cy="892575"/>
              </a:xfrm>
              <a:custGeom>
                <a:avLst/>
                <a:gdLst/>
                <a:ahLst/>
                <a:cxnLst/>
                <a:rect l="l" t="t" r="r" b="b"/>
                <a:pathLst>
                  <a:path w="48733" h="35703" extrusionOk="0">
                    <a:moveTo>
                      <a:pt x="47209" y="10702"/>
                    </a:moveTo>
                    <a:cubicBezTo>
                      <a:pt x="48732" y="6134"/>
                      <a:pt x="43402" y="2327"/>
                      <a:pt x="39553" y="5245"/>
                    </a:cubicBezTo>
                    <a:cubicBezTo>
                      <a:pt x="36084" y="0"/>
                      <a:pt x="28089" y="973"/>
                      <a:pt x="26016" y="6938"/>
                    </a:cubicBezTo>
                    <a:cubicBezTo>
                      <a:pt x="18782" y="42"/>
                      <a:pt x="6980" y="6388"/>
                      <a:pt x="8672" y="16202"/>
                    </a:cubicBezTo>
                    <a:cubicBezTo>
                      <a:pt x="2538" y="18021"/>
                      <a:pt x="0" y="25339"/>
                      <a:pt x="3723" y="30500"/>
                    </a:cubicBezTo>
                    <a:cubicBezTo>
                      <a:pt x="7445" y="35703"/>
                      <a:pt x="15187" y="35703"/>
                      <a:pt x="18867" y="30457"/>
                    </a:cubicBezTo>
                    <a:cubicBezTo>
                      <a:pt x="21321" y="33334"/>
                      <a:pt x="25424" y="34138"/>
                      <a:pt x="28808" y="32403"/>
                    </a:cubicBezTo>
                    <a:cubicBezTo>
                      <a:pt x="32150" y="30669"/>
                      <a:pt x="33884" y="26862"/>
                      <a:pt x="32996" y="23181"/>
                    </a:cubicBezTo>
                    <a:cubicBezTo>
                      <a:pt x="38537" y="24747"/>
                      <a:pt x="43529" y="19417"/>
                      <a:pt x="41583" y="14002"/>
                    </a:cubicBezTo>
                    <a:cubicBezTo>
                      <a:pt x="44037" y="14467"/>
                      <a:pt x="46406" y="13071"/>
                      <a:pt x="47209" y="10702"/>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774" name="Google Shape;774;p46">
                <a:extLst>
                  <a:ext uri="{FF2B5EF4-FFF2-40B4-BE49-F238E27FC236}">
                    <a16:creationId xmlns:a16="http://schemas.microsoft.com/office/drawing/2014/main" id="{7D584815-8645-114C-A208-1785E07FDFFF}"/>
                  </a:ext>
                </a:extLst>
              </p:cNvPr>
              <p:cNvSpPr/>
              <p:nvPr/>
            </p:nvSpPr>
            <p:spPr>
              <a:xfrm>
                <a:off x="5886825" y="590675"/>
                <a:ext cx="9264925" cy="360350"/>
              </a:xfrm>
              <a:custGeom>
                <a:avLst/>
                <a:gdLst/>
                <a:ahLst/>
                <a:cxnLst/>
                <a:rect l="l" t="t" r="r" b="b"/>
                <a:pathLst>
                  <a:path w="370597" h="14414" extrusionOk="0">
                    <a:moveTo>
                      <a:pt x="0" y="265"/>
                    </a:moveTo>
                    <a:cubicBezTo>
                      <a:pt x="35139" y="2623"/>
                      <a:pt x="149066" y="14458"/>
                      <a:pt x="210832" y="14414"/>
                    </a:cubicBezTo>
                    <a:cubicBezTo>
                      <a:pt x="272598" y="14370"/>
                      <a:pt x="343970" y="2402"/>
                      <a:pt x="370597" y="0"/>
                    </a:cubicBezTo>
                  </a:path>
                </a:pathLst>
              </a:custGeom>
              <a:noFill/>
              <a:ln w="9525" cap="flat" cmpd="sng">
                <a:solidFill>
                  <a:srgbClr val="FFFFFF"/>
                </a:solidFill>
                <a:prstDash val="solid"/>
                <a:round/>
                <a:headEnd type="none" w="med" len="med"/>
                <a:tailEnd type="none" w="med" len="med"/>
              </a:ln>
            </p:spPr>
            <p:txBody>
              <a:bodyPr/>
              <a:lstStyle/>
              <a:p>
                <a:endParaRPr lang="en-US" sz="1867"/>
              </a:p>
            </p:txBody>
          </p:sp>
          <p:cxnSp>
            <p:nvCxnSpPr>
              <p:cNvPr id="775" name="Google Shape;775;p46">
                <a:extLst>
                  <a:ext uri="{FF2B5EF4-FFF2-40B4-BE49-F238E27FC236}">
                    <a16:creationId xmlns:a16="http://schemas.microsoft.com/office/drawing/2014/main" id="{FB46959D-01D4-A5FC-F671-C1BCFD8ACD8C}"/>
                  </a:ext>
                </a:extLst>
              </p:cNvPr>
              <p:cNvCxnSpPr/>
              <p:nvPr/>
            </p:nvCxnSpPr>
            <p:spPr>
              <a:xfrm rot="10800000" flipH="1">
                <a:off x="4981780" y="577525"/>
                <a:ext cx="905100" cy="2334300"/>
              </a:xfrm>
              <a:prstGeom prst="straightConnector1">
                <a:avLst/>
              </a:prstGeom>
              <a:noFill/>
              <a:ln w="9525" cap="flat" cmpd="sng">
                <a:solidFill>
                  <a:srgbClr val="FFFFFF"/>
                </a:solidFill>
                <a:prstDash val="solid"/>
                <a:round/>
                <a:headEnd type="none" w="med" len="med"/>
                <a:tailEnd type="none" w="med" len="med"/>
              </a:ln>
            </p:spPr>
          </p:cxnSp>
          <p:cxnSp>
            <p:nvCxnSpPr>
              <p:cNvPr id="776" name="Google Shape;776;p46">
                <a:extLst>
                  <a:ext uri="{FF2B5EF4-FFF2-40B4-BE49-F238E27FC236}">
                    <a16:creationId xmlns:a16="http://schemas.microsoft.com/office/drawing/2014/main" id="{57741B95-958C-EAB0-906A-7496B59E74E7}"/>
                  </a:ext>
                </a:extLst>
              </p:cNvPr>
              <p:cNvCxnSpPr/>
              <p:nvPr/>
            </p:nvCxnSpPr>
            <p:spPr>
              <a:xfrm rot="10800000" flipH="1">
                <a:off x="5545827" y="590702"/>
                <a:ext cx="341100" cy="2319600"/>
              </a:xfrm>
              <a:prstGeom prst="straightConnector1">
                <a:avLst/>
              </a:prstGeom>
              <a:noFill/>
              <a:ln w="9525" cap="flat" cmpd="sng">
                <a:solidFill>
                  <a:srgbClr val="FFFFFF"/>
                </a:solidFill>
                <a:prstDash val="solid"/>
                <a:round/>
                <a:headEnd type="none" w="med" len="med"/>
                <a:tailEnd type="none" w="med" len="med"/>
              </a:ln>
            </p:spPr>
          </p:cxnSp>
          <p:cxnSp>
            <p:nvCxnSpPr>
              <p:cNvPr id="777" name="Google Shape;777;p46">
                <a:extLst>
                  <a:ext uri="{FF2B5EF4-FFF2-40B4-BE49-F238E27FC236}">
                    <a16:creationId xmlns:a16="http://schemas.microsoft.com/office/drawing/2014/main" id="{3125DCD5-7E39-544F-145B-3AEBB9490391}"/>
                  </a:ext>
                </a:extLst>
              </p:cNvPr>
              <p:cNvCxnSpPr/>
              <p:nvPr/>
            </p:nvCxnSpPr>
            <p:spPr>
              <a:xfrm rot="10800000">
                <a:off x="5872175" y="539583"/>
                <a:ext cx="734918" cy="2407770"/>
              </a:xfrm>
              <a:prstGeom prst="straightConnector1">
                <a:avLst/>
              </a:prstGeom>
              <a:noFill/>
              <a:ln w="9525" cap="flat" cmpd="sng">
                <a:solidFill>
                  <a:schemeClr val="accent6"/>
                </a:solidFill>
                <a:prstDash val="solid"/>
                <a:round/>
                <a:headEnd type="none" w="med" len="med"/>
                <a:tailEnd type="oval" w="med" len="med"/>
              </a:ln>
            </p:spPr>
          </p:cxnSp>
          <p:cxnSp>
            <p:nvCxnSpPr>
              <p:cNvPr id="778" name="Google Shape;778;p46">
                <a:extLst>
                  <a:ext uri="{FF2B5EF4-FFF2-40B4-BE49-F238E27FC236}">
                    <a16:creationId xmlns:a16="http://schemas.microsoft.com/office/drawing/2014/main" id="{6E4BADDE-6CBD-97D8-2202-12A7B616C7F7}"/>
                  </a:ext>
                </a:extLst>
              </p:cNvPr>
              <p:cNvCxnSpPr/>
              <p:nvPr/>
            </p:nvCxnSpPr>
            <p:spPr>
              <a:xfrm rot="10800000">
                <a:off x="15171671" y="597325"/>
                <a:ext cx="1685700" cy="2314500"/>
              </a:xfrm>
              <a:prstGeom prst="straightConnector1">
                <a:avLst/>
              </a:prstGeom>
              <a:noFill/>
              <a:ln w="9525" cap="flat" cmpd="sng">
                <a:solidFill>
                  <a:srgbClr val="FFFFFF"/>
                </a:solidFill>
                <a:prstDash val="solid"/>
                <a:round/>
                <a:headEnd type="none" w="med" len="med"/>
                <a:tailEnd type="none" w="med" len="med"/>
              </a:ln>
            </p:spPr>
          </p:cxnSp>
          <p:cxnSp>
            <p:nvCxnSpPr>
              <p:cNvPr id="779" name="Google Shape;779;p46">
                <a:extLst>
                  <a:ext uri="{FF2B5EF4-FFF2-40B4-BE49-F238E27FC236}">
                    <a16:creationId xmlns:a16="http://schemas.microsoft.com/office/drawing/2014/main" id="{8521634F-C8C6-8D94-9389-F890FB95DC39}"/>
                  </a:ext>
                </a:extLst>
              </p:cNvPr>
              <p:cNvCxnSpPr/>
              <p:nvPr/>
            </p:nvCxnSpPr>
            <p:spPr>
              <a:xfrm rot="10800000">
                <a:off x="15158424" y="603902"/>
                <a:ext cx="1134900" cy="2306400"/>
              </a:xfrm>
              <a:prstGeom prst="straightConnector1">
                <a:avLst/>
              </a:prstGeom>
              <a:noFill/>
              <a:ln w="9525" cap="flat" cmpd="sng">
                <a:solidFill>
                  <a:srgbClr val="FFFFFF"/>
                </a:solidFill>
                <a:prstDash val="solid"/>
                <a:round/>
                <a:headEnd type="none" w="med" len="med"/>
                <a:tailEnd type="none" w="med" len="med"/>
              </a:ln>
            </p:spPr>
          </p:cxnSp>
          <p:cxnSp>
            <p:nvCxnSpPr>
              <p:cNvPr id="780" name="Google Shape;780;p46">
                <a:extLst>
                  <a:ext uri="{FF2B5EF4-FFF2-40B4-BE49-F238E27FC236}">
                    <a16:creationId xmlns:a16="http://schemas.microsoft.com/office/drawing/2014/main" id="{B410EAEC-B3BB-CCD6-1D9D-94F0CF247BEF}"/>
                  </a:ext>
                </a:extLst>
              </p:cNvPr>
              <p:cNvCxnSpPr/>
              <p:nvPr/>
            </p:nvCxnSpPr>
            <p:spPr>
              <a:xfrm rot="10800000">
                <a:off x="15136133" y="539583"/>
                <a:ext cx="734918" cy="2407770"/>
              </a:xfrm>
              <a:prstGeom prst="straightConnector1">
                <a:avLst/>
              </a:prstGeom>
              <a:noFill/>
              <a:ln w="9525" cap="flat" cmpd="sng">
                <a:solidFill>
                  <a:schemeClr val="accent6"/>
                </a:solidFill>
                <a:prstDash val="solid"/>
                <a:round/>
                <a:headEnd type="none" w="med" len="med"/>
                <a:tailEnd type="oval" w="med" len="med"/>
              </a:ln>
            </p:spPr>
          </p:cxnSp>
          <p:grpSp>
            <p:nvGrpSpPr>
              <p:cNvPr id="781" name="Google Shape;781;p46">
                <a:extLst>
                  <a:ext uri="{FF2B5EF4-FFF2-40B4-BE49-F238E27FC236}">
                    <a16:creationId xmlns:a16="http://schemas.microsoft.com/office/drawing/2014/main" id="{5F53E981-CE7F-99A4-D83B-D448B8F5F5D5}"/>
                  </a:ext>
                </a:extLst>
              </p:cNvPr>
              <p:cNvGrpSpPr/>
              <p:nvPr/>
            </p:nvGrpSpPr>
            <p:grpSpPr>
              <a:xfrm>
                <a:off x="4412659" y="2906077"/>
                <a:ext cx="13108743" cy="1677966"/>
                <a:chOff x="799450" y="3882200"/>
                <a:chExt cx="1937100" cy="247956"/>
              </a:xfrm>
            </p:grpSpPr>
            <p:grpSp>
              <p:nvGrpSpPr>
                <p:cNvPr id="782" name="Google Shape;782;p46">
                  <a:extLst>
                    <a:ext uri="{FF2B5EF4-FFF2-40B4-BE49-F238E27FC236}">
                      <a16:creationId xmlns:a16="http://schemas.microsoft.com/office/drawing/2014/main" id="{9CCB0AE8-5040-D1BD-371D-1041F9A72228}"/>
                    </a:ext>
                  </a:extLst>
                </p:cNvPr>
                <p:cNvGrpSpPr/>
                <p:nvPr/>
              </p:nvGrpSpPr>
              <p:grpSpPr>
                <a:xfrm>
                  <a:off x="799450" y="3932911"/>
                  <a:ext cx="1937100" cy="197245"/>
                  <a:chOff x="799450" y="3983869"/>
                  <a:chExt cx="1937100" cy="146379"/>
                </a:xfrm>
              </p:grpSpPr>
              <p:sp>
                <p:nvSpPr>
                  <p:cNvPr id="783" name="Google Shape;783;p46">
                    <a:extLst>
                      <a:ext uri="{FF2B5EF4-FFF2-40B4-BE49-F238E27FC236}">
                        <a16:creationId xmlns:a16="http://schemas.microsoft.com/office/drawing/2014/main" id="{ED538DA8-6DE5-6298-E9C9-1A787AD3AB95}"/>
                      </a:ext>
                    </a:extLst>
                  </p:cNvPr>
                  <p:cNvSpPr/>
                  <p:nvPr/>
                </p:nvSpPr>
                <p:spPr>
                  <a:xfrm rot="10800000">
                    <a:off x="814925" y="4056748"/>
                    <a:ext cx="1907400" cy="73500"/>
                  </a:xfrm>
                  <a:prstGeom prst="trapezoid">
                    <a:avLst>
                      <a:gd name="adj" fmla="val 15343"/>
                    </a:avLst>
                  </a:prstGeom>
                  <a:solidFill>
                    <a:schemeClr val="accent5"/>
                  </a:solidFill>
                  <a:ln>
                    <a:noFill/>
                  </a:ln>
                </p:spPr>
                <p:txBody>
                  <a:bodyPr spcFirstLastPara="1" wrap="square" lIns="121900" tIns="121900" rIns="121900" bIns="121900" anchor="ctr" anchorCtr="0">
                    <a:noAutofit/>
                  </a:bodyPr>
                  <a:lstStyle/>
                  <a:p>
                    <a:endParaRPr sz="1867"/>
                  </a:p>
                </p:txBody>
              </p:sp>
              <p:sp>
                <p:nvSpPr>
                  <p:cNvPr id="784" name="Google Shape;784;p46">
                    <a:extLst>
                      <a:ext uri="{FF2B5EF4-FFF2-40B4-BE49-F238E27FC236}">
                        <a16:creationId xmlns:a16="http://schemas.microsoft.com/office/drawing/2014/main" id="{C018C154-56DA-FF81-CDA4-C6E84627E6DA}"/>
                      </a:ext>
                    </a:extLst>
                  </p:cNvPr>
                  <p:cNvSpPr/>
                  <p:nvPr/>
                </p:nvSpPr>
                <p:spPr>
                  <a:xfrm rot="10800000">
                    <a:off x="799450" y="3983869"/>
                    <a:ext cx="1937100" cy="73500"/>
                  </a:xfrm>
                  <a:prstGeom prst="trapezoid">
                    <a:avLst>
                      <a:gd name="adj" fmla="val 15343"/>
                    </a:avLst>
                  </a:prstGeom>
                  <a:solidFill>
                    <a:schemeClr val="accent6"/>
                  </a:solidFill>
                  <a:ln>
                    <a:noFill/>
                  </a:ln>
                </p:spPr>
                <p:txBody>
                  <a:bodyPr spcFirstLastPara="1" wrap="square" lIns="121900" tIns="121900" rIns="121900" bIns="121900" anchor="ctr" anchorCtr="0">
                    <a:noAutofit/>
                  </a:bodyPr>
                  <a:lstStyle/>
                  <a:p>
                    <a:endParaRPr sz="1867"/>
                  </a:p>
                </p:txBody>
              </p:sp>
            </p:grpSp>
            <p:grpSp>
              <p:nvGrpSpPr>
                <p:cNvPr id="785" name="Google Shape;785;p46">
                  <a:extLst>
                    <a:ext uri="{FF2B5EF4-FFF2-40B4-BE49-F238E27FC236}">
                      <a16:creationId xmlns:a16="http://schemas.microsoft.com/office/drawing/2014/main" id="{36C46C0A-A4EB-B747-1762-21E0C649BE7D}"/>
                    </a:ext>
                  </a:extLst>
                </p:cNvPr>
                <p:cNvGrpSpPr/>
                <p:nvPr/>
              </p:nvGrpSpPr>
              <p:grpSpPr>
                <a:xfrm>
                  <a:off x="839650" y="3882200"/>
                  <a:ext cx="1842600" cy="50700"/>
                  <a:chOff x="839650" y="3882200"/>
                  <a:chExt cx="1842600" cy="50700"/>
                </a:xfrm>
              </p:grpSpPr>
              <p:sp>
                <p:nvSpPr>
                  <p:cNvPr id="786" name="Google Shape;786;p46">
                    <a:extLst>
                      <a:ext uri="{FF2B5EF4-FFF2-40B4-BE49-F238E27FC236}">
                        <a16:creationId xmlns:a16="http://schemas.microsoft.com/office/drawing/2014/main" id="{C0D60961-F6E8-2F4F-4DDD-E440FFA13680}"/>
                      </a:ext>
                    </a:extLst>
                  </p:cNvPr>
                  <p:cNvSpPr/>
                  <p:nvPr/>
                </p:nvSpPr>
                <p:spPr>
                  <a:xfrm>
                    <a:off x="839650" y="3882200"/>
                    <a:ext cx="1842600" cy="50700"/>
                  </a:xfrm>
                  <a:prstGeom prst="rect">
                    <a:avLst/>
                  </a:prstGeom>
                  <a:solidFill>
                    <a:srgbClr val="FFFFFF"/>
                  </a:solidFill>
                  <a:ln>
                    <a:noFill/>
                  </a:ln>
                </p:spPr>
                <p:txBody>
                  <a:bodyPr spcFirstLastPara="1" wrap="square" lIns="121900" tIns="121900" rIns="121900" bIns="121900" anchor="ctr" anchorCtr="0">
                    <a:noAutofit/>
                  </a:bodyPr>
                  <a:lstStyle/>
                  <a:p>
                    <a:endParaRPr sz="1867"/>
                  </a:p>
                </p:txBody>
              </p:sp>
              <p:grpSp>
                <p:nvGrpSpPr>
                  <p:cNvPr id="787" name="Google Shape;787;p46">
                    <a:extLst>
                      <a:ext uri="{FF2B5EF4-FFF2-40B4-BE49-F238E27FC236}">
                        <a16:creationId xmlns:a16="http://schemas.microsoft.com/office/drawing/2014/main" id="{D1CC9C10-516A-B601-5F07-F5FD42CDABAC}"/>
                      </a:ext>
                    </a:extLst>
                  </p:cNvPr>
                  <p:cNvGrpSpPr/>
                  <p:nvPr/>
                </p:nvGrpSpPr>
                <p:grpSpPr>
                  <a:xfrm>
                    <a:off x="869023" y="3894092"/>
                    <a:ext cx="1783854" cy="26904"/>
                    <a:chOff x="869023" y="3894092"/>
                    <a:chExt cx="1783854" cy="26904"/>
                  </a:xfrm>
                </p:grpSpPr>
                <p:sp>
                  <p:nvSpPr>
                    <p:cNvPr id="788" name="Google Shape;788;p46">
                      <a:extLst>
                        <a:ext uri="{FF2B5EF4-FFF2-40B4-BE49-F238E27FC236}">
                          <a16:creationId xmlns:a16="http://schemas.microsoft.com/office/drawing/2014/main" id="{318A25CD-4BCC-8198-E42F-55F14E116517}"/>
                        </a:ext>
                      </a:extLst>
                    </p:cNvPr>
                    <p:cNvSpPr/>
                    <p:nvPr/>
                  </p:nvSpPr>
                  <p:spPr>
                    <a:xfrm>
                      <a:off x="8690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89" name="Google Shape;789;p46">
                      <a:extLst>
                        <a:ext uri="{FF2B5EF4-FFF2-40B4-BE49-F238E27FC236}">
                          <a16:creationId xmlns:a16="http://schemas.microsoft.com/office/drawing/2014/main" id="{651F397D-AE41-5649-691B-C412B0ABED6B}"/>
                        </a:ext>
                      </a:extLst>
                    </p:cNvPr>
                    <p:cNvSpPr/>
                    <p:nvPr/>
                  </p:nvSpPr>
                  <p:spPr>
                    <a:xfrm>
                      <a:off x="9365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0" name="Google Shape;790;p46">
                      <a:extLst>
                        <a:ext uri="{FF2B5EF4-FFF2-40B4-BE49-F238E27FC236}">
                          <a16:creationId xmlns:a16="http://schemas.microsoft.com/office/drawing/2014/main" id="{3761E157-36B6-480F-3821-FCD3392C4460}"/>
                        </a:ext>
                      </a:extLst>
                    </p:cNvPr>
                    <p:cNvSpPr/>
                    <p:nvPr/>
                  </p:nvSpPr>
                  <p:spPr>
                    <a:xfrm>
                      <a:off x="10041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1" name="Google Shape;791;p46">
                      <a:extLst>
                        <a:ext uri="{FF2B5EF4-FFF2-40B4-BE49-F238E27FC236}">
                          <a16:creationId xmlns:a16="http://schemas.microsoft.com/office/drawing/2014/main" id="{A54E6848-F8E8-BCB6-92A4-D3B8E898BE79}"/>
                        </a:ext>
                      </a:extLst>
                    </p:cNvPr>
                    <p:cNvSpPr/>
                    <p:nvPr/>
                  </p:nvSpPr>
                  <p:spPr>
                    <a:xfrm>
                      <a:off x="10717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2" name="Google Shape;792;p46">
                      <a:extLst>
                        <a:ext uri="{FF2B5EF4-FFF2-40B4-BE49-F238E27FC236}">
                          <a16:creationId xmlns:a16="http://schemas.microsoft.com/office/drawing/2014/main" id="{2C3D3266-D6FB-CC27-E7AF-A56FA0E5B16F}"/>
                        </a:ext>
                      </a:extLst>
                    </p:cNvPr>
                    <p:cNvSpPr/>
                    <p:nvPr/>
                  </p:nvSpPr>
                  <p:spPr>
                    <a:xfrm>
                      <a:off x="11393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3" name="Google Shape;793;p46">
                      <a:extLst>
                        <a:ext uri="{FF2B5EF4-FFF2-40B4-BE49-F238E27FC236}">
                          <a16:creationId xmlns:a16="http://schemas.microsoft.com/office/drawing/2014/main" id="{B71DACB3-B5DF-3A1F-FED5-C80E9D37B9D7}"/>
                        </a:ext>
                      </a:extLst>
                    </p:cNvPr>
                    <p:cNvSpPr/>
                    <p:nvPr/>
                  </p:nvSpPr>
                  <p:spPr>
                    <a:xfrm>
                      <a:off x="12068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4" name="Google Shape;794;p46">
                      <a:extLst>
                        <a:ext uri="{FF2B5EF4-FFF2-40B4-BE49-F238E27FC236}">
                          <a16:creationId xmlns:a16="http://schemas.microsoft.com/office/drawing/2014/main" id="{EEB9F7F9-3791-81AA-F801-F1B0F4136EA8}"/>
                        </a:ext>
                      </a:extLst>
                    </p:cNvPr>
                    <p:cNvSpPr/>
                    <p:nvPr/>
                  </p:nvSpPr>
                  <p:spPr>
                    <a:xfrm>
                      <a:off x="12744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5" name="Google Shape;795;p46">
                      <a:extLst>
                        <a:ext uri="{FF2B5EF4-FFF2-40B4-BE49-F238E27FC236}">
                          <a16:creationId xmlns:a16="http://schemas.microsoft.com/office/drawing/2014/main" id="{1F8EE7C8-7178-DBB7-132C-3406370E3A0C}"/>
                        </a:ext>
                      </a:extLst>
                    </p:cNvPr>
                    <p:cNvSpPr/>
                    <p:nvPr/>
                  </p:nvSpPr>
                  <p:spPr>
                    <a:xfrm>
                      <a:off x="13420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6" name="Google Shape;796;p46">
                      <a:extLst>
                        <a:ext uri="{FF2B5EF4-FFF2-40B4-BE49-F238E27FC236}">
                          <a16:creationId xmlns:a16="http://schemas.microsoft.com/office/drawing/2014/main" id="{EDFE3662-CA9D-D380-1B90-BBF406F185C7}"/>
                        </a:ext>
                      </a:extLst>
                    </p:cNvPr>
                    <p:cNvSpPr/>
                    <p:nvPr/>
                  </p:nvSpPr>
                  <p:spPr>
                    <a:xfrm>
                      <a:off x="14096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7" name="Google Shape;797;p46">
                      <a:extLst>
                        <a:ext uri="{FF2B5EF4-FFF2-40B4-BE49-F238E27FC236}">
                          <a16:creationId xmlns:a16="http://schemas.microsoft.com/office/drawing/2014/main" id="{7370A807-1963-A692-6D4F-D661097B89A2}"/>
                        </a:ext>
                      </a:extLst>
                    </p:cNvPr>
                    <p:cNvSpPr/>
                    <p:nvPr/>
                  </p:nvSpPr>
                  <p:spPr>
                    <a:xfrm>
                      <a:off x="14771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8" name="Google Shape;798;p46">
                      <a:extLst>
                        <a:ext uri="{FF2B5EF4-FFF2-40B4-BE49-F238E27FC236}">
                          <a16:creationId xmlns:a16="http://schemas.microsoft.com/office/drawing/2014/main" id="{E6658597-25E3-EC5F-6BBF-1591D9BD72F0}"/>
                        </a:ext>
                      </a:extLst>
                    </p:cNvPr>
                    <p:cNvSpPr/>
                    <p:nvPr/>
                  </p:nvSpPr>
                  <p:spPr>
                    <a:xfrm>
                      <a:off x="15447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799" name="Google Shape;799;p46">
                      <a:extLst>
                        <a:ext uri="{FF2B5EF4-FFF2-40B4-BE49-F238E27FC236}">
                          <a16:creationId xmlns:a16="http://schemas.microsoft.com/office/drawing/2014/main" id="{DC22218D-55D5-9A95-2054-A4DFEBE5BE4D}"/>
                        </a:ext>
                      </a:extLst>
                    </p:cNvPr>
                    <p:cNvSpPr/>
                    <p:nvPr/>
                  </p:nvSpPr>
                  <p:spPr>
                    <a:xfrm>
                      <a:off x="16123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0" name="Google Shape;800;p46">
                      <a:extLst>
                        <a:ext uri="{FF2B5EF4-FFF2-40B4-BE49-F238E27FC236}">
                          <a16:creationId xmlns:a16="http://schemas.microsoft.com/office/drawing/2014/main" id="{556BC246-3E4F-9630-3D08-C440964E6140}"/>
                        </a:ext>
                      </a:extLst>
                    </p:cNvPr>
                    <p:cNvSpPr/>
                    <p:nvPr/>
                  </p:nvSpPr>
                  <p:spPr>
                    <a:xfrm>
                      <a:off x="16799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1" name="Google Shape;801;p46">
                      <a:extLst>
                        <a:ext uri="{FF2B5EF4-FFF2-40B4-BE49-F238E27FC236}">
                          <a16:creationId xmlns:a16="http://schemas.microsoft.com/office/drawing/2014/main" id="{35F39BF1-013C-D41F-EF83-0B0301F45B19}"/>
                        </a:ext>
                      </a:extLst>
                    </p:cNvPr>
                    <p:cNvSpPr/>
                    <p:nvPr/>
                  </p:nvSpPr>
                  <p:spPr>
                    <a:xfrm>
                      <a:off x="17474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2" name="Google Shape;802;p46">
                      <a:extLst>
                        <a:ext uri="{FF2B5EF4-FFF2-40B4-BE49-F238E27FC236}">
                          <a16:creationId xmlns:a16="http://schemas.microsoft.com/office/drawing/2014/main" id="{1CEFABF4-C602-91B3-D899-4E748812E2B5}"/>
                        </a:ext>
                      </a:extLst>
                    </p:cNvPr>
                    <p:cNvSpPr/>
                    <p:nvPr/>
                  </p:nvSpPr>
                  <p:spPr>
                    <a:xfrm>
                      <a:off x="18150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3" name="Google Shape;803;p46">
                      <a:extLst>
                        <a:ext uri="{FF2B5EF4-FFF2-40B4-BE49-F238E27FC236}">
                          <a16:creationId xmlns:a16="http://schemas.microsoft.com/office/drawing/2014/main" id="{FA4200D3-DECC-6AAC-7E67-2B1D544C657D}"/>
                        </a:ext>
                      </a:extLst>
                    </p:cNvPr>
                    <p:cNvSpPr/>
                    <p:nvPr/>
                  </p:nvSpPr>
                  <p:spPr>
                    <a:xfrm>
                      <a:off x="18826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4" name="Google Shape;804;p46">
                      <a:extLst>
                        <a:ext uri="{FF2B5EF4-FFF2-40B4-BE49-F238E27FC236}">
                          <a16:creationId xmlns:a16="http://schemas.microsoft.com/office/drawing/2014/main" id="{5B0B9D5C-C60D-F684-2082-47C85F4EF591}"/>
                        </a:ext>
                      </a:extLst>
                    </p:cNvPr>
                    <p:cNvSpPr/>
                    <p:nvPr/>
                  </p:nvSpPr>
                  <p:spPr>
                    <a:xfrm>
                      <a:off x="19502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5" name="Google Shape;805;p46">
                      <a:extLst>
                        <a:ext uri="{FF2B5EF4-FFF2-40B4-BE49-F238E27FC236}">
                          <a16:creationId xmlns:a16="http://schemas.microsoft.com/office/drawing/2014/main" id="{F13FE9FA-A084-DC0E-DAC2-D4C697FE72BA}"/>
                        </a:ext>
                      </a:extLst>
                    </p:cNvPr>
                    <p:cNvSpPr/>
                    <p:nvPr/>
                  </p:nvSpPr>
                  <p:spPr>
                    <a:xfrm>
                      <a:off x="20177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6" name="Google Shape;806;p46">
                      <a:extLst>
                        <a:ext uri="{FF2B5EF4-FFF2-40B4-BE49-F238E27FC236}">
                          <a16:creationId xmlns:a16="http://schemas.microsoft.com/office/drawing/2014/main" id="{CAA173C7-9311-4A94-E0AD-908AF873E70F}"/>
                        </a:ext>
                      </a:extLst>
                    </p:cNvPr>
                    <p:cNvSpPr/>
                    <p:nvPr/>
                  </p:nvSpPr>
                  <p:spPr>
                    <a:xfrm>
                      <a:off x="20853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7" name="Google Shape;807;p46">
                      <a:extLst>
                        <a:ext uri="{FF2B5EF4-FFF2-40B4-BE49-F238E27FC236}">
                          <a16:creationId xmlns:a16="http://schemas.microsoft.com/office/drawing/2014/main" id="{77E611EE-145F-3586-D83A-5E8A4F2B510F}"/>
                        </a:ext>
                      </a:extLst>
                    </p:cNvPr>
                    <p:cNvSpPr/>
                    <p:nvPr/>
                  </p:nvSpPr>
                  <p:spPr>
                    <a:xfrm>
                      <a:off x="21529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8" name="Google Shape;808;p46">
                      <a:extLst>
                        <a:ext uri="{FF2B5EF4-FFF2-40B4-BE49-F238E27FC236}">
                          <a16:creationId xmlns:a16="http://schemas.microsoft.com/office/drawing/2014/main" id="{FA7396FE-06C7-F07A-8E7D-7C7039CD8914}"/>
                        </a:ext>
                      </a:extLst>
                    </p:cNvPr>
                    <p:cNvSpPr/>
                    <p:nvPr/>
                  </p:nvSpPr>
                  <p:spPr>
                    <a:xfrm>
                      <a:off x="22205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09" name="Google Shape;809;p46">
                      <a:extLst>
                        <a:ext uri="{FF2B5EF4-FFF2-40B4-BE49-F238E27FC236}">
                          <a16:creationId xmlns:a16="http://schemas.microsoft.com/office/drawing/2014/main" id="{B4BDB4E7-11F2-98F3-9B97-B5C0B1635705}"/>
                        </a:ext>
                      </a:extLst>
                    </p:cNvPr>
                    <p:cNvSpPr/>
                    <p:nvPr/>
                  </p:nvSpPr>
                  <p:spPr>
                    <a:xfrm>
                      <a:off x="22880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0" name="Google Shape;810;p46">
                      <a:extLst>
                        <a:ext uri="{FF2B5EF4-FFF2-40B4-BE49-F238E27FC236}">
                          <a16:creationId xmlns:a16="http://schemas.microsoft.com/office/drawing/2014/main" id="{F04C1DC4-D964-DA53-F79F-ABBB27F93100}"/>
                        </a:ext>
                      </a:extLst>
                    </p:cNvPr>
                    <p:cNvSpPr/>
                    <p:nvPr/>
                  </p:nvSpPr>
                  <p:spPr>
                    <a:xfrm>
                      <a:off x="23556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1" name="Google Shape;811;p46">
                      <a:extLst>
                        <a:ext uri="{FF2B5EF4-FFF2-40B4-BE49-F238E27FC236}">
                          <a16:creationId xmlns:a16="http://schemas.microsoft.com/office/drawing/2014/main" id="{D60DA543-CA87-5548-9105-BB311A104654}"/>
                        </a:ext>
                      </a:extLst>
                    </p:cNvPr>
                    <p:cNvSpPr/>
                    <p:nvPr/>
                  </p:nvSpPr>
                  <p:spPr>
                    <a:xfrm>
                      <a:off x="242324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2" name="Google Shape;812;p46">
                      <a:extLst>
                        <a:ext uri="{FF2B5EF4-FFF2-40B4-BE49-F238E27FC236}">
                          <a16:creationId xmlns:a16="http://schemas.microsoft.com/office/drawing/2014/main" id="{9BE5BB5B-1DBD-AFBA-8B7C-61C886D5D9C0}"/>
                        </a:ext>
                      </a:extLst>
                    </p:cNvPr>
                    <p:cNvSpPr/>
                    <p:nvPr/>
                  </p:nvSpPr>
                  <p:spPr>
                    <a:xfrm>
                      <a:off x="249082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3" name="Google Shape;813;p46">
                      <a:extLst>
                        <a:ext uri="{FF2B5EF4-FFF2-40B4-BE49-F238E27FC236}">
                          <a16:creationId xmlns:a16="http://schemas.microsoft.com/office/drawing/2014/main" id="{53C43C51-F72D-D6B0-5F5F-F47F82476DB6}"/>
                        </a:ext>
                      </a:extLst>
                    </p:cNvPr>
                    <p:cNvSpPr/>
                    <p:nvPr/>
                  </p:nvSpPr>
                  <p:spPr>
                    <a:xfrm>
                      <a:off x="2558398"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814" name="Google Shape;814;p46">
                      <a:extLst>
                        <a:ext uri="{FF2B5EF4-FFF2-40B4-BE49-F238E27FC236}">
                          <a16:creationId xmlns:a16="http://schemas.microsoft.com/office/drawing/2014/main" id="{2AA3F979-6E73-0CE8-B235-6AFA0B234141}"/>
                        </a:ext>
                      </a:extLst>
                    </p:cNvPr>
                    <p:cNvSpPr/>
                    <p:nvPr/>
                  </p:nvSpPr>
                  <p:spPr>
                    <a:xfrm>
                      <a:off x="2625973" y="3894092"/>
                      <a:ext cx="26904" cy="26904"/>
                    </a:xfrm>
                    <a:custGeom>
                      <a:avLst/>
                      <a:gdLst/>
                      <a:ahLst/>
                      <a:cxnLst/>
                      <a:rect l="l" t="t" r="r" b="b"/>
                      <a:pathLst>
                        <a:path w="659" h="659" extrusionOk="0">
                          <a:moveTo>
                            <a:pt x="342" y="0"/>
                          </a:moveTo>
                          <a:cubicBezTo>
                            <a:pt x="147" y="0"/>
                            <a:pt x="0" y="147"/>
                            <a:pt x="0" y="342"/>
                          </a:cubicBezTo>
                          <a:cubicBezTo>
                            <a:pt x="0" y="513"/>
                            <a:pt x="147" y="659"/>
                            <a:pt x="342" y="659"/>
                          </a:cubicBezTo>
                          <a:cubicBezTo>
                            <a:pt x="512" y="659"/>
                            <a:pt x="659" y="513"/>
                            <a:pt x="659" y="342"/>
                          </a:cubicBezTo>
                          <a:cubicBezTo>
                            <a:pt x="659" y="147"/>
                            <a:pt x="512" y="0"/>
                            <a:pt x="342"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grpSp>
            </p:grpSp>
          </p:grpSp>
          <p:grpSp>
            <p:nvGrpSpPr>
              <p:cNvPr id="815" name="Google Shape;815;p46">
                <a:extLst>
                  <a:ext uri="{FF2B5EF4-FFF2-40B4-BE49-F238E27FC236}">
                    <a16:creationId xmlns:a16="http://schemas.microsoft.com/office/drawing/2014/main" id="{57BEABA8-B75A-3AAF-DF44-336E16E9F7F9}"/>
                  </a:ext>
                </a:extLst>
              </p:cNvPr>
              <p:cNvGrpSpPr/>
              <p:nvPr/>
            </p:nvGrpSpPr>
            <p:grpSpPr>
              <a:xfrm>
                <a:off x="7671090" y="1660061"/>
                <a:ext cx="451703" cy="1246019"/>
                <a:chOff x="1274300" y="3698075"/>
                <a:chExt cx="66749" cy="184126"/>
              </a:xfrm>
            </p:grpSpPr>
            <p:sp>
              <p:nvSpPr>
                <p:cNvPr id="816" name="Google Shape;816;p46">
                  <a:extLst>
                    <a:ext uri="{FF2B5EF4-FFF2-40B4-BE49-F238E27FC236}">
                      <a16:creationId xmlns:a16="http://schemas.microsoft.com/office/drawing/2014/main" id="{A67C03F4-B6F7-D816-70FF-B2EE42233AFF}"/>
                    </a:ext>
                  </a:extLst>
                </p:cNvPr>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817" name="Google Shape;817;p46">
                  <a:extLst>
                    <a:ext uri="{FF2B5EF4-FFF2-40B4-BE49-F238E27FC236}">
                      <a16:creationId xmlns:a16="http://schemas.microsoft.com/office/drawing/2014/main" id="{567BFC00-23AB-2B36-CB41-A2A9150AD8D7}"/>
                    </a:ext>
                  </a:extLst>
                </p:cNvPr>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nvGrpSpPr>
              <p:cNvPr id="818" name="Google Shape;818;p46">
                <a:extLst>
                  <a:ext uri="{FF2B5EF4-FFF2-40B4-BE49-F238E27FC236}">
                    <a16:creationId xmlns:a16="http://schemas.microsoft.com/office/drawing/2014/main" id="{0A2DDBF5-B877-3254-A3D3-FFC3548701D7}"/>
                  </a:ext>
                </a:extLst>
              </p:cNvPr>
              <p:cNvGrpSpPr/>
              <p:nvPr/>
            </p:nvGrpSpPr>
            <p:grpSpPr>
              <a:xfrm>
                <a:off x="9832002" y="1660061"/>
                <a:ext cx="451703" cy="1246019"/>
                <a:chOff x="1274300" y="3698075"/>
                <a:chExt cx="66749" cy="184126"/>
              </a:xfrm>
            </p:grpSpPr>
            <p:sp>
              <p:nvSpPr>
                <p:cNvPr id="819" name="Google Shape;819;p46">
                  <a:extLst>
                    <a:ext uri="{FF2B5EF4-FFF2-40B4-BE49-F238E27FC236}">
                      <a16:creationId xmlns:a16="http://schemas.microsoft.com/office/drawing/2014/main" id="{02B92F6C-5511-03CF-7D85-E71DDE680DCD}"/>
                    </a:ext>
                  </a:extLst>
                </p:cNvPr>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820" name="Google Shape;820;p46">
                  <a:extLst>
                    <a:ext uri="{FF2B5EF4-FFF2-40B4-BE49-F238E27FC236}">
                      <a16:creationId xmlns:a16="http://schemas.microsoft.com/office/drawing/2014/main" id="{D449258B-115B-364A-CB8C-97F094B645F0}"/>
                    </a:ext>
                  </a:extLst>
                </p:cNvPr>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nvGrpSpPr>
              <p:cNvPr id="821" name="Google Shape;821;p46">
                <a:extLst>
                  <a:ext uri="{FF2B5EF4-FFF2-40B4-BE49-F238E27FC236}">
                    <a16:creationId xmlns:a16="http://schemas.microsoft.com/office/drawing/2014/main" id="{7BC25841-9650-7079-9816-11BD0F071D9B}"/>
                  </a:ext>
                </a:extLst>
              </p:cNvPr>
              <p:cNvGrpSpPr/>
              <p:nvPr/>
            </p:nvGrpSpPr>
            <p:grpSpPr>
              <a:xfrm>
                <a:off x="11459514" y="1660061"/>
                <a:ext cx="451703" cy="1246019"/>
                <a:chOff x="1274300" y="3698075"/>
                <a:chExt cx="66749" cy="184126"/>
              </a:xfrm>
            </p:grpSpPr>
            <p:sp>
              <p:nvSpPr>
                <p:cNvPr id="822" name="Google Shape;822;p46">
                  <a:extLst>
                    <a:ext uri="{FF2B5EF4-FFF2-40B4-BE49-F238E27FC236}">
                      <a16:creationId xmlns:a16="http://schemas.microsoft.com/office/drawing/2014/main" id="{8744D378-782F-182F-2418-280C156DAE97}"/>
                    </a:ext>
                  </a:extLst>
                </p:cNvPr>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823" name="Google Shape;823;p46">
                  <a:extLst>
                    <a:ext uri="{FF2B5EF4-FFF2-40B4-BE49-F238E27FC236}">
                      <a16:creationId xmlns:a16="http://schemas.microsoft.com/office/drawing/2014/main" id="{77ECEC08-7B37-96BF-F828-08866F24F40F}"/>
                    </a:ext>
                  </a:extLst>
                </p:cNvPr>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nvGrpSpPr>
              <p:cNvPr id="824" name="Google Shape;824;p46">
                <a:extLst>
                  <a:ext uri="{FF2B5EF4-FFF2-40B4-BE49-F238E27FC236}">
                    <a16:creationId xmlns:a16="http://schemas.microsoft.com/office/drawing/2014/main" id="{4EBDE81A-6EC7-E74C-8E2F-155C26D6CB15}"/>
                  </a:ext>
                </a:extLst>
              </p:cNvPr>
              <p:cNvGrpSpPr/>
              <p:nvPr/>
            </p:nvGrpSpPr>
            <p:grpSpPr>
              <a:xfrm>
                <a:off x="13087025" y="1660061"/>
                <a:ext cx="451703" cy="1246019"/>
                <a:chOff x="1274300" y="3698075"/>
                <a:chExt cx="66749" cy="184126"/>
              </a:xfrm>
            </p:grpSpPr>
            <p:sp>
              <p:nvSpPr>
                <p:cNvPr id="825" name="Google Shape;825;p46">
                  <a:extLst>
                    <a:ext uri="{FF2B5EF4-FFF2-40B4-BE49-F238E27FC236}">
                      <a16:creationId xmlns:a16="http://schemas.microsoft.com/office/drawing/2014/main" id="{978AAA32-5EB8-34B3-B077-E02212F5983B}"/>
                    </a:ext>
                  </a:extLst>
                </p:cNvPr>
                <p:cNvSpPr/>
                <p:nvPr/>
              </p:nvSpPr>
              <p:spPr>
                <a:xfrm>
                  <a:off x="1274300" y="3698075"/>
                  <a:ext cx="66749" cy="184126"/>
                </a:xfrm>
                <a:custGeom>
                  <a:avLst/>
                  <a:gdLst/>
                  <a:ahLst/>
                  <a:cxnLst/>
                  <a:rect l="l" t="t" r="r" b="b"/>
                  <a:pathLst>
                    <a:path w="1635" h="2757" extrusionOk="0">
                      <a:moveTo>
                        <a:pt x="0" y="0"/>
                      </a:moveTo>
                      <a:lnTo>
                        <a:pt x="0" y="2756"/>
                      </a:lnTo>
                      <a:lnTo>
                        <a:pt x="1635" y="2756"/>
                      </a:lnTo>
                      <a:lnTo>
                        <a:pt x="1635" y="0"/>
                      </a:ln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826" name="Google Shape;826;p46">
                  <a:extLst>
                    <a:ext uri="{FF2B5EF4-FFF2-40B4-BE49-F238E27FC236}">
                      <a16:creationId xmlns:a16="http://schemas.microsoft.com/office/drawing/2014/main" id="{035C0DF0-EC1C-2693-3224-B0BB0277DB0B}"/>
                    </a:ext>
                  </a:extLst>
                </p:cNvPr>
                <p:cNvSpPr/>
                <p:nvPr/>
              </p:nvSpPr>
              <p:spPr>
                <a:xfrm>
                  <a:off x="1274300" y="3698075"/>
                  <a:ext cx="66749" cy="54775"/>
                </a:xfrm>
                <a:custGeom>
                  <a:avLst/>
                  <a:gdLst/>
                  <a:ahLst/>
                  <a:cxnLst/>
                  <a:rect l="l" t="t" r="r" b="b"/>
                  <a:pathLst>
                    <a:path w="1635" h="2757" extrusionOk="0">
                      <a:moveTo>
                        <a:pt x="0" y="0"/>
                      </a:moveTo>
                      <a:lnTo>
                        <a:pt x="0" y="2756"/>
                      </a:lnTo>
                      <a:lnTo>
                        <a:pt x="1635" y="2756"/>
                      </a:lnTo>
                      <a:lnTo>
                        <a:pt x="1635"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grpSp>
        </p:grpSp>
        <p:sp>
          <p:nvSpPr>
            <p:cNvPr id="827" name="Google Shape;827;p46">
              <a:extLst>
                <a:ext uri="{FF2B5EF4-FFF2-40B4-BE49-F238E27FC236}">
                  <a16:creationId xmlns:a16="http://schemas.microsoft.com/office/drawing/2014/main" id="{DEF65087-B1A6-8D33-7A9F-A6E1C3E24801}"/>
                </a:ext>
              </a:extLst>
            </p:cNvPr>
            <p:cNvSpPr/>
            <p:nvPr/>
          </p:nvSpPr>
          <p:spPr>
            <a:xfrm>
              <a:off x="-2297475" y="3899525"/>
              <a:ext cx="11441465" cy="1303761"/>
            </a:xfrm>
            <a:custGeom>
              <a:avLst/>
              <a:gdLst/>
              <a:ahLst/>
              <a:cxnLst/>
              <a:rect l="l" t="t" r="r" b="b"/>
              <a:pathLst>
                <a:path w="152436" h="17369" extrusionOk="0">
                  <a:moveTo>
                    <a:pt x="50508" y="1"/>
                  </a:moveTo>
                  <a:cubicBezTo>
                    <a:pt x="47549" y="1"/>
                    <a:pt x="44430" y="1151"/>
                    <a:pt x="41585" y="2247"/>
                  </a:cubicBezTo>
                  <a:cubicBezTo>
                    <a:pt x="28122" y="7515"/>
                    <a:pt x="14195" y="11490"/>
                    <a:pt x="0" y="14100"/>
                  </a:cubicBezTo>
                  <a:lnTo>
                    <a:pt x="0" y="17368"/>
                  </a:lnTo>
                  <a:lnTo>
                    <a:pt x="152436" y="17368"/>
                  </a:lnTo>
                  <a:lnTo>
                    <a:pt x="152436" y="9027"/>
                  </a:lnTo>
                  <a:cubicBezTo>
                    <a:pt x="151776" y="9188"/>
                    <a:pt x="151222" y="9272"/>
                    <a:pt x="150669" y="9272"/>
                  </a:cubicBezTo>
                  <a:cubicBezTo>
                    <a:pt x="149629" y="9272"/>
                    <a:pt x="148596" y="8973"/>
                    <a:pt x="146875" y="8320"/>
                  </a:cubicBezTo>
                  <a:cubicBezTo>
                    <a:pt x="144880" y="7555"/>
                    <a:pt x="142781" y="7169"/>
                    <a:pt x="140682" y="7169"/>
                  </a:cubicBezTo>
                  <a:cubicBezTo>
                    <a:pt x="138829" y="7169"/>
                    <a:pt x="136976" y="7470"/>
                    <a:pt x="135192" y="8076"/>
                  </a:cubicBezTo>
                  <a:cubicBezTo>
                    <a:pt x="134111" y="8429"/>
                    <a:pt x="133029" y="8922"/>
                    <a:pt x="131911" y="8922"/>
                  </a:cubicBezTo>
                  <a:cubicBezTo>
                    <a:pt x="131794" y="8922"/>
                    <a:pt x="131676" y="8916"/>
                    <a:pt x="131558" y="8905"/>
                  </a:cubicBezTo>
                  <a:cubicBezTo>
                    <a:pt x="129729" y="8759"/>
                    <a:pt x="128339" y="7246"/>
                    <a:pt x="126851" y="6124"/>
                  </a:cubicBezTo>
                  <a:cubicBezTo>
                    <a:pt x="124679" y="4538"/>
                    <a:pt x="122078" y="3720"/>
                    <a:pt x="119455" y="3720"/>
                  </a:cubicBezTo>
                  <a:cubicBezTo>
                    <a:pt x="117926" y="3720"/>
                    <a:pt x="116389" y="3998"/>
                    <a:pt x="114925" y="4564"/>
                  </a:cubicBezTo>
                  <a:cubicBezTo>
                    <a:pt x="112013" y="5723"/>
                    <a:pt x="109377" y="8009"/>
                    <a:pt x="106281" y="8009"/>
                  </a:cubicBezTo>
                  <a:cubicBezTo>
                    <a:pt x="106187" y="8009"/>
                    <a:pt x="106093" y="8007"/>
                    <a:pt x="105998" y="8002"/>
                  </a:cubicBezTo>
                  <a:cubicBezTo>
                    <a:pt x="104364" y="7929"/>
                    <a:pt x="102852" y="7198"/>
                    <a:pt x="101266" y="6807"/>
                  </a:cubicBezTo>
                  <a:cubicBezTo>
                    <a:pt x="100266" y="6570"/>
                    <a:pt x="99258" y="6476"/>
                    <a:pt x="98245" y="6476"/>
                  </a:cubicBezTo>
                  <a:cubicBezTo>
                    <a:pt x="94450" y="6476"/>
                    <a:pt x="90583" y="7793"/>
                    <a:pt x="86738" y="7793"/>
                  </a:cubicBezTo>
                  <a:cubicBezTo>
                    <a:pt x="86133" y="7793"/>
                    <a:pt x="85529" y="7761"/>
                    <a:pt x="84925" y="7685"/>
                  </a:cubicBezTo>
                  <a:cubicBezTo>
                    <a:pt x="80087" y="7078"/>
                    <a:pt x="75719" y="3715"/>
                    <a:pt x="70877" y="3715"/>
                  </a:cubicBezTo>
                  <a:cubicBezTo>
                    <a:pt x="70666" y="3715"/>
                    <a:pt x="70455" y="3721"/>
                    <a:pt x="70243" y="3734"/>
                  </a:cubicBezTo>
                  <a:cubicBezTo>
                    <a:pt x="67616" y="3887"/>
                    <a:pt x="65005" y="5063"/>
                    <a:pt x="62478" y="5063"/>
                  </a:cubicBezTo>
                  <a:cubicBezTo>
                    <a:pt x="61766" y="5063"/>
                    <a:pt x="61061" y="4970"/>
                    <a:pt x="60365" y="4734"/>
                  </a:cubicBezTo>
                  <a:cubicBezTo>
                    <a:pt x="58194" y="4003"/>
                    <a:pt x="56706" y="2051"/>
                    <a:pt x="54706" y="978"/>
                  </a:cubicBezTo>
                  <a:cubicBezTo>
                    <a:pt x="53380" y="279"/>
                    <a:pt x="51963" y="1"/>
                    <a:pt x="50508" y="1"/>
                  </a:cubicBezTo>
                  <a:close/>
                </a:path>
              </a:pathLst>
            </a:custGeom>
            <a:gradFill>
              <a:gsLst>
                <a:gs pos="0">
                  <a:srgbClr val="D0F3FF">
                    <a:alpha val="71764"/>
                  </a:srgbClr>
                </a:gs>
                <a:gs pos="100000">
                  <a:srgbClr val="FFFFFF">
                    <a:alpha val="0"/>
                  </a:srgbClr>
                </a:gs>
              </a:gsLst>
              <a:lin ang="5400700" scaled="0"/>
            </a:gradFill>
            <a:ln>
              <a:noFill/>
            </a:ln>
          </p:spPr>
          <p:txBody>
            <a:bodyPr spcFirstLastPara="1" wrap="square" lIns="121900" tIns="121900" rIns="121900" bIns="121900" anchor="ctr" anchorCtr="0">
              <a:noAutofit/>
            </a:bodyPr>
            <a:lstStyle/>
            <a:p>
              <a:endParaRPr sz="1867"/>
            </a:p>
          </p:txBody>
        </p:sp>
      </p:grpSp>
      <p:sp>
        <p:nvSpPr>
          <p:cNvPr id="769" name="Google Shape;769;p46">
            <a:extLst>
              <a:ext uri="{FF2B5EF4-FFF2-40B4-BE49-F238E27FC236}">
                <a16:creationId xmlns:a16="http://schemas.microsoft.com/office/drawing/2014/main" id="{7B5CCD63-0659-D0A5-ACC6-33A4D2DF9F3A}"/>
              </a:ext>
            </a:extLst>
          </p:cNvPr>
          <p:cNvSpPr txBox="1">
            <a:spLocks noGrp="1"/>
          </p:cNvSpPr>
          <p:nvPr>
            <p:ph type="subTitle" idx="1"/>
          </p:nvPr>
        </p:nvSpPr>
        <p:spPr>
          <a:xfrm>
            <a:off x="410923" y="1593432"/>
            <a:ext cx="6868151" cy="4725481"/>
          </a:xfrm>
          <a:prstGeom prst="rect">
            <a:avLst/>
          </a:prstGeom>
        </p:spPr>
        <p:txBody>
          <a:bodyPr spcFirstLastPara="1" wrap="square" lIns="121900" tIns="121900" rIns="121900" bIns="121900" anchor="t" anchorCtr="0">
            <a:noAutofit/>
          </a:bodyPr>
          <a:lstStyle/>
          <a:p>
            <a:pPr marL="114300" indent="0">
              <a:lnSpc>
                <a:spcPct val="150000"/>
              </a:lnSpc>
              <a:buNone/>
            </a:pPr>
            <a:r>
              <a:rPr lang="en-US" b="1"/>
              <a:t>Sex: </a:t>
            </a:r>
            <a:r>
              <a:rPr lang="en-US"/>
              <a:t>Being Male had the strongest negative correlation (-2.5 coefficient).</a:t>
            </a:r>
          </a:p>
          <a:p>
            <a:pPr marL="114300" indent="0">
              <a:lnSpc>
                <a:spcPct val="150000"/>
              </a:lnSpc>
              <a:buNone/>
            </a:pPr>
            <a:r>
              <a:rPr lang="en-US" b="1"/>
              <a:t>Class: </a:t>
            </a:r>
            <a:r>
              <a:rPr lang="en-US"/>
              <a:t>3rd Class passengers had a strong negative correlation (-1.7).</a:t>
            </a:r>
          </a:p>
          <a:p>
            <a:pPr marL="114300" indent="0">
              <a:lnSpc>
                <a:spcPct val="150000"/>
              </a:lnSpc>
              <a:buNone/>
            </a:pPr>
            <a:r>
              <a:rPr lang="en-US" b="1"/>
              <a:t>Age/Status: </a:t>
            </a:r>
            <a:r>
              <a:rPr lang="en-US"/>
              <a:t>The '</a:t>
            </a:r>
            <a:r>
              <a:rPr lang="en-US" err="1"/>
              <a:t>ChildFlag</a:t>
            </a:r>
            <a:r>
              <a:rPr lang="en-US"/>
              <a:t>' showed a strong positive correlation.</a:t>
            </a:r>
          </a:p>
          <a:p>
            <a:pPr marL="114300" indent="0">
              <a:lnSpc>
                <a:spcPct val="150000"/>
              </a:lnSpc>
              <a:buNone/>
            </a:pPr>
            <a:r>
              <a:rPr lang="en-US" b="1"/>
              <a:t>Family Size:</a:t>
            </a:r>
          </a:p>
          <a:p>
            <a:pPr>
              <a:lnSpc>
                <a:spcPct val="150000"/>
              </a:lnSpc>
            </a:pPr>
            <a:r>
              <a:rPr lang="en-US"/>
              <a:t>Small Families (2-4): Positive correlation.</a:t>
            </a:r>
          </a:p>
          <a:p>
            <a:pPr>
              <a:lnSpc>
                <a:spcPct val="150000"/>
              </a:lnSpc>
            </a:pPr>
            <a:r>
              <a:rPr lang="en-US"/>
              <a:t>Large Families (5-11): Strong negative correlation (harder to gather/evacuate).</a:t>
            </a:r>
          </a:p>
        </p:txBody>
      </p:sp>
    </p:spTree>
    <p:extLst>
      <p:ext uri="{BB962C8B-B14F-4D97-AF65-F5344CB8AC3E}">
        <p14:creationId xmlns:p14="http://schemas.microsoft.com/office/powerpoint/2010/main" val="726935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p49"/>
          <p:cNvSpPr txBox="1">
            <a:spLocks noGrp="1"/>
          </p:cNvSpPr>
          <p:nvPr>
            <p:ph type="title" idx="2"/>
          </p:nvPr>
        </p:nvSpPr>
        <p:spPr>
          <a:xfrm>
            <a:off x="7220553" y="3252267"/>
            <a:ext cx="2100868" cy="497600"/>
          </a:xfrm>
          <a:prstGeom prst="rect">
            <a:avLst/>
          </a:prstGeom>
        </p:spPr>
        <p:txBody>
          <a:bodyPr spcFirstLastPara="1" wrap="square" lIns="121900" tIns="121900" rIns="121900" bIns="121900" anchor="ctr" anchorCtr="0">
            <a:noAutofit/>
          </a:bodyPr>
          <a:lstStyle/>
          <a:p>
            <a:r>
              <a:rPr lang="en"/>
              <a:t>Mitigation</a:t>
            </a:r>
            <a:endParaRPr/>
          </a:p>
        </p:txBody>
      </p:sp>
      <p:sp>
        <p:nvSpPr>
          <p:cNvPr id="974" name="Google Shape;974;p49"/>
          <p:cNvSpPr txBox="1">
            <a:spLocks noGrp="1"/>
          </p:cNvSpPr>
          <p:nvPr>
            <p:ph type="title"/>
          </p:nvPr>
        </p:nvSpPr>
        <p:spPr>
          <a:xfrm>
            <a:off x="7220553" y="1732333"/>
            <a:ext cx="2100868" cy="497600"/>
          </a:xfrm>
          <a:prstGeom prst="rect">
            <a:avLst/>
          </a:prstGeom>
        </p:spPr>
        <p:txBody>
          <a:bodyPr spcFirstLastPara="1" wrap="square" lIns="121900" tIns="121900" rIns="121900" bIns="121900" anchor="ctr" anchorCtr="0">
            <a:noAutofit/>
          </a:bodyPr>
          <a:lstStyle/>
          <a:p>
            <a:r>
              <a:rPr lang="en"/>
              <a:t>Mitigation</a:t>
            </a:r>
            <a:endParaRPr/>
          </a:p>
        </p:txBody>
      </p:sp>
      <p:sp>
        <p:nvSpPr>
          <p:cNvPr id="975" name="Google Shape;975;p49"/>
          <p:cNvSpPr txBox="1">
            <a:spLocks noGrp="1"/>
          </p:cNvSpPr>
          <p:nvPr>
            <p:ph type="subTitle" idx="1"/>
          </p:nvPr>
        </p:nvSpPr>
        <p:spPr>
          <a:xfrm>
            <a:off x="7220548" y="2279713"/>
            <a:ext cx="3865963" cy="922774"/>
          </a:xfrm>
          <a:prstGeom prst="rect">
            <a:avLst/>
          </a:prstGeom>
        </p:spPr>
        <p:txBody>
          <a:bodyPr spcFirstLastPara="1" wrap="square" lIns="121900" tIns="121900" rIns="121900" bIns="121900" anchor="ctr" anchorCtr="0">
            <a:noAutofit/>
          </a:bodyPr>
          <a:lstStyle/>
          <a:p>
            <a:pPr marL="0" indent="0">
              <a:spcAft>
                <a:spcPts val="1600"/>
              </a:spcAft>
            </a:pPr>
            <a:r>
              <a:rPr lang="en-US"/>
              <a:t>Interpret results as historical context, not a prescription for modern safety.</a:t>
            </a:r>
            <a:endParaRPr/>
          </a:p>
        </p:txBody>
      </p:sp>
      <p:sp>
        <p:nvSpPr>
          <p:cNvPr id="976" name="Google Shape;976;p49"/>
          <p:cNvSpPr txBox="1">
            <a:spLocks noGrp="1"/>
          </p:cNvSpPr>
          <p:nvPr>
            <p:ph type="subTitle" idx="3"/>
          </p:nvPr>
        </p:nvSpPr>
        <p:spPr>
          <a:xfrm>
            <a:off x="7220548" y="3799647"/>
            <a:ext cx="3984263" cy="972540"/>
          </a:xfrm>
          <a:prstGeom prst="rect">
            <a:avLst/>
          </a:prstGeom>
        </p:spPr>
        <p:txBody>
          <a:bodyPr spcFirstLastPara="1" wrap="square" lIns="121900" tIns="121900" rIns="121900" bIns="121900" anchor="ctr" anchorCtr="0">
            <a:noAutofit/>
          </a:bodyPr>
          <a:lstStyle/>
          <a:p>
            <a:pPr marL="0" indent="0">
              <a:spcAft>
                <a:spcPts val="1600"/>
              </a:spcAft>
            </a:pPr>
            <a:r>
              <a:rPr lang="en-US"/>
              <a:t>Communicate uncertainty; acknowledge the human cost behind the "0s" and "1s".</a:t>
            </a:r>
            <a:endParaRPr/>
          </a:p>
        </p:txBody>
      </p:sp>
      <p:sp>
        <p:nvSpPr>
          <p:cNvPr id="977" name="Google Shape;977;p49"/>
          <p:cNvSpPr txBox="1">
            <a:spLocks noGrp="1"/>
          </p:cNvSpPr>
          <p:nvPr>
            <p:ph type="title" idx="4"/>
          </p:nvPr>
        </p:nvSpPr>
        <p:spPr>
          <a:xfrm>
            <a:off x="7220552" y="4772200"/>
            <a:ext cx="2401119" cy="497600"/>
          </a:xfrm>
          <a:prstGeom prst="rect">
            <a:avLst/>
          </a:prstGeom>
        </p:spPr>
        <p:txBody>
          <a:bodyPr spcFirstLastPara="1" wrap="square" lIns="121900" tIns="121900" rIns="121900" bIns="121900" anchor="ctr" anchorCtr="0">
            <a:noAutofit/>
          </a:bodyPr>
          <a:lstStyle/>
          <a:p>
            <a:r>
              <a:rPr lang="en"/>
              <a:t>Mitigation</a:t>
            </a:r>
            <a:endParaRPr/>
          </a:p>
        </p:txBody>
      </p:sp>
      <p:sp>
        <p:nvSpPr>
          <p:cNvPr id="978" name="Google Shape;978;p49"/>
          <p:cNvSpPr txBox="1">
            <a:spLocks noGrp="1"/>
          </p:cNvSpPr>
          <p:nvPr>
            <p:ph type="subTitle" idx="5"/>
          </p:nvPr>
        </p:nvSpPr>
        <p:spPr>
          <a:xfrm>
            <a:off x="7220549" y="5319580"/>
            <a:ext cx="3865962" cy="972540"/>
          </a:xfrm>
          <a:prstGeom prst="rect">
            <a:avLst/>
          </a:prstGeom>
        </p:spPr>
        <p:txBody>
          <a:bodyPr spcFirstLastPara="1" wrap="square" lIns="121900" tIns="121900" rIns="121900" bIns="121900" anchor="ctr" anchorCtr="0">
            <a:noAutofit/>
          </a:bodyPr>
          <a:lstStyle/>
          <a:p>
            <a:pPr marL="0" indent="0">
              <a:spcAft>
                <a:spcPts val="1600"/>
              </a:spcAft>
            </a:pPr>
            <a:r>
              <a:rPr lang="en-US"/>
              <a:t>Avoid sensationalism; focus on respectful, analytical learning.</a:t>
            </a:r>
            <a:endParaRPr/>
          </a:p>
        </p:txBody>
      </p:sp>
      <p:sp>
        <p:nvSpPr>
          <p:cNvPr id="979" name="Google Shape;979;p49"/>
          <p:cNvSpPr txBox="1">
            <a:spLocks noGrp="1"/>
          </p:cNvSpPr>
          <p:nvPr>
            <p:ph type="title" idx="6"/>
          </p:nvPr>
        </p:nvSpPr>
        <p:spPr>
          <a:xfrm flipH="1">
            <a:off x="2156346" y="1732333"/>
            <a:ext cx="2815085" cy="497600"/>
          </a:xfrm>
          <a:prstGeom prst="rect">
            <a:avLst/>
          </a:prstGeom>
        </p:spPr>
        <p:txBody>
          <a:bodyPr spcFirstLastPara="1" wrap="square" lIns="121900" tIns="121900" rIns="121900" bIns="121900" anchor="ctr" anchorCtr="0">
            <a:noAutofit/>
          </a:bodyPr>
          <a:lstStyle/>
          <a:p>
            <a:r>
              <a:rPr lang="en"/>
              <a:t>Historical Bias</a:t>
            </a:r>
            <a:endParaRPr/>
          </a:p>
        </p:txBody>
      </p:sp>
      <p:sp>
        <p:nvSpPr>
          <p:cNvPr id="980" name="Google Shape;980;p49"/>
          <p:cNvSpPr txBox="1">
            <a:spLocks noGrp="1"/>
          </p:cNvSpPr>
          <p:nvPr>
            <p:ph type="subTitle" idx="7"/>
          </p:nvPr>
        </p:nvSpPr>
        <p:spPr>
          <a:xfrm flipH="1">
            <a:off x="1105469" y="2279713"/>
            <a:ext cx="3865964" cy="922774"/>
          </a:xfrm>
          <a:prstGeom prst="rect">
            <a:avLst/>
          </a:prstGeom>
        </p:spPr>
        <p:txBody>
          <a:bodyPr spcFirstLastPara="1" wrap="square" lIns="121900" tIns="121900" rIns="121900" bIns="121900" anchor="ctr" anchorCtr="0">
            <a:noAutofit/>
          </a:bodyPr>
          <a:lstStyle/>
          <a:p>
            <a:pPr marL="0" indent="0">
              <a:spcAft>
                <a:spcPts val="1600"/>
              </a:spcAft>
            </a:pPr>
            <a:r>
              <a:rPr lang="en-US"/>
              <a:t>The data reflects 1912 biases (classism/sexism). The model learns these biases.</a:t>
            </a:r>
            <a:endParaRPr/>
          </a:p>
        </p:txBody>
      </p:sp>
      <p:sp>
        <p:nvSpPr>
          <p:cNvPr id="981" name="Google Shape;981;p49"/>
          <p:cNvSpPr txBox="1">
            <a:spLocks noGrp="1"/>
          </p:cNvSpPr>
          <p:nvPr>
            <p:ph type="title" idx="8"/>
          </p:nvPr>
        </p:nvSpPr>
        <p:spPr>
          <a:xfrm flipH="1">
            <a:off x="1446663" y="3252267"/>
            <a:ext cx="3524768" cy="497600"/>
          </a:xfrm>
          <a:prstGeom prst="rect">
            <a:avLst/>
          </a:prstGeom>
        </p:spPr>
        <p:txBody>
          <a:bodyPr spcFirstLastPara="1" wrap="square" lIns="121900" tIns="121900" rIns="121900" bIns="121900" anchor="ctr" anchorCtr="0">
            <a:noAutofit/>
          </a:bodyPr>
          <a:lstStyle/>
          <a:p>
            <a:r>
              <a:rPr lang="en"/>
              <a:t>Misrepresentation</a:t>
            </a:r>
            <a:endParaRPr/>
          </a:p>
        </p:txBody>
      </p:sp>
      <p:sp>
        <p:nvSpPr>
          <p:cNvPr id="982" name="Google Shape;982;p49"/>
          <p:cNvSpPr txBox="1">
            <a:spLocks noGrp="1"/>
          </p:cNvSpPr>
          <p:nvPr>
            <p:ph type="subTitle" idx="9"/>
          </p:nvPr>
        </p:nvSpPr>
        <p:spPr>
          <a:xfrm flipH="1">
            <a:off x="2156345" y="3799647"/>
            <a:ext cx="2815087" cy="618400"/>
          </a:xfrm>
          <a:prstGeom prst="rect">
            <a:avLst/>
          </a:prstGeom>
        </p:spPr>
        <p:txBody>
          <a:bodyPr spcFirstLastPara="1" wrap="square" lIns="121900" tIns="121900" rIns="121900" bIns="121900" anchor="ctr" anchorCtr="0">
            <a:noAutofit/>
          </a:bodyPr>
          <a:lstStyle/>
          <a:p>
            <a:pPr marL="0" indent="0">
              <a:spcAft>
                <a:spcPts val="1600"/>
              </a:spcAft>
            </a:pPr>
            <a:r>
              <a:rPr lang="en-US"/>
              <a:t>Reducing tragedy to statistics</a:t>
            </a:r>
            <a:endParaRPr/>
          </a:p>
        </p:txBody>
      </p:sp>
      <p:sp>
        <p:nvSpPr>
          <p:cNvPr id="983" name="Google Shape;983;p49"/>
          <p:cNvSpPr txBox="1">
            <a:spLocks noGrp="1"/>
          </p:cNvSpPr>
          <p:nvPr>
            <p:ph type="title" idx="13"/>
          </p:nvPr>
        </p:nvSpPr>
        <p:spPr>
          <a:xfrm flipH="1">
            <a:off x="1446663" y="4772200"/>
            <a:ext cx="3524768" cy="497600"/>
          </a:xfrm>
          <a:prstGeom prst="rect">
            <a:avLst/>
          </a:prstGeom>
        </p:spPr>
        <p:txBody>
          <a:bodyPr spcFirstLastPara="1" wrap="square" lIns="121900" tIns="121900" rIns="121900" bIns="121900" anchor="ctr" anchorCtr="0">
            <a:noAutofit/>
          </a:bodyPr>
          <a:lstStyle/>
          <a:p>
            <a:r>
              <a:rPr lang="en"/>
              <a:t>Ethical D</a:t>
            </a:r>
            <a:r>
              <a:rPr lang="en-US"/>
              <a:t>a</a:t>
            </a:r>
            <a:r>
              <a:rPr lang="en"/>
              <a:t>ta Use</a:t>
            </a:r>
            <a:endParaRPr/>
          </a:p>
        </p:txBody>
      </p:sp>
      <p:sp>
        <p:nvSpPr>
          <p:cNvPr id="984" name="Google Shape;984;p49"/>
          <p:cNvSpPr txBox="1">
            <a:spLocks noGrp="1"/>
          </p:cNvSpPr>
          <p:nvPr>
            <p:ph type="subTitle" idx="14"/>
          </p:nvPr>
        </p:nvSpPr>
        <p:spPr>
          <a:xfrm flipH="1">
            <a:off x="1941033" y="5319580"/>
            <a:ext cx="3030400" cy="618400"/>
          </a:xfrm>
          <a:prstGeom prst="rect">
            <a:avLst/>
          </a:prstGeom>
        </p:spPr>
        <p:txBody>
          <a:bodyPr spcFirstLastPara="1" wrap="square" lIns="121900" tIns="121900" rIns="121900" bIns="121900" anchor="ctr" anchorCtr="0">
            <a:noAutofit/>
          </a:bodyPr>
          <a:lstStyle/>
          <a:p>
            <a:pPr marL="0" indent="0">
              <a:spcAft>
                <a:spcPts val="1600"/>
              </a:spcAft>
            </a:pPr>
            <a:r>
              <a:rPr lang="en-US"/>
              <a:t>Sensitivity regarding tragic events.</a:t>
            </a:r>
            <a:endParaRPr/>
          </a:p>
        </p:txBody>
      </p:sp>
      <p:sp>
        <p:nvSpPr>
          <p:cNvPr id="985" name="Google Shape;985;p49"/>
          <p:cNvSpPr txBox="1">
            <a:spLocks noGrp="1"/>
          </p:cNvSpPr>
          <p:nvPr>
            <p:ph type="title" idx="15"/>
          </p:nvPr>
        </p:nvSpPr>
        <p:spPr>
          <a:xfrm>
            <a:off x="950966" y="716800"/>
            <a:ext cx="7647472" cy="571600"/>
          </a:xfrm>
          <a:prstGeom prst="rect">
            <a:avLst/>
          </a:prstGeom>
        </p:spPr>
        <p:txBody>
          <a:bodyPr spcFirstLastPara="1" wrap="square" lIns="121900" tIns="121900" rIns="121900" bIns="121900" anchor="ctr" anchorCtr="0">
            <a:noAutofit/>
          </a:bodyPr>
          <a:lstStyle/>
          <a:p>
            <a:pPr>
              <a:buClr>
                <a:schemeClr val="dk1"/>
              </a:buClr>
              <a:buSzPts val="1100"/>
            </a:pPr>
            <a:r>
              <a:rPr lang="en" sz="4000"/>
              <a:t>— </a:t>
            </a:r>
            <a:r>
              <a:rPr lang="en-US" sz="4000"/>
              <a:t>Ethical Considerations &amp; Risks </a:t>
            </a:r>
            <a:r>
              <a:rPr lang="en" sz="4000"/>
              <a:t>—</a:t>
            </a:r>
            <a:endParaRPr sz="4000"/>
          </a:p>
        </p:txBody>
      </p:sp>
      <p:grpSp>
        <p:nvGrpSpPr>
          <p:cNvPr id="986" name="Google Shape;986;p49"/>
          <p:cNvGrpSpPr/>
          <p:nvPr/>
        </p:nvGrpSpPr>
        <p:grpSpPr>
          <a:xfrm>
            <a:off x="5227719" y="1721856"/>
            <a:ext cx="260728" cy="518549"/>
            <a:chOff x="3601939" y="4161192"/>
            <a:chExt cx="195546" cy="388912"/>
          </a:xfrm>
        </p:grpSpPr>
        <p:sp>
          <p:nvSpPr>
            <p:cNvPr id="987" name="Google Shape;987;p49"/>
            <p:cNvSpPr/>
            <p:nvPr/>
          </p:nvSpPr>
          <p:spPr>
            <a:xfrm>
              <a:off x="3601939" y="4161192"/>
              <a:ext cx="195546" cy="388912"/>
            </a:xfrm>
            <a:custGeom>
              <a:avLst/>
              <a:gdLst/>
              <a:ahLst/>
              <a:cxnLst/>
              <a:rect l="l" t="t" r="r" b="b"/>
              <a:pathLst>
                <a:path w="7443" h="14803" extrusionOk="0">
                  <a:moveTo>
                    <a:pt x="3725" y="0"/>
                  </a:moveTo>
                  <a:cubicBezTo>
                    <a:pt x="2608" y="0"/>
                    <a:pt x="1714" y="916"/>
                    <a:pt x="1734" y="2033"/>
                  </a:cubicBezTo>
                  <a:lnTo>
                    <a:pt x="1734" y="8580"/>
                  </a:lnTo>
                  <a:cubicBezTo>
                    <a:pt x="521" y="9440"/>
                    <a:pt x="0" y="10994"/>
                    <a:pt x="458" y="12416"/>
                  </a:cubicBezTo>
                  <a:cubicBezTo>
                    <a:pt x="909" y="13838"/>
                    <a:pt x="2227" y="14802"/>
                    <a:pt x="3725" y="14802"/>
                  </a:cubicBezTo>
                  <a:cubicBezTo>
                    <a:pt x="5216" y="14802"/>
                    <a:pt x="6534" y="13838"/>
                    <a:pt x="6992" y="12416"/>
                  </a:cubicBezTo>
                  <a:cubicBezTo>
                    <a:pt x="7443" y="10994"/>
                    <a:pt x="6930" y="9440"/>
                    <a:pt x="5709" y="8580"/>
                  </a:cubicBezTo>
                  <a:lnTo>
                    <a:pt x="5709" y="2033"/>
                  </a:lnTo>
                  <a:cubicBezTo>
                    <a:pt x="5737" y="916"/>
                    <a:pt x="4835" y="0"/>
                    <a:pt x="3725" y="0"/>
                  </a:cubicBez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988" name="Google Shape;988;p49"/>
            <p:cNvSpPr/>
            <p:nvPr/>
          </p:nvSpPr>
          <p:spPr>
            <a:xfrm>
              <a:off x="3630182" y="4193980"/>
              <a:ext cx="128131" cy="324597"/>
            </a:xfrm>
            <a:custGeom>
              <a:avLst/>
              <a:gdLst/>
              <a:ahLst/>
              <a:cxnLst/>
              <a:rect l="l" t="t" r="r" b="b"/>
              <a:pathLst>
                <a:path w="4877" h="12355" extrusionOk="0">
                  <a:moveTo>
                    <a:pt x="2650" y="1"/>
                  </a:moveTo>
                  <a:cubicBezTo>
                    <a:pt x="2213" y="1"/>
                    <a:pt x="1866" y="348"/>
                    <a:pt x="1866" y="785"/>
                  </a:cubicBezTo>
                  <a:lnTo>
                    <a:pt x="1866" y="7950"/>
                  </a:lnTo>
                  <a:lnTo>
                    <a:pt x="1360" y="8310"/>
                  </a:lnTo>
                  <a:cubicBezTo>
                    <a:pt x="0" y="9274"/>
                    <a:pt x="146" y="11341"/>
                    <a:pt x="1624" y="12104"/>
                  </a:cubicBezTo>
                  <a:cubicBezTo>
                    <a:pt x="1957" y="12276"/>
                    <a:pt x="2305" y="12354"/>
                    <a:pt x="2643" y="12354"/>
                  </a:cubicBezTo>
                  <a:cubicBezTo>
                    <a:pt x="3811" y="12354"/>
                    <a:pt x="4871" y="11418"/>
                    <a:pt x="4877" y="10128"/>
                  </a:cubicBezTo>
                  <a:cubicBezTo>
                    <a:pt x="4870" y="9406"/>
                    <a:pt x="4523" y="8733"/>
                    <a:pt x="3933" y="8310"/>
                  </a:cubicBezTo>
                  <a:lnTo>
                    <a:pt x="3434" y="7950"/>
                  </a:lnTo>
                  <a:lnTo>
                    <a:pt x="3434" y="785"/>
                  </a:lnTo>
                  <a:cubicBezTo>
                    <a:pt x="3434" y="348"/>
                    <a:pt x="3080" y="1"/>
                    <a:pt x="2650" y="1"/>
                  </a:cubicBezTo>
                  <a:close/>
                </a:path>
              </a:pathLst>
            </a:custGeom>
            <a:solidFill>
              <a:schemeClr val="accent4"/>
            </a:solidFill>
            <a:ln>
              <a:noFill/>
            </a:ln>
          </p:spPr>
          <p:txBody>
            <a:bodyPr spcFirstLastPara="1" wrap="square" lIns="121900" tIns="121900" rIns="121900" bIns="121900" anchor="ctr" anchorCtr="0">
              <a:noAutofit/>
            </a:bodyPr>
            <a:lstStyle/>
            <a:p>
              <a:endParaRPr sz="1867"/>
            </a:p>
          </p:txBody>
        </p:sp>
        <p:sp>
          <p:nvSpPr>
            <p:cNvPr id="989" name="Google Shape;989;p49"/>
            <p:cNvSpPr/>
            <p:nvPr/>
          </p:nvSpPr>
          <p:spPr>
            <a:xfrm>
              <a:off x="3636383" y="4193980"/>
              <a:ext cx="63448" cy="324597"/>
            </a:xfrm>
            <a:custGeom>
              <a:avLst/>
              <a:gdLst/>
              <a:ahLst/>
              <a:cxnLst/>
              <a:rect l="l" t="t" r="r" b="b"/>
              <a:pathLst>
                <a:path w="2415" h="12355" extrusionOk="0">
                  <a:moveTo>
                    <a:pt x="2407" y="1"/>
                  </a:moveTo>
                  <a:cubicBezTo>
                    <a:pt x="1977" y="1"/>
                    <a:pt x="1630" y="354"/>
                    <a:pt x="1630" y="785"/>
                  </a:cubicBezTo>
                  <a:lnTo>
                    <a:pt x="1630" y="7950"/>
                  </a:lnTo>
                  <a:lnTo>
                    <a:pt x="1124" y="8310"/>
                  </a:lnTo>
                  <a:cubicBezTo>
                    <a:pt x="333" y="8872"/>
                    <a:pt x="0" y="9878"/>
                    <a:pt x="292" y="10800"/>
                  </a:cubicBezTo>
                  <a:cubicBezTo>
                    <a:pt x="590" y="11723"/>
                    <a:pt x="1443" y="12354"/>
                    <a:pt x="2414" y="12354"/>
                  </a:cubicBezTo>
                  <a:cubicBezTo>
                    <a:pt x="1714" y="12354"/>
                    <a:pt x="1145" y="11355"/>
                    <a:pt x="1138" y="10128"/>
                  </a:cubicBezTo>
                  <a:cubicBezTo>
                    <a:pt x="1138" y="9295"/>
                    <a:pt x="1492" y="8504"/>
                    <a:pt x="2116" y="7950"/>
                  </a:cubicBezTo>
                  <a:lnTo>
                    <a:pt x="2116" y="785"/>
                  </a:lnTo>
                  <a:cubicBezTo>
                    <a:pt x="2116" y="354"/>
                    <a:pt x="2164" y="1"/>
                    <a:pt x="2407" y="1"/>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990" name="Google Shape;990;p49"/>
            <p:cNvSpPr/>
            <p:nvPr/>
          </p:nvSpPr>
          <p:spPr>
            <a:xfrm>
              <a:off x="3679207" y="4193980"/>
              <a:ext cx="41195" cy="89326"/>
            </a:xfrm>
            <a:custGeom>
              <a:avLst/>
              <a:gdLst/>
              <a:ahLst/>
              <a:cxnLst/>
              <a:rect l="l" t="t" r="r" b="b"/>
              <a:pathLst>
                <a:path w="1568" h="3400" extrusionOk="0">
                  <a:moveTo>
                    <a:pt x="784" y="1"/>
                  </a:moveTo>
                  <a:cubicBezTo>
                    <a:pt x="347" y="1"/>
                    <a:pt x="0" y="348"/>
                    <a:pt x="0" y="785"/>
                  </a:cubicBezTo>
                  <a:lnTo>
                    <a:pt x="0" y="3399"/>
                  </a:lnTo>
                  <a:lnTo>
                    <a:pt x="1568" y="3399"/>
                  </a:lnTo>
                  <a:lnTo>
                    <a:pt x="1568" y="785"/>
                  </a:lnTo>
                  <a:cubicBezTo>
                    <a:pt x="1568" y="348"/>
                    <a:pt x="1214" y="1"/>
                    <a:pt x="784" y="1"/>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991" name="Google Shape;991;p49"/>
            <p:cNvSpPr/>
            <p:nvPr/>
          </p:nvSpPr>
          <p:spPr>
            <a:xfrm>
              <a:off x="3679207" y="4368010"/>
              <a:ext cx="41195" cy="11875"/>
            </a:xfrm>
            <a:custGeom>
              <a:avLst/>
              <a:gdLst/>
              <a:ahLst/>
              <a:cxnLst/>
              <a:rect l="l" t="t" r="r" b="b"/>
              <a:pathLst>
                <a:path w="1568" h="452" extrusionOk="0">
                  <a:moveTo>
                    <a:pt x="0" y="1"/>
                  </a:moveTo>
                  <a:lnTo>
                    <a:pt x="0" y="452"/>
                  </a:lnTo>
                  <a:lnTo>
                    <a:pt x="1568" y="452"/>
                  </a:lnTo>
                  <a:lnTo>
                    <a:pt x="1568" y="1"/>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992" name="Google Shape;992;p49"/>
            <p:cNvSpPr/>
            <p:nvPr/>
          </p:nvSpPr>
          <p:spPr>
            <a:xfrm>
              <a:off x="3679207" y="4322637"/>
              <a:ext cx="41195" cy="12059"/>
            </a:xfrm>
            <a:custGeom>
              <a:avLst/>
              <a:gdLst/>
              <a:ahLst/>
              <a:cxnLst/>
              <a:rect l="l" t="t" r="r" b="b"/>
              <a:pathLst>
                <a:path w="1568" h="459" extrusionOk="0">
                  <a:moveTo>
                    <a:pt x="0" y="1"/>
                  </a:moveTo>
                  <a:lnTo>
                    <a:pt x="0" y="458"/>
                  </a:lnTo>
                  <a:lnTo>
                    <a:pt x="1568" y="458"/>
                  </a:lnTo>
                  <a:lnTo>
                    <a:pt x="1568" y="1"/>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993" name="Google Shape;993;p49"/>
            <p:cNvSpPr/>
            <p:nvPr/>
          </p:nvSpPr>
          <p:spPr>
            <a:xfrm>
              <a:off x="3679207" y="4277448"/>
              <a:ext cx="41195" cy="11875"/>
            </a:xfrm>
            <a:custGeom>
              <a:avLst/>
              <a:gdLst/>
              <a:ahLst/>
              <a:cxnLst/>
              <a:rect l="l" t="t" r="r" b="b"/>
              <a:pathLst>
                <a:path w="1568" h="452" extrusionOk="0">
                  <a:moveTo>
                    <a:pt x="0" y="1"/>
                  </a:moveTo>
                  <a:lnTo>
                    <a:pt x="0" y="451"/>
                  </a:lnTo>
                  <a:lnTo>
                    <a:pt x="1568" y="451"/>
                  </a:lnTo>
                  <a:lnTo>
                    <a:pt x="1568" y="1"/>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994" name="Google Shape;994;p49"/>
            <p:cNvSpPr/>
            <p:nvPr/>
          </p:nvSpPr>
          <p:spPr>
            <a:xfrm>
              <a:off x="3679207" y="4232076"/>
              <a:ext cx="41195" cy="11875"/>
            </a:xfrm>
            <a:custGeom>
              <a:avLst/>
              <a:gdLst/>
              <a:ahLst/>
              <a:cxnLst/>
              <a:rect l="l" t="t" r="r" b="b"/>
              <a:pathLst>
                <a:path w="1568" h="452" extrusionOk="0">
                  <a:moveTo>
                    <a:pt x="0" y="0"/>
                  </a:moveTo>
                  <a:lnTo>
                    <a:pt x="0" y="451"/>
                  </a:lnTo>
                  <a:lnTo>
                    <a:pt x="1568" y="451"/>
                  </a:lnTo>
                  <a:lnTo>
                    <a:pt x="1568" y="0"/>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grpSp>
      <p:grpSp>
        <p:nvGrpSpPr>
          <p:cNvPr id="995" name="Google Shape;995;p49"/>
          <p:cNvGrpSpPr/>
          <p:nvPr/>
        </p:nvGrpSpPr>
        <p:grpSpPr>
          <a:xfrm>
            <a:off x="5134737" y="3261584"/>
            <a:ext cx="446681" cy="478976"/>
            <a:chOff x="873615" y="1500275"/>
            <a:chExt cx="335011" cy="359232"/>
          </a:xfrm>
        </p:grpSpPr>
        <p:sp>
          <p:nvSpPr>
            <p:cNvPr id="996" name="Google Shape;996;p49"/>
            <p:cNvSpPr/>
            <p:nvPr/>
          </p:nvSpPr>
          <p:spPr>
            <a:xfrm>
              <a:off x="965550" y="1500275"/>
              <a:ext cx="151140" cy="359232"/>
            </a:xfrm>
            <a:custGeom>
              <a:avLst/>
              <a:gdLst/>
              <a:ahLst/>
              <a:cxnLst/>
              <a:rect l="l" t="t" r="r" b="b"/>
              <a:pathLst>
                <a:path w="5772" h="13719" extrusionOk="0">
                  <a:moveTo>
                    <a:pt x="0" y="0"/>
                  </a:moveTo>
                  <a:lnTo>
                    <a:pt x="0" y="13718"/>
                  </a:lnTo>
                  <a:lnTo>
                    <a:pt x="5772" y="13718"/>
                  </a:lnTo>
                  <a:lnTo>
                    <a:pt x="5772" y="0"/>
                  </a:lnTo>
                  <a:cubicBezTo>
                    <a:pt x="4913" y="625"/>
                    <a:pt x="3900" y="937"/>
                    <a:pt x="2886" y="937"/>
                  </a:cubicBezTo>
                  <a:cubicBezTo>
                    <a:pt x="1872" y="937"/>
                    <a:pt x="859" y="625"/>
                    <a:pt x="0" y="0"/>
                  </a:cubicBezTo>
                  <a:close/>
                </a:path>
              </a:pathLst>
            </a:custGeom>
            <a:solidFill>
              <a:schemeClr val="dk2"/>
            </a:solidFill>
            <a:ln>
              <a:noFill/>
            </a:ln>
          </p:spPr>
          <p:txBody>
            <a:bodyPr spcFirstLastPara="1" wrap="square" lIns="121900" tIns="121900" rIns="121900" bIns="121900" anchor="ctr" anchorCtr="0">
              <a:noAutofit/>
            </a:bodyPr>
            <a:lstStyle/>
            <a:p>
              <a:endParaRPr sz="1867"/>
            </a:p>
          </p:txBody>
        </p:sp>
        <p:sp>
          <p:nvSpPr>
            <p:cNvPr id="997" name="Google Shape;997;p49"/>
            <p:cNvSpPr/>
            <p:nvPr/>
          </p:nvSpPr>
          <p:spPr>
            <a:xfrm>
              <a:off x="873615" y="1500275"/>
              <a:ext cx="158655" cy="359232"/>
            </a:xfrm>
            <a:custGeom>
              <a:avLst/>
              <a:gdLst/>
              <a:ahLst/>
              <a:cxnLst/>
              <a:rect l="l" t="t" r="r" b="b"/>
              <a:pathLst>
                <a:path w="6059" h="13719" extrusionOk="0">
                  <a:moveTo>
                    <a:pt x="1622" y="0"/>
                  </a:moveTo>
                  <a:cubicBezTo>
                    <a:pt x="1508" y="0"/>
                    <a:pt x="1403" y="95"/>
                    <a:pt x="1403" y="219"/>
                  </a:cubicBezTo>
                  <a:lnTo>
                    <a:pt x="1403" y="5304"/>
                  </a:lnTo>
                  <a:cubicBezTo>
                    <a:pt x="1403" y="6001"/>
                    <a:pt x="888" y="6592"/>
                    <a:pt x="191" y="6687"/>
                  </a:cubicBezTo>
                  <a:cubicBezTo>
                    <a:pt x="86" y="6707"/>
                    <a:pt x="0" y="6802"/>
                    <a:pt x="0" y="6916"/>
                  </a:cubicBezTo>
                  <a:lnTo>
                    <a:pt x="0" y="13489"/>
                  </a:lnTo>
                  <a:cubicBezTo>
                    <a:pt x="0" y="13613"/>
                    <a:pt x="105" y="13718"/>
                    <a:pt x="220" y="13718"/>
                  </a:cubicBezTo>
                  <a:lnTo>
                    <a:pt x="6058" y="13718"/>
                  </a:lnTo>
                  <a:lnTo>
                    <a:pt x="6058" y="7069"/>
                  </a:lnTo>
                  <a:cubicBezTo>
                    <a:pt x="6058" y="6955"/>
                    <a:pt x="5972" y="6859"/>
                    <a:pt x="5858" y="6850"/>
                  </a:cubicBezTo>
                  <a:cubicBezTo>
                    <a:pt x="4799" y="6745"/>
                    <a:pt x="3988" y="5848"/>
                    <a:pt x="3988" y="4779"/>
                  </a:cubicBezTo>
                  <a:lnTo>
                    <a:pt x="3988" y="219"/>
                  </a:lnTo>
                  <a:cubicBezTo>
                    <a:pt x="3988" y="95"/>
                    <a:pt x="3883" y="0"/>
                    <a:pt x="3769" y="0"/>
                  </a:cubicBez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998" name="Google Shape;998;p49"/>
            <p:cNvSpPr/>
            <p:nvPr/>
          </p:nvSpPr>
          <p:spPr>
            <a:xfrm>
              <a:off x="873615" y="1784540"/>
              <a:ext cx="158655" cy="50485"/>
            </a:xfrm>
            <a:custGeom>
              <a:avLst/>
              <a:gdLst/>
              <a:ahLst/>
              <a:cxnLst/>
              <a:rect l="l" t="t" r="r" b="b"/>
              <a:pathLst>
                <a:path w="6059" h="1928" extrusionOk="0">
                  <a:moveTo>
                    <a:pt x="0" y="0"/>
                  </a:moveTo>
                  <a:lnTo>
                    <a:pt x="0" y="1927"/>
                  </a:lnTo>
                  <a:lnTo>
                    <a:pt x="6058" y="1927"/>
                  </a:lnTo>
                  <a:lnTo>
                    <a:pt x="6058" y="0"/>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999" name="Google Shape;999;p49"/>
            <p:cNvSpPr/>
            <p:nvPr/>
          </p:nvSpPr>
          <p:spPr>
            <a:xfrm>
              <a:off x="873615" y="1500275"/>
              <a:ext cx="158655" cy="274550"/>
            </a:xfrm>
            <a:custGeom>
              <a:avLst/>
              <a:gdLst/>
              <a:ahLst/>
              <a:cxnLst/>
              <a:rect l="l" t="t" r="r" b="b"/>
              <a:pathLst>
                <a:path w="6059" h="10485" extrusionOk="0">
                  <a:moveTo>
                    <a:pt x="1622" y="0"/>
                  </a:moveTo>
                  <a:cubicBezTo>
                    <a:pt x="1584" y="0"/>
                    <a:pt x="1546" y="10"/>
                    <a:pt x="1517" y="29"/>
                  </a:cubicBezTo>
                  <a:lnTo>
                    <a:pt x="1517" y="8557"/>
                  </a:lnTo>
                  <a:lnTo>
                    <a:pt x="0" y="8557"/>
                  </a:lnTo>
                  <a:lnTo>
                    <a:pt x="0" y="10484"/>
                  </a:lnTo>
                  <a:lnTo>
                    <a:pt x="6058" y="10484"/>
                  </a:lnTo>
                  <a:lnTo>
                    <a:pt x="6058" y="8557"/>
                  </a:lnTo>
                  <a:lnTo>
                    <a:pt x="3454" y="8557"/>
                  </a:lnTo>
                  <a:lnTo>
                    <a:pt x="3454" y="0"/>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1000" name="Google Shape;1000;p49"/>
            <p:cNvSpPr/>
            <p:nvPr/>
          </p:nvSpPr>
          <p:spPr>
            <a:xfrm>
              <a:off x="873615" y="1795537"/>
              <a:ext cx="158655" cy="28489"/>
            </a:xfrm>
            <a:custGeom>
              <a:avLst/>
              <a:gdLst/>
              <a:ahLst/>
              <a:cxnLst/>
              <a:rect l="l" t="t" r="r" b="b"/>
              <a:pathLst>
                <a:path w="6059" h="1088" extrusionOk="0">
                  <a:moveTo>
                    <a:pt x="0" y="0"/>
                  </a:moveTo>
                  <a:lnTo>
                    <a:pt x="0" y="1088"/>
                  </a:lnTo>
                  <a:lnTo>
                    <a:pt x="6058" y="1088"/>
                  </a:lnTo>
                  <a:lnTo>
                    <a:pt x="6058" y="0"/>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01" name="Google Shape;1001;p49"/>
            <p:cNvSpPr/>
            <p:nvPr/>
          </p:nvSpPr>
          <p:spPr>
            <a:xfrm>
              <a:off x="873615" y="1500275"/>
              <a:ext cx="158655" cy="263552"/>
            </a:xfrm>
            <a:custGeom>
              <a:avLst/>
              <a:gdLst/>
              <a:ahLst/>
              <a:cxnLst/>
              <a:rect l="l" t="t" r="r" b="b"/>
              <a:pathLst>
                <a:path w="6059" h="10065" extrusionOk="0">
                  <a:moveTo>
                    <a:pt x="1937" y="0"/>
                  </a:moveTo>
                  <a:lnTo>
                    <a:pt x="1937" y="8977"/>
                  </a:lnTo>
                  <a:lnTo>
                    <a:pt x="0" y="8977"/>
                  </a:lnTo>
                  <a:lnTo>
                    <a:pt x="0" y="10065"/>
                  </a:lnTo>
                  <a:lnTo>
                    <a:pt x="6058" y="10065"/>
                  </a:lnTo>
                  <a:lnTo>
                    <a:pt x="6058" y="8977"/>
                  </a:lnTo>
                  <a:lnTo>
                    <a:pt x="3034" y="8977"/>
                  </a:lnTo>
                  <a:lnTo>
                    <a:pt x="3034" y="0"/>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02" name="Google Shape;1002;p49"/>
            <p:cNvSpPr/>
            <p:nvPr/>
          </p:nvSpPr>
          <p:spPr>
            <a:xfrm>
              <a:off x="1049971" y="1500275"/>
              <a:ext cx="158655" cy="359232"/>
            </a:xfrm>
            <a:custGeom>
              <a:avLst/>
              <a:gdLst/>
              <a:ahLst/>
              <a:cxnLst/>
              <a:rect l="l" t="t" r="r" b="b"/>
              <a:pathLst>
                <a:path w="6059" h="13719" extrusionOk="0">
                  <a:moveTo>
                    <a:pt x="2290" y="0"/>
                  </a:moveTo>
                  <a:cubicBezTo>
                    <a:pt x="2176" y="0"/>
                    <a:pt x="2071" y="95"/>
                    <a:pt x="2071" y="219"/>
                  </a:cubicBezTo>
                  <a:lnTo>
                    <a:pt x="2071" y="4779"/>
                  </a:lnTo>
                  <a:cubicBezTo>
                    <a:pt x="2071" y="5848"/>
                    <a:pt x="1260" y="6745"/>
                    <a:pt x="201" y="6850"/>
                  </a:cubicBezTo>
                  <a:cubicBezTo>
                    <a:pt x="86" y="6859"/>
                    <a:pt x="1" y="6955"/>
                    <a:pt x="1" y="7069"/>
                  </a:cubicBezTo>
                  <a:lnTo>
                    <a:pt x="1" y="13718"/>
                  </a:lnTo>
                  <a:lnTo>
                    <a:pt x="5839" y="13718"/>
                  </a:lnTo>
                  <a:cubicBezTo>
                    <a:pt x="5954" y="13718"/>
                    <a:pt x="6059" y="13623"/>
                    <a:pt x="6059" y="13499"/>
                  </a:cubicBezTo>
                  <a:lnTo>
                    <a:pt x="6059" y="6916"/>
                  </a:lnTo>
                  <a:cubicBezTo>
                    <a:pt x="6059" y="6802"/>
                    <a:pt x="5973" y="6707"/>
                    <a:pt x="5868" y="6687"/>
                  </a:cubicBezTo>
                  <a:cubicBezTo>
                    <a:pt x="5171" y="6592"/>
                    <a:pt x="4656" y="6001"/>
                    <a:pt x="4656" y="5304"/>
                  </a:cubicBezTo>
                  <a:lnTo>
                    <a:pt x="4656" y="219"/>
                  </a:lnTo>
                  <a:cubicBezTo>
                    <a:pt x="4656" y="95"/>
                    <a:pt x="4551" y="0"/>
                    <a:pt x="4437" y="0"/>
                  </a:cubicBez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1003" name="Google Shape;1003;p49"/>
            <p:cNvSpPr/>
            <p:nvPr/>
          </p:nvSpPr>
          <p:spPr>
            <a:xfrm>
              <a:off x="1049971" y="1784540"/>
              <a:ext cx="158655" cy="50485"/>
            </a:xfrm>
            <a:custGeom>
              <a:avLst/>
              <a:gdLst/>
              <a:ahLst/>
              <a:cxnLst/>
              <a:rect l="l" t="t" r="r" b="b"/>
              <a:pathLst>
                <a:path w="6059" h="1928" extrusionOk="0">
                  <a:moveTo>
                    <a:pt x="1" y="0"/>
                  </a:moveTo>
                  <a:lnTo>
                    <a:pt x="1" y="1927"/>
                  </a:lnTo>
                  <a:lnTo>
                    <a:pt x="6059" y="1927"/>
                  </a:lnTo>
                  <a:lnTo>
                    <a:pt x="6059" y="0"/>
                  </a:ln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1004" name="Google Shape;1004;p49"/>
            <p:cNvSpPr/>
            <p:nvPr/>
          </p:nvSpPr>
          <p:spPr>
            <a:xfrm>
              <a:off x="1049971" y="1500275"/>
              <a:ext cx="158655" cy="274550"/>
            </a:xfrm>
            <a:custGeom>
              <a:avLst/>
              <a:gdLst/>
              <a:ahLst/>
              <a:cxnLst/>
              <a:rect l="l" t="t" r="r" b="b"/>
              <a:pathLst>
                <a:path w="6059" h="10485" extrusionOk="0">
                  <a:moveTo>
                    <a:pt x="2605" y="0"/>
                  </a:moveTo>
                  <a:lnTo>
                    <a:pt x="2605" y="8557"/>
                  </a:lnTo>
                  <a:lnTo>
                    <a:pt x="1" y="8557"/>
                  </a:lnTo>
                  <a:lnTo>
                    <a:pt x="1" y="10484"/>
                  </a:lnTo>
                  <a:lnTo>
                    <a:pt x="6059" y="10484"/>
                  </a:lnTo>
                  <a:lnTo>
                    <a:pt x="6059" y="8557"/>
                  </a:lnTo>
                  <a:lnTo>
                    <a:pt x="4542" y="8557"/>
                  </a:lnTo>
                  <a:lnTo>
                    <a:pt x="4542" y="29"/>
                  </a:lnTo>
                  <a:cubicBezTo>
                    <a:pt x="4503" y="10"/>
                    <a:pt x="4465" y="0"/>
                    <a:pt x="4437" y="0"/>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1005" name="Google Shape;1005;p49"/>
            <p:cNvSpPr/>
            <p:nvPr/>
          </p:nvSpPr>
          <p:spPr>
            <a:xfrm>
              <a:off x="1049971" y="1795537"/>
              <a:ext cx="158655" cy="28489"/>
            </a:xfrm>
            <a:custGeom>
              <a:avLst/>
              <a:gdLst/>
              <a:ahLst/>
              <a:cxnLst/>
              <a:rect l="l" t="t" r="r" b="b"/>
              <a:pathLst>
                <a:path w="6059" h="1088" extrusionOk="0">
                  <a:moveTo>
                    <a:pt x="1" y="0"/>
                  </a:moveTo>
                  <a:lnTo>
                    <a:pt x="1" y="1088"/>
                  </a:lnTo>
                  <a:lnTo>
                    <a:pt x="6059" y="1088"/>
                  </a:lnTo>
                  <a:lnTo>
                    <a:pt x="6059" y="0"/>
                  </a:ln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06" name="Google Shape;1006;p49"/>
            <p:cNvSpPr/>
            <p:nvPr/>
          </p:nvSpPr>
          <p:spPr>
            <a:xfrm>
              <a:off x="1049971" y="1500275"/>
              <a:ext cx="158655" cy="263552"/>
            </a:xfrm>
            <a:custGeom>
              <a:avLst/>
              <a:gdLst/>
              <a:ahLst/>
              <a:cxnLst/>
              <a:rect l="l" t="t" r="r" b="b"/>
              <a:pathLst>
                <a:path w="6059" h="10065" extrusionOk="0">
                  <a:moveTo>
                    <a:pt x="3025" y="0"/>
                  </a:moveTo>
                  <a:lnTo>
                    <a:pt x="3025" y="8977"/>
                  </a:lnTo>
                  <a:lnTo>
                    <a:pt x="1" y="8977"/>
                  </a:lnTo>
                  <a:lnTo>
                    <a:pt x="1" y="10065"/>
                  </a:lnTo>
                  <a:lnTo>
                    <a:pt x="6059" y="10065"/>
                  </a:lnTo>
                  <a:lnTo>
                    <a:pt x="6059" y="8977"/>
                  </a:lnTo>
                  <a:lnTo>
                    <a:pt x="4122" y="8977"/>
                  </a:lnTo>
                  <a:lnTo>
                    <a:pt x="4122" y="0"/>
                  </a:lnTo>
                  <a:close/>
                </a:path>
              </a:pathLst>
            </a:custGeom>
            <a:solidFill>
              <a:srgbClr val="FFFFFF"/>
            </a:solidFill>
            <a:ln>
              <a:noFill/>
            </a:ln>
          </p:spPr>
          <p:txBody>
            <a:bodyPr spcFirstLastPara="1" wrap="square" lIns="121900" tIns="121900" rIns="121900" bIns="121900" anchor="ctr" anchorCtr="0">
              <a:noAutofit/>
            </a:bodyPr>
            <a:lstStyle/>
            <a:p>
              <a:endParaRPr sz="1867"/>
            </a:p>
          </p:txBody>
        </p:sp>
      </p:grpSp>
      <p:grpSp>
        <p:nvGrpSpPr>
          <p:cNvPr id="1007" name="Google Shape;1007;p49"/>
          <p:cNvGrpSpPr/>
          <p:nvPr/>
        </p:nvGrpSpPr>
        <p:grpSpPr>
          <a:xfrm>
            <a:off x="6511299" y="1737590"/>
            <a:ext cx="506064" cy="487108"/>
            <a:chOff x="7968961" y="2435329"/>
            <a:chExt cx="379548" cy="365331"/>
          </a:xfrm>
        </p:grpSpPr>
        <p:sp>
          <p:nvSpPr>
            <p:cNvPr id="1008" name="Google Shape;1008;p49"/>
            <p:cNvSpPr/>
            <p:nvPr/>
          </p:nvSpPr>
          <p:spPr>
            <a:xfrm>
              <a:off x="8154276" y="2638638"/>
              <a:ext cx="118297" cy="162023"/>
            </a:xfrm>
            <a:custGeom>
              <a:avLst/>
              <a:gdLst/>
              <a:ahLst/>
              <a:cxnLst/>
              <a:rect l="l" t="t" r="r" b="b"/>
              <a:pathLst>
                <a:path w="4510" h="6177" extrusionOk="0">
                  <a:moveTo>
                    <a:pt x="462" y="1"/>
                  </a:moveTo>
                  <a:cubicBezTo>
                    <a:pt x="409" y="1"/>
                    <a:pt x="355" y="47"/>
                    <a:pt x="360" y="113"/>
                  </a:cubicBezTo>
                  <a:cubicBezTo>
                    <a:pt x="590" y="1720"/>
                    <a:pt x="0" y="3700"/>
                    <a:pt x="590" y="5035"/>
                  </a:cubicBezTo>
                  <a:cubicBezTo>
                    <a:pt x="911" y="5752"/>
                    <a:pt x="1613" y="6176"/>
                    <a:pt x="2350" y="6176"/>
                  </a:cubicBezTo>
                  <a:cubicBezTo>
                    <a:pt x="2609" y="6176"/>
                    <a:pt x="2873" y="6123"/>
                    <a:pt x="3126" y="6012"/>
                  </a:cubicBezTo>
                  <a:lnTo>
                    <a:pt x="3133" y="6005"/>
                  </a:lnTo>
                  <a:cubicBezTo>
                    <a:pt x="4089" y="5564"/>
                    <a:pt x="4510" y="4425"/>
                    <a:pt x="4076" y="3462"/>
                  </a:cubicBezTo>
                  <a:cubicBezTo>
                    <a:pt x="3459" y="2133"/>
                    <a:pt x="1594" y="1272"/>
                    <a:pt x="529" y="31"/>
                  </a:cubicBezTo>
                  <a:cubicBezTo>
                    <a:pt x="510" y="10"/>
                    <a:pt x="486" y="1"/>
                    <a:pt x="462" y="1"/>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1009" name="Google Shape;1009;p49"/>
            <p:cNvSpPr/>
            <p:nvPr/>
          </p:nvSpPr>
          <p:spPr>
            <a:xfrm>
              <a:off x="8154276" y="2638638"/>
              <a:ext cx="107805" cy="162023"/>
            </a:xfrm>
            <a:custGeom>
              <a:avLst/>
              <a:gdLst/>
              <a:ahLst/>
              <a:cxnLst/>
              <a:rect l="l" t="t" r="r" b="b"/>
              <a:pathLst>
                <a:path w="4110" h="6177" extrusionOk="0">
                  <a:moveTo>
                    <a:pt x="462" y="1"/>
                  </a:moveTo>
                  <a:cubicBezTo>
                    <a:pt x="409" y="1"/>
                    <a:pt x="355" y="47"/>
                    <a:pt x="360" y="113"/>
                  </a:cubicBezTo>
                  <a:cubicBezTo>
                    <a:pt x="590" y="1720"/>
                    <a:pt x="0" y="3700"/>
                    <a:pt x="590" y="5035"/>
                  </a:cubicBezTo>
                  <a:cubicBezTo>
                    <a:pt x="911" y="5752"/>
                    <a:pt x="1613" y="6176"/>
                    <a:pt x="2350" y="6176"/>
                  </a:cubicBezTo>
                  <a:cubicBezTo>
                    <a:pt x="2609" y="6176"/>
                    <a:pt x="2873" y="6123"/>
                    <a:pt x="3126" y="6012"/>
                  </a:cubicBezTo>
                  <a:lnTo>
                    <a:pt x="3133" y="6005"/>
                  </a:lnTo>
                  <a:cubicBezTo>
                    <a:pt x="3581" y="5802"/>
                    <a:pt x="3933" y="5429"/>
                    <a:pt x="4110" y="4968"/>
                  </a:cubicBezTo>
                  <a:lnTo>
                    <a:pt x="4110" y="4968"/>
                  </a:lnTo>
                  <a:cubicBezTo>
                    <a:pt x="4035" y="5022"/>
                    <a:pt x="3947" y="5069"/>
                    <a:pt x="3865" y="5103"/>
                  </a:cubicBezTo>
                  <a:lnTo>
                    <a:pt x="3852" y="5110"/>
                  </a:lnTo>
                  <a:cubicBezTo>
                    <a:pt x="3601" y="5221"/>
                    <a:pt x="3338" y="5274"/>
                    <a:pt x="3079" y="5274"/>
                  </a:cubicBezTo>
                  <a:cubicBezTo>
                    <a:pt x="2346" y="5274"/>
                    <a:pt x="1643" y="4850"/>
                    <a:pt x="1323" y="4134"/>
                  </a:cubicBezTo>
                  <a:cubicBezTo>
                    <a:pt x="902" y="3171"/>
                    <a:pt x="1079" y="1882"/>
                    <a:pt x="1133" y="635"/>
                  </a:cubicBezTo>
                  <a:cubicBezTo>
                    <a:pt x="923" y="452"/>
                    <a:pt x="719" y="248"/>
                    <a:pt x="529" y="31"/>
                  </a:cubicBezTo>
                  <a:cubicBezTo>
                    <a:pt x="510" y="10"/>
                    <a:pt x="486" y="1"/>
                    <a:pt x="462" y="1"/>
                  </a:cubicBezTo>
                  <a:close/>
                </a:path>
              </a:pathLst>
            </a:custGeom>
            <a:solidFill>
              <a:schemeClr val="dk2"/>
            </a:solidFill>
            <a:ln>
              <a:noFill/>
            </a:ln>
          </p:spPr>
          <p:txBody>
            <a:bodyPr spcFirstLastPara="1" wrap="square" lIns="121900" tIns="121900" rIns="121900" bIns="121900" anchor="ctr" anchorCtr="0">
              <a:noAutofit/>
            </a:bodyPr>
            <a:lstStyle/>
            <a:p>
              <a:endParaRPr sz="1867"/>
            </a:p>
          </p:txBody>
        </p:sp>
        <p:sp>
          <p:nvSpPr>
            <p:cNvPr id="1010" name="Google Shape;1010;p49"/>
            <p:cNvSpPr/>
            <p:nvPr/>
          </p:nvSpPr>
          <p:spPr>
            <a:xfrm>
              <a:off x="8145332" y="2435382"/>
              <a:ext cx="203178" cy="195886"/>
            </a:xfrm>
            <a:custGeom>
              <a:avLst/>
              <a:gdLst/>
              <a:ahLst/>
              <a:cxnLst/>
              <a:rect l="l" t="t" r="r" b="b"/>
              <a:pathLst>
                <a:path w="7746" h="7468" extrusionOk="0">
                  <a:moveTo>
                    <a:pt x="182" y="1"/>
                  </a:moveTo>
                  <a:cubicBezTo>
                    <a:pt x="83" y="1"/>
                    <a:pt x="1" y="106"/>
                    <a:pt x="57" y="206"/>
                  </a:cubicBezTo>
                  <a:cubicBezTo>
                    <a:pt x="1162" y="2241"/>
                    <a:pt x="1365" y="5163"/>
                    <a:pt x="2823" y="6655"/>
                  </a:cubicBezTo>
                  <a:cubicBezTo>
                    <a:pt x="3358" y="7196"/>
                    <a:pt x="4063" y="7468"/>
                    <a:pt x="4768" y="7468"/>
                  </a:cubicBezTo>
                  <a:cubicBezTo>
                    <a:pt x="5458" y="7468"/>
                    <a:pt x="6148" y="7208"/>
                    <a:pt x="6681" y="6689"/>
                  </a:cubicBezTo>
                  <a:lnTo>
                    <a:pt x="6695" y="6675"/>
                  </a:lnTo>
                  <a:cubicBezTo>
                    <a:pt x="7746" y="5604"/>
                    <a:pt x="7739" y="3881"/>
                    <a:pt x="6681" y="2817"/>
                  </a:cubicBezTo>
                  <a:cubicBezTo>
                    <a:pt x="5196" y="1346"/>
                    <a:pt x="2274" y="1135"/>
                    <a:pt x="247" y="17"/>
                  </a:cubicBezTo>
                  <a:cubicBezTo>
                    <a:pt x="225" y="6"/>
                    <a:pt x="203" y="1"/>
                    <a:pt x="182" y="1"/>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1011" name="Google Shape;1011;p49"/>
            <p:cNvSpPr/>
            <p:nvPr/>
          </p:nvSpPr>
          <p:spPr>
            <a:xfrm>
              <a:off x="8145489" y="2435329"/>
              <a:ext cx="196095" cy="195886"/>
            </a:xfrm>
            <a:custGeom>
              <a:avLst/>
              <a:gdLst/>
              <a:ahLst/>
              <a:cxnLst/>
              <a:rect l="l" t="t" r="r" b="b"/>
              <a:pathLst>
                <a:path w="7476" h="7468" extrusionOk="0">
                  <a:moveTo>
                    <a:pt x="173" y="0"/>
                  </a:moveTo>
                  <a:cubicBezTo>
                    <a:pt x="77" y="0"/>
                    <a:pt x="1" y="109"/>
                    <a:pt x="51" y="208"/>
                  </a:cubicBezTo>
                  <a:cubicBezTo>
                    <a:pt x="1163" y="2243"/>
                    <a:pt x="1359" y="5165"/>
                    <a:pt x="2824" y="6657"/>
                  </a:cubicBezTo>
                  <a:cubicBezTo>
                    <a:pt x="3360" y="7196"/>
                    <a:pt x="4066" y="7467"/>
                    <a:pt x="4772" y="7467"/>
                  </a:cubicBezTo>
                  <a:cubicBezTo>
                    <a:pt x="5461" y="7467"/>
                    <a:pt x="6150" y="7209"/>
                    <a:pt x="6682" y="6691"/>
                  </a:cubicBezTo>
                  <a:lnTo>
                    <a:pt x="6696" y="6677"/>
                  </a:lnTo>
                  <a:cubicBezTo>
                    <a:pt x="7191" y="6182"/>
                    <a:pt x="7469" y="5511"/>
                    <a:pt x="7475" y="4806"/>
                  </a:cubicBezTo>
                  <a:lnTo>
                    <a:pt x="7475" y="4806"/>
                  </a:lnTo>
                  <a:cubicBezTo>
                    <a:pt x="7401" y="4914"/>
                    <a:pt x="7313" y="5016"/>
                    <a:pt x="7218" y="5111"/>
                  </a:cubicBezTo>
                  <a:lnTo>
                    <a:pt x="7204" y="5124"/>
                  </a:lnTo>
                  <a:cubicBezTo>
                    <a:pt x="6671" y="5641"/>
                    <a:pt x="5981" y="5898"/>
                    <a:pt x="5291" y="5898"/>
                  </a:cubicBezTo>
                  <a:cubicBezTo>
                    <a:pt x="4586" y="5898"/>
                    <a:pt x="3881" y="5629"/>
                    <a:pt x="3346" y="5090"/>
                  </a:cubicBezTo>
                  <a:cubicBezTo>
                    <a:pt x="2295" y="4019"/>
                    <a:pt x="1895" y="2209"/>
                    <a:pt x="1346" y="520"/>
                  </a:cubicBezTo>
                  <a:cubicBezTo>
                    <a:pt x="966" y="378"/>
                    <a:pt x="600" y="208"/>
                    <a:pt x="241" y="19"/>
                  </a:cubicBezTo>
                  <a:cubicBezTo>
                    <a:pt x="218" y="6"/>
                    <a:pt x="195" y="0"/>
                    <a:pt x="173" y="0"/>
                  </a:cubicBezTo>
                  <a:close/>
                </a:path>
              </a:pathLst>
            </a:custGeom>
            <a:solidFill>
              <a:schemeClr val="dk2"/>
            </a:solidFill>
            <a:ln>
              <a:noFill/>
            </a:ln>
          </p:spPr>
          <p:txBody>
            <a:bodyPr spcFirstLastPara="1" wrap="square" lIns="121900" tIns="121900" rIns="121900" bIns="121900" anchor="ctr" anchorCtr="0">
              <a:noAutofit/>
            </a:bodyPr>
            <a:lstStyle/>
            <a:p>
              <a:endParaRPr sz="1867"/>
            </a:p>
          </p:txBody>
        </p:sp>
        <p:sp>
          <p:nvSpPr>
            <p:cNvPr id="1012" name="Google Shape;1012;p49"/>
            <p:cNvSpPr/>
            <p:nvPr/>
          </p:nvSpPr>
          <p:spPr>
            <a:xfrm>
              <a:off x="7968961" y="2488183"/>
              <a:ext cx="136606" cy="226968"/>
            </a:xfrm>
            <a:custGeom>
              <a:avLst/>
              <a:gdLst/>
              <a:ahLst/>
              <a:cxnLst/>
              <a:rect l="l" t="t" r="r" b="b"/>
              <a:pathLst>
                <a:path w="5208" h="8653" extrusionOk="0">
                  <a:moveTo>
                    <a:pt x="2251" y="1"/>
                  </a:moveTo>
                  <a:cubicBezTo>
                    <a:pt x="2194" y="1"/>
                    <a:pt x="2137" y="37"/>
                    <a:pt x="2122" y="106"/>
                  </a:cubicBezTo>
                  <a:cubicBezTo>
                    <a:pt x="1648" y="2187"/>
                    <a:pt x="0" y="4343"/>
                    <a:pt x="102" y="6262"/>
                  </a:cubicBezTo>
                  <a:cubicBezTo>
                    <a:pt x="181" y="7610"/>
                    <a:pt x="1299" y="8652"/>
                    <a:pt x="2634" y="8652"/>
                  </a:cubicBezTo>
                  <a:cubicBezTo>
                    <a:pt x="2676" y="8652"/>
                    <a:pt x="2718" y="8651"/>
                    <a:pt x="2760" y="8649"/>
                  </a:cubicBezTo>
                  <a:lnTo>
                    <a:pt x="2773" y="8649"/>
                  </a:lnTo>
                  <a:cubicBezTo>
                    <a:pt x="4157" y="8547"/>
                    <a:pt x="5208" y="7347"/>
                    <a:pt x="5119" y="5964"/>
                  </a:cubicBezTo>
                  <a:cubicBezTo>
                    <a:pt x="4991" y="4038"/>
                    <a:pt x="3092" y="2099"/>
                    <a:pt x="2373" y="85"/>
                  </a:cubicBezTo>
                  <a:cubicBezTo>
                    <a:pt x="2351" y="28"/>
                    <a:pt x="2301" y="1"/>
                    <a:pt x="2251" y="1"/>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sp>
          <p:nvSpPr>
            <p:cNvPr id="1013" name="Google Shape;1013;p49"/>
            <p:cNvSpPr/>
            <p:nvPr/>
          </p:nvSpPr>
          <p:spPr>
            <a:xfrm>
              <a:off x="7968961" y="2488104"/>
              <a:ext cx="117038" cy="227047"/>
            </a:xfrm>
            <a:custGeom>
              <a:avLst/>
              <a:gdLst/>
              <a:ahLst/>
              <a:cxnLst/>
              <a:rect l="l" t="t" r="r" b="b"/>
              <a:pathLst>
                <a:path w="4462" h="8656" extrusionOk="0">
                  <a:moveTo>
                    <a:pt x="2247" y="1"/>
                  </a:moveTo>
                  <a:cubicBezTo>
                    <a:pt x="2191" y="1"/>
                    <a:pt x="2136" y="35"/>
                    <a:pt x="2122" y="102"/>
                  </a:cubicBezTo>
                  <a:cubicBezTo>
                    <a:pt x="1648" y="2190"/>
                    <a:pt x="0" y="4340"/>
                    <a:pt x="102" y="6265"/>
                  </a:cubicBezTo>
                  <a:cubicBezTo>
                    <a:pt x="181" y="7613"/>
                    <a:pt x="1299" y="8655"/>
                    <a:pt x="2634" y="8655"/>
                  </a:cubicBezTo>
                  <a:cubicBezTo>
                    <a:pt x="2676" y="8655"/>
                    <a:pt x="2718" y="8654"/>
                    <a:pt x="2760" y="8652"/>
                  </a:cubicBezTo>
                  <a:lnTo>
                    <a:pt x="2773" y="8652"/>
                  </a:lnTo>
                  <a:cubicBezTo>
                    <a:pt x="3417" y="8605"/>
                    <a:pt x="4028" y="8313"/>
                    <a:pt x="4462" y="7832"/>
                  </a:cubicBezTo>
                  <a:lnTo>
                    <a:pt x="4462" y="7832"/>
                  </a:lnTo>
                  <a:cubicBezTo>
                    <a:pt x="4340" y="7859"/>
                    <a:pt x="4218" y="7872"/>
                    <a:pt x="4096" y="7879"/>
                  </a:cubicBezTo>
                  <a:lnTo>
                    <a:pt x="4082" y="7879"/>
                  </a:lnTo>
                  <a:cubicBezTo>
                    <a:pt x="4040" y="7881"/>
                    <a:pt x="3998" y="7882"/>
                    <a:pt x="3956" y="7882"/>
                  </a:cubicBezTo>
                  <a:cubicBezTo>
                    <a:pt x="2621" y="7882"/>
                    <a:pt x="1503" y="6840"/>
                    <a:pt x="1424" y="5499"/>
                  </a:cubicBezTo>
                  <a:cubicBezTo>
                    <a:pt x="1356" y="4116"/>
                    <a:pt x="2183" y="2617"/>
                    <a:pt x="2828" y="1112"/>
                  </a:cubicBezTo>
                  <a:cubicBezTo>
                    <a:pt x="2651" y="780"/>
                    <a:pt x="2502" y="434"/>
                    <a:pt x="2373" y="88"/>
                  </a:cubicBezTo>
                  <a:cubicBezTo>
                    <a:pt x="2351" y="30"/>
                    <a:pt x="2298" y="1"/>
                    <a:pt x="2247" y="1"/>
                  </a:cubicBezTo>
                  <a:close/>
                </a:path>
              </a:pathLst>
            </a:custGeom>
            <a:solidFill>
              <a:schemeClr val="dk2"/>
            </a:solidFill>
            <a:ln>
              <a:noFill/>
            </a:ln>
          </p:spPr>
          <p:txBody>
            <a:bodyPr spcFirstLastPara="1" wrap="square" lIns="121900" tIns="121900" rIns="121900" bIns="121900" anchor="ctr" anchorCtr="0">
              <a:noAutofit/>
            </a:bodyPr>
            <a:lstStyle/>
            <a:p>
              <a:endParaRPr sz="1867"/>
            </a:p>
          </p:txBody>
        </p:sp>
      </p:grpSp>
      <p:grpSp>
        <p:nvGrpSpPr>
          <p:cNvPr id="1014" name="Google Shape;1014;p49"/>
          <p:cNvGrpSpPr/>
          <p:nvPr/>
        </p:nvGrpSpPr>
        <p:grpSpPr>
          <a:xfrm>
            <a:off x="5108826" y="4779422"/>
            <a:ext cx="498509" cy="493404"/>
            <a:chOff x="6041869" y="3365392"/>
            <a:chExt cx="373882" cy="370053"/>
          </a:xfrm>
        </p:grpSpPr>
        <p:sp>
          <p:nvSpPr>
            <p:cNvPr id="1015" name="Google Shape;1015;p49"/>
            <p:cNvSpPr/>
            <p:nvPr/>
          </p:nvSpPr>
          <p:spPr>
            <a:xfrm>
              <a:off x="6082080" y="3626355"/>
              <a:ext cx="70795" cy="68854"/>
            </a:xfrm>
            <a:custGeom>
              <a:avLst/>
              <a:gdLst/>
              <a:ahLst/>
              <a:cxnLst/>
              <a:rect l="l" t="t" r="r" b="b"/>
              <a:pathLst>
                <a:path w="2699" h="2625" extrusionOk="0">
                  <a:moveTo>
                    <a:pt x="299" y="1"/>
                  </a:moveTo>
                  <a:cubicBezTo>
                    <a:pt x="0" y="1"/>
                    <a:pt x="0" y="441"/>
                    <a:pt x="299" y="441"/>
                  </a:cubicBezTo>
                  <a:lnTo>
                    <a:pt x="2258" y="441"/>
                  </a:lnTo>
                  <a:lnTo>
                    <a:pt x="2258" y="2401"/>
                  </a:lnTo>
                  <a:cubicBezTo>
                    <a:pt x="2258" y="2523"/>
                    <a:pt x="2353" y="2625"/>
                    <a:pt x="2475" y="2625"/>
                  </a:cubicBezTo>
                  <a:cubicBezTo>
                    <a:pt x="2597" y="2625"/>
                    <a:pt x="2699" y="2523"/>
                    <a:pt x="2699" y="2401"/>
                  </a:cubicBezTo>
                  <a:lnTo>
                    <a:pt x="2699" y="224"/>
                  </a:lnTo>
                  <a:cubicBezTo>
                    <a:pt x="2699" y="102"/>
                    <a:pt x="2597" y="1"/>
                    <a:pt x="2475" y="1"/>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16" name="Google Shape;1016;p49"/>
            <p:cNvSpPr/>
            <p:nvPr/>
          </p:nvSpPr>
          <p:spPr>
            <a:xfrm>
              <a:off x="6304746" y="3405603"/>
              <a:ext cx="70821" cy="68723"/>
            </a:xfrm>
            <a:custGeom>
              <a:avLst/>
              <a:gdLst/>
              <a:ahLst/>
              <a:cxnLst/>
              <a:rect l="l" t="t" r="r" b="b"/>
              <a:pathLst>
                <a:path w="2700" h="2620" extrusionOk="0">
                  <a:moveTo>
                    <a:pt x="221" y="0"/>
                  </a:moveTo>
                  <a:cubicBezTo>
                    <a:pt x="111" y="0"/>
                    <a:pt x="1" y="73"/>
                    <a:pt x="1" y="219"/>
                  </a:cubicBezTo>
                  <a:lnTo>
                    <a:pt x="1" y="2402"/>
                  </a:lnTo>
                  <a:cubicBezTo>
                    <a:pt x="1" y="2524"/>
                    <a:pt x="102" y="2619"/>
                    <a:pt x="224" y="2619"/>
                  </a:cubicBezTo>
                  <a:lnTo>
                    <a:pt x="2408" y="2619"/>
                  </a:lnTo>
                  <a:cubicBezTo>
                    <a:pt x="2699" y="2619"/>
                    <a:pt x="2699" y="2179"/>
                    <a:pt x="2408" y="2179"/>
                  </a:cubicBezTo>
                  <a:lnTo>
                    <a:pt x="441" y="2179"/>
                  </a:lnTo>
                  <a:lnTo>
                    <a:pt x="441" y="219"/>
                  </a:lnTo>
                  <a:cubicBezTo>
                    <a:pt x="441" y="73"/>
                    <a:pt x="331" y="0"/>
                    <a:pt x="221" y="0"/>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17" name="Google Shape;1017;p49"/>
            <p:cNvSpPr/>
            <p:nvPr/>
          </p:nvSpPr>
          <p:spPr>
            <a:xfrm>
              <a:off x="6180128" y="3388344"/>
              <a:ext cx="97418" cy="52171"/>
            </a:xfrm>
            <a:custGeom>
              <a:avLst/>
              <a:gdLst/>
              <a:ahLst/>
              <a:cxnLst/>
              <a:rect l="l" t="t" r="r" b="b"/>
              <a:pathLst>
                <a:path w="3714" h="1989" extrusionOk="0">
                  <a:moveTo>
                    <a:pt x="314" y="0"/>
                  </a:moveTo>
                  <a:cubicBezTo>
                    <a:pt x="145" y="0"/>
                    <a:pt x="0" y="221"/>
                    <a:pt x="161" y="382"/>
                  </a:cubicBezTo>
                  <a:lnTo>
                    <a:pt x="1700" y="1928"/>
                  </a:lnTo>
                  <a:cubicBezTo>
                    <a:pt x="1741" y="1969"/>
                    <a:pt x="1795" y="1989"/>
                    <a:pt x="1856" y="1989"/>
                  </a:cubicBezTo>
                  <a:cubicBezTo>
                    <a:pt x="1917" y="1989"/>
                    <a:pt x="1971" y="1969"/>
                    <a:pt x="2012" y="1928"/>
                  </a:cubicBezTo>
                  <a:lnTo>
                    <a:pt x="3558" y="382"/>
                  </a:lnTo>
                  <a:cubicBezTo>
                    <a:pt x="3714" y="221"/>
                    <a:pt x="3567" y="0"/>
                    <a:pt x="3399" y="0"/>
                  </a:cubicBezTo>
                  <a:cubicBezTo>
                    <a:pt x="3347" y="0"/>
                    <a:pt x="3294" y="21"/>
                    <a:pt x="3246" y="70"/>
                  </a:cubicBezTo>
                  <a:lnTo>
                    <a:pt x="1856" y="1460"/>
                  </a:lnTo>
                  <a:lnTo>
                    <a:pt x="466" y="70"/>
                  </a:lnTo>
                  <a:cubicBezTo>
                    <a:pt x="419" y="21"/>
                    <a:pt x="365" y="0"/>
                    <a:pt x="314" y="0"/>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18" name="Google Shape;1018;p49"/>
            <p:cNvSpPr/>
            <p:nvPr/>
          </p:nvSpPr>
          <p:spPr>
            <a:xfrm>
              <a:off x="6180075" y="3660375"/>
              <a:ext cx="96946" cy="52093"/>
            </a:xfrm>
            <a:custGeom>
              <a:avLst/>
              <a:gdLst/>
              <a:ahLst/>
              <a:cxnLst/>
              <a:rect l="l" t="t" r="r" b="b"/>
              <a:pathLst>
                <a:path w="3696" h="1986" extrusionOk="0">
                  <a:moveTo>
                    <a:pt x="1858" y="0"/>
                  </a:moveTo>
                  <a:cubicBezTo>
                    <a:pt x="1802" y="0"/>
                    <a:pt x="1746" y="23"/>
                    <a:pt x="1702" y="67"/>
                  </a:cubicBezTo>
                  <a:lnTo>
                    <a:pt x="163" y="1606"/>
                  </a:lnTo>
                  <a:cubicBezTo>
                    <a:pt x="1" y="1763"/>
                    <a:pt x="149" y="1984"/>
                    <a:pt x="322" y="1984"/>
                  </a:cubicBezTo>
                  <a:cubicBezTo>
                    <a:pt x="373" y="1984"/>
                    <a:pt x="427" y="1964"/>
                    <a:pt x="475" y="1918"/>
                  </a:cubicBezTo>
                  <a:lnTo>
                    <a:pt x="1858" y="528"/>
                  </a:lnTo>
                  <a:lnTo>
                    <a:pt x="3248" y="1918"/>
                  </a:lnTo>
                  <a:cubicBezTo>
                    <a:pt x="3289" y="1958"/>
                    <a:pt x="3343" y="1979"/>
                    <a:pt x="3404" y="1979"/>
                  </a:cubicBezTo>
                  <a:lnTo>
                    <a:pt x="3404" y="1985"/>
                  </a:lnTo>
                  <a:cubicBezTo>
                    <a:pt x="3601" y="1985"/>
                    <a:pt x="3696" y="1748"/>
                    <a:pt x="3560" y="1606"/>
                  </a:cubicBezTo>
                  <a:lnTo>
                    <a:pt x="2014" y="67"/>
                  </a:lnTo>
                  <a:cubicBezTo>
                    <a:pt x="1970" y="23"/>
                    <a:pt x="1914" y="0"/>
                    <a:pt x="1858" y="0"/>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19" name="Google Shape;1019;p49"/>
            <p:cNvSpPr/>
            <p:nvPr/>
          </p:nvSpPr>
          <p:spPr>
            <a:xfrm>
              <a:off x="6338190" y="3503939"/>
              <a:ext cx="55109" cy="92749"/>
            </a:xfrm>
            <a:custGeom>
              <a:avLst/>
              <a:gdLst/>
              <a:ahLst/>
              <a:cxnLst/>
              <a:rect l="l" t="t" r="r" b="b"/>
              <a:pathLst>
                <a:path w="2101" h="3536" extrusionOk="0">
                  <a:moveTo>
                    <a:pt x="1784" y="1"/>
                  </a:moveTo>
                  <a:cubicBezTo>
                    <a:pt x="1732" y="1"/>
                    <a:pt x="1677" y="21"/>
                    <a:pt x="1628" y="70"/>
                  </a:cubicBezTo>
                  <a:lnTo>
                    <a:pt x="82" y="1616"/>
                  </a:lnTo>
                  <a:cubicBezTo>
                    <a:pt x="0" y="1698"/>
                    <a:pt x="0" y="1840"/>
                    <a:pt x="82" y="1928"/>
                  </a:cubicBezTo>
                  <a:lnTo>
                    <a:pt x="1628" y="3468"/>
                  </a:lnTo>
                  <a:cubicBezTo>
                    <a:pt x="1668" y="3508"/>
                    <a:pt x="1723" y="3535"/>
                    <a:pt x="1784" y="3535"/>
                  </a:cubicBezTo>
                  <a:cubicBezTo>
                    <a:pt x="1980" y="3535"/>
                    <a:pt x="2082" y="3298"/>
                    <a:pt x="1940" y="3156"/>
                  </a:cubicBezTo>
                  <a:lnTo>
                    <a:pt x="550" y="1772"/>
                  </a:lnTo>
                  <a:lnTo>
                    <a:pt x="1940" y="382"/>
                  </a:lnTo>
                  <a:cubicBezTo>
                    <a:pt x="2101" y="221"/>
                    <a:pt x="1955" y="1"/>
                    <a:pt x="1784" y="1"/>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20" name="Google Shape;1020;p49"/>
            <p:cNvSpPr/>
            <p:nvPr/>
          </p:nvSpPr>
          <p:spPr>
            <a:xfrm>
              <a:off x="6064506" y="3503939"/>
              <a:ext cx="55109" cy="92749"/>
            </a:xfrm>
            <a:custGeom>
              <a:avLst/>
              <a:gdLst/>
              <a:ahLst/>
              <a:cxnLst/>
              <a:rect l="l" t="t" r="r" b="b"/>
              <a:pathLst>
                <a:path w="2101" h="3536" extrusionOk="0">
                  <a:moveTo>
                    <a:pt x="314" y="1"/>
                  </a:moveTo>
                  <a:cubicBezTo>
                    <a:pt x="146" y="1"/>
                    <a:pt x="1" y="221"/>
                    <a:pt x="162" y="382"/>
                  </a:cubicBezTo>
                  <a:lnTo>
                    <a:pt x="1545" y="1772"/>
                  </a:lnTo>
                  <a:lnTo>
                    <a:pt x="155" y="3156"/>
                  </a:lnTo>
                  <a:cubicBezTo>
                    <a:pt x="19" y="3298"/>
                    <a:pt x="114" y="3535"/>
                    <a:pt x="311" y="3535"/>
                  </a:cubicBezTo>
                  <a:cubicBezTo>
                    <a:pt x="372" y="3535"/>
                    <a:pt x="426" y="3508"/>
                    <a:pt x="467" y="3468"/>
                  </a:cubicBezTo>
                  <a:lnTo>
                    <a:pt x="2013" y="1928"/>
                  </a:lnTo>
                  <a:cubicBezTo>
                    <a:pt x="2101" y="1840"/>
                    <a:pt x="2101" y="1698"/>
                    <a:pt x="2013" y="1616"/>
                  </a:cubicBezTo>
                  <a:lnTo>
                    <a:pt x="467" y="70"/>
                  </a:lnTo>
                  <a:cubicBezTo>
                    <a:pt x="419" y="21"/>
                    <a:pt x="366" y="1"/>
                    <a:pt x="314" y="1"/>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21" name="Google Shape;1021;p49"/>
            <p:cNvSpPr/>
            <p:nvPr/>
          </p:nvSpPr>
          <p:spPr>
            <a:xfrm>
              <a:off x="6304746" y="3626355"/>
              <a:ext cx="70821" cy="68854"/>
            </a:xfrm>
            <a:custGeom>
              <a:avLst/>
              <a:gdLst/>
              <a:ahLst/>
              <a:cxnLst/>
              <a:rect l="l" t="t" r="r" b="b"/>
              <a:pathLst>
                <a:path w="2700" h="2625" extrusionOk="0">
                  <a:moveTo>
                    <a:pt x="224" y="1"/>
                  </a:moveTo>
                  <a:cubicBezTo>
                    <a:pt x="102" y="1"/>
                    <a:pt x="7" y="102"/>
                    <a:pt x="7" y="224"/>
                  </a:cubicBezTo>
                  <a:lnTo>
                    <a:pt x="7" y="2401"/>
                  </a:lnTo>
                  <a:cubicBezTo>
                    <a:pt x="1" y="2523"/>
                    <a:pt x="102" y="2625"/>
                    <a:pt x="224" y="2625"/>
                  </a:cubicBezTo>
                  <a:cubicBezTo>
                    <a:pt x="346" y="2625"/>
                    <a:pt x="448" y="2523"/>
                    <a:pt x="448" y="2401"/>
                  </a:cubicBezTo>
                  <a:lnTo>
                    <a:pt x="448" y="441"/>
                  </a:lnTo>
                  <a:lnTo>
                    <a:pt x="2408" y="441"/>
                  </a:lnTo>
                  <a:cubicBezTo>
                    <a:pt x="2699" y="441"/>
                    <a:pt x="2699" y="1"/>
                    <a:pt x="2408" y="1"/>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22" name="Google Shape;1022;p49"/>
            <p:cNvSpPr/>
            <p:nvPr/>
          </p:nvSpPr>
          <p:spPr>
            <a:xfrm>
              <a:off x="6082080" y="3405603"/>
              <a:ext cx="70795" cy="68723"/>
            </a:xfrm>
            <a:custGeom>
              <a:avLst/>
              <a:gdLst/>
              <a:ahLst/>
              <a:cxnLst/>
              <a:rect l="l" t="t" r="r" b="b"/>
              <a:pathLst>
                <a:path w="2699" h="2620" extrusionOk="0">
                  <a:moveTo>
                    <a:pt x="2478" y="0"/>
                  </a:moveTo>
                  <a:cubicBezTo>
                    <a:pt x="2368" y="0"/>
                    <a:pt x="2258" y="73"/>
                    <a:pt x="2258" y="219"/>
                  </a:cubicBezTo>
                  <a:lnTo>
                    <a:pt x="2258" y="2179"/>
                  </a:lnTo>
                  <a:lnTo>
                    <a:pt x="299" y="2179"/>
                  </a:lnTo>
                  <a:cubicBezTo>
                    <a:pt x="0" y="2179"/>
                    <a:pt x="0" y="2619"/>
                    <a:pt x="299" y="2619"/>
                  </a:cubicBezTo>
                  <a:lnTo>
                    <a:pt x="2475" y="2619"/>
                  </a:lnTo>
                  <a:cubicBezTo>
                    <a:pt x="2597" y="2619"/>
                    <a:pt x="2699" y="2524"/>
                    <a:pt x="2699" y="2402"/>
                  </a:cubicBezTo>
                  <a:lnTo>
                    <a:pt x="2699" y="219"/>
                  </a:lnTo>
                  <a:cubicBezTo>
                    <a:pt x="2699" y="73"/>
                    <a:pt x="2589" y="0"/>
                    <a:pt x="2478" y="0"/>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23" name="Google Shape;1023;p49"/>
            <p:cNvSpPr/>
            <p:nvPr/>
          </p:nvSpPr>
          <p:spPr>
            <a:xfrm>
              <a:off x="6041869" y="3365392"/>
              <a:ext cx="373882" cy="370053"/>
            </a:xfrm>
            <a:custGeom>
              <a:avLst/>
              <a:gdLst/>
              <a:ahLst/>
              <a:cxnLst/>
              <a:rect l="l" t="t" r="r" b="b"/>
              <a:pathLst>
                <a:path w="14254" h="14108" extrusionOk="0">
                  <a:moveTo>
                    <a:pt x="7131" y="1"/>
                  </a:moveTo>
                  <a:cubicBezTo>
                    <a:pt x="7020" y="1"/>
                    <a:pt x="6910" y="74"/>
                    <a:pt x="6910" y="220"/>
                  </a:cubicBezTo>
                  <a:lnTo>
                    <a:pt x="6910" y="6519"/>
                  </a:lnTo>
                  <a:lnTo>
                    <a:pt x="2455" y="2064"/>
                  </a:lnTo>
                  <a:cubicBezTo>
                    <a:pt x="2406" y="2015"/>
                    <a:pt x="2351" y="1994"/>
                    <a:pt x="2299" y="1994"/>
                  </a:cubicBezTo>
                  <a:cubicBezTo>
                    <a:pt x="2128" y="1994"/>
                    <a:pt x="1982" y="2215"/>
                    <a:pt x="2143" y="2376"/>
                  </a:cubicBezTo>
                  <a:lnTo>
                    <a:pt x="6598" y="6831"/>
                  </a:lnTo>
                  <a:lnTo>
                    <a:pt x="292" y="6831"/>
                  </a:lnTo>
                  <a:cubicBezTo>
                    <a:pt x="1" y="6831"/>
                    <a:pt x="1" y="7271"/>
                    <a:pt x="292" y="7271"/>
                  </a:cubicBezTo>
                  <a:lnTo>
                    <a:pt x="6598" y="7271"/>
                  </a:lnTo>
                  <a:lnTo>
                    <a:pt x="2143" y="11726"/>
                  </a:lnTo>
                  <a:cubicBezTo>
                    <a:pt x="1982" y="11887"/>
                    <a:pt x="2128" y="12108"/>
                    <a:pt x="2299" y="12108"/>
                  </a:cubicBezTo>
                  <a:cubicBezTo>
                    <a:pt x="2351" y="12108"/>
                    <a:pt x="2406" y="12087"/>
                    <a:pt x="2455" y="12038"/>
                  </a:cubicBezTo>
                  <a:lnTo>
                    <a:pt x="6910" y="7583"/>
                  </a:lnTo>
                  <a:lnTo>
                    <a:pt x="6910" y="13889"/>
                  </a:lnTo>
                  <a:cubicBezTo>
                    <a:pt x="6910" y="14035"/>
                    <a:pt x="7020" y="14108"/>
                    <a:pt x="7131" y="14108"/>
                  </a:cubicBezTo>
                  <a:cubicBezTo>
                    <a:pt x="7241" y="14108"/>
                    <a:pt x="7351" y="14035"/>
                    <a:pt x="7351" y="13889"/>
                  </a:cubicBezTo>
                  <a:lnTo>
                    <a:pt x="7351" y="7583"/>
                  </a:lnTo>
                  <a:lnTo>
                    <a:pt x="11806" y="12038"/>
                  </a:lnTo>
                  <a:cubicBezTo>
                    <a:pt x="11853" y="12087"/>
                    <a:pt x="11907" y="12108"/>
                    <a:pt x="11958" y="12108"/>
                  </a:cubicBezTo>
                  <a:cubicBezTo>
                    <a:pt x="12127" y="12108"/>
                    <a:pt x="12274" y="11887"/>
                    <a:pt x="12118" y="11726"/>
                  </a:cubicBezTo>
                  <a:lnTo>
                    <a:pt x="7663" y="7271"/>
                  </a:lnTo>
                  <a:lnTo>
                    <a:pt x="13962" y="7271"/>
                  </a:lnTo>
                  <a:cubicBezTo>
                    <a:pt x="14254" y="7271"/>
                    <a:pt x="14254" y="6831"/>
                    <a:pt x="13962" y="6831"/>
                  </a:cubicBezTo>
                  <a:lnTo>
                    <a:pt x="7663" y="6831"/>
                  </a:lnTo>
                  <a:lnTo>
                    <a:pt x="12118" y="2376"/>
                  </a:lnTo>
                  <a:cubicBezTo>
                    <a:pt x="12274" y="2215"/>
                    <a:pt x="12127" y="1994"/>
                    <a:pt x="11958" y="1994"/>
                  </a:cubicBezTo>
                  <a:cubicBezTo>
                    <a:pt x="11907" y="1994"/>
                    <a:pt x="11853" y="2015"/>
                    <a:pt x="11806" y="2064"/>
                  </a:cubicBezTo>
                  <a:lnTo>
                    <a:pt x="7351" y="6519"/>
                  </a:lnTo>
                  <a:lnTo>
                    <a:pt x="7351" y="220"/>
                  </a:lnTo>
                  <a:cubicBezTo>
                    <a:pt x="7351" y="74"/>
                    <a:pt x="7241" y="1"/>
                    <a:pt x="7131" y="1"/>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24" name="Google Shape;1024;p49"/>
            <p:cNvSpPr/>
            <p:nvPr/>
          </p:nvSpPr>
          <p:spPr>
            <a:xfrm>
              <a:off x="6141832" y="3463755"/>
              <a:ext cx="173957" cy="173302"/>
            </a:xfrm>
            <a:custGeom>
              <a:avLst/>
              <a:gdLst/>
              <a:ahLst/>
              <a:cxnLst/>
              <a:rect l="l" t="t" r="r" b="b"/>
              <a:pathLst>
                <a:path w="6632" h="6607" extrusionOk="0">
                  <a:moveTo>
                    <a:pt x="3316" y="457"/>
                  </a:moveTo>
                  <a:lnTo>
                    <a:pt x="5330" y="1291"/>
                  </a:lnTo>
                  <a:lnTo>
                    <a:pt x="6164" y="3304"/>
                  </a:lnTo>
                  <a:lnTo>
                    <a:pt x="5330" y="5318"/>
                  </a:lnTo>
                  <a:lnTo>
                    <a:pt x="3316" y="6152"/>
                  </a:lnTo>
                  <a:lnTo>
                    <a:pt x="1302" y="5318"/>
                  </a:lnTo>
                  <a:lnTo>
                    <a:pt x="468" y="3304"/>
                  </a:lnTo>
                  <a:lnTo>
                    <a:pt x="1302" y="1291"/>
                  </a:lnTo>
                  <a:lnTo>
                    <a:pt x="3316" y="457"/>
                  </a:lnTo>
                  <a:close/>
                  <a:moveTo>
                    <a:pt x="3320" y="1"/>
                  </a:moveTo>
                  <a:cubicBezTo>
                    <a:pt x="3291" y="1"/>
                    <a:pt x="3262" y="6"/>
                    <a:pt x="3235" y="16"/>
                  </a:cubicBezTo>
                  <a:lnTo>
                    <a:pt x="1051" y="911"/>
                  </a:lnTo>
                  <a:cubicBezTo>
                    <a:pt x="997" y="938"/>
                    <a:pt x="957" y="979"/>
                    <a:pt x="929" y="1033"/>
                  </a:cubicBezTo>
                  <a:lnTo>
                    <a:pt x="28" y="3216"/>
                  </a:lnTo>
                  <a:cubicBezTo>
                    <a:pt x="0" y="3270"/>
                    <a:pt x="0" y="3332"/>
                    <a:pt x="28" y="3386"/>
                  </a:cubicBezTo>
                  <a:lnTo>
                    <a:pt x="929" y="5569"/>
                  </a:lnTo>
                  <a:cubicBezTo>
                    <a:pt x="950" y="5623"/>
                    <a:pt x="997" y="5664"/>
                    <a:pt x="1051" y="5691"/>
                  </a:cubicBezTo>
                  <a:lnTo>
                    <a:pt x="3235" y="6593"/>
                  </a:lnTo>
                  <a:cubicBezTo>
                    <a:pt x="3262" y="6607"/>
                    <a:pt x="3289" y="6607"/>
                    <a:pt x="3316" y="6607"/>
                  </a:cubicBezTo>
                  <a:cubicBezTo>
                    <a:pt x="3343" y="6607"/>
                    <a:pt x="3370" y="6600"/>
                    <a:pt x="3398" y="6593"/>
                  </a:cubicBezTo>
                  <a:lnTo>
                    <a:pt x="5588" y="5691"/>
                  </a:lnTo>
                  <a:cubicBezTo>
                    <a:pt x="5642" y="5671"/>
                    <a:pt x="5683" y="5630"/>
                    <a:pt x="5703" y="5576"/>
                  </a:cubicBezTo>
                  <a:lnTo>
                    <a:pt x="6612" y="3393"/>
                  </a:lnTo>
                  <a:cubicBezTo>
                    <a:pt x="6632" y="3338"/>
                    <a:pt x="6632" y="3277"/>
                    <a:pt x="6612" y="3223"/>
                  </a:cubicBezTo>
                  <a:lnTo>
                    <a:pt x="5703" y="1040"/>
                  </a:lnTo>
                  <a:cubicBezTo>
                    <a:pt x="5683" y="985"/>
                    <a:pt x="5642" y="945"/>
                    <a:pt x="5588" y="918"/>
                  </a:cubicBezTo>
                  <a:lnTo>
                    <a:pt x="3404" y="16"/>
                  </a:lnTo>
                  <a:cubicBezTo>
                    <a:pt x="3377" y="6"/>
                    <a:pt x="3348" y="1"/>
                    <a:pt x="3320" y="1"/>
                  </a:cubicBezTo>
                  <a:close/>
                </a:path>
              </a:pathLst>
            </a:custGeom>
            <a:solidFill>
              <a:schemeClr val="accent3"/>
            </a:solidFill>
            <a:ln>
              <a:noFill/>
            </a:ln>
          </p:spPr>
          <p:txBody>
            <a:bodyPr spcFirstLastPara="1" wrap="square" lIns="121900" tIns="121900" rIns="121900" bIns="121900" anchor="ctr" anchorCtr="0">
              <a:noAutofit/>
            </a:bodyPr>
            <a:lstStyle/>
            <a:p>
              <a:endParaRPr sz="1867"/>
            </a:p>
          </p:txBody>
        </p:sp>
      </p:grpSp>
      <p:grpSp>
        <p:nvGrpSpPr>
          <p:cNvPr id="1025" name="Google Shape;1025;p49"/>
          <p:cNvGrpSpPr/>
          <p:nvPr/>
        </p:nvGrpSpPr>
        <p:grpSpPr>
          <a:xfrm>
            <a:off x="6490186" y="4772187"/>
            <a:ext cx="549165" cy="494308"/>
            <a:chOff x="1903737" y="3215540"/>
            <a:chExt cx="411874" cy="370731"/>
          </a:xfrm>
        </p:grpSpPr>
        <p:sp>
          <p:nvSpPr>
            <p:cNvPr id="1026" name="Google Shape;1026;p49"/>
            <p:cNvSpPr/>
            <p:nvPr/>
          </p:nvSpPr>
          <p:spPr>
            <a:xfrm>
              <a:off x="2115940" y="3285661"/>
              <a:ext cx="77451" cy="75271"/>
            </a:xfrm>
            <a:custGeom>
              <a:avLst/>
              <a:gdLst/>
              <a:ahLst/>
              <a:cxnLst/>
              <a:rect l="l" t="t" r="r" b="b"/>
              <a:pathLst>
                <a:path w="2948" h="2865" extrusionOk="0">
                  <a:moveTo>
                    <a:pt x="1475" y="0"/>
                  </a:moveTo>
                  <a:cubicBezTo>
                    <a:pt x="1438" y="0"/>
                    <a:pt x="1401" y="25"/>
                    <a:pt x="1398" y="73"/>
                  </a:cubicBezTo>
                  <a:cubicBezTo>
                    <a:pt x="1398" y="781"/>
                    <a:pt x="822" y="1356"/>
                    <a:pt x="115" y="1356"/>
                  </a:cubicBezTo>
                  <a:cubicBezTo>
                    <a:pt x="110" y="1356"/>
                    <a:pt x="106" y="1356"/>
                    <a:pt x="102" y="1356"/>
                  </a:cubicBezTo>
                  <a:cubicBezTo>
                    <a:pt x="1" y="1356"/>
                    <a:pt x="1" y="1517"/>
                    <a:pt x="102" y="1517"/>
                  </a:cubicBezTo>
                  <a:cubicBezTo>
                    <a:pt x="106" y="1517"/>
                    <a:pt x="110" y="1516"/>
                    <a:pt x="115" y="1516"/>
                  </a:cubicBezTo>
                  <a:cubicBezTo>
                    <a:pt x="822" y="1516"/>
                    <a:pt x="1391" y="2085"/>
                    <a:pt x="1398" y="2792"/>
                  </a:cubicBezTo>
                  <a:cubicBezTo>
                    <a:pt x="1401" y="2841"/>
                    <a:pt x="1438" y="2865"/>
                    <a:pt x="1475" y="2865"/>
                  </a:cubicBezTo>
                  <a:cubicBezTo>
                    <a:pt x="1512" y="2865"/>
                    <a:pt x="1550" y="2841"/>
                    <a:pt x="1557" y="2792"/>
                  </a:cubicBezTo>
                  <a:cubicBezTo>
                    <a:pt x="1557" y="2085"/>
                    <a:pt x="2126" y="1516"/>
                    <a:pt x="2834" y="1516"/>
                  </a:cubicBezTo>
                  <a:cubicBezTo>
                    <a:pt x="2838" y="1516"/>
                    <a:pt x="2842" y="1517"/>
                    <a:pt x="2846" y="1517"/>
                  </a:cubicBezTo>
                  <a:cubicBezTo>
                    <a:pt x="2947" y="1517"/>
                    <a:pt x="2947" y="1356"/>
                    <a:pt x="2846" y="1356"/>
                  </a:cubicBezTo>
                  <a:cubicBezTo>
                    <a:pt x="2842" y="1356"/>
                    <a:pt x="2838" y="1356"/>
                    <a:pt x="2834" y="1356"/>
                  </a:cubicBezTo>
                  <a:cubicBezTo>
                    <a:pt x="2126" y="1349"/>
                    <a:pt x="1557" y="781"/>
                    <a:pt x="1557" y="73"/>
                  </a:cubicBezTo>
                  <a:cubicBezTo>
                    <a:pt x="1550" y="25"/>
                    <a:pt x="1512" y="0"/>
                    <a:pt x="1475" y="0"/>
                  </a:cubicBezTo>
                  <a:close/>
                </a:path>
              </a:pathLst>
            </a:custGeom>
            <a:solidFill>
              <a:schemeClr val="dk2"/>
            </a:solidFill>
            <a:ln>
              <a:noFill/>
            </a:ln>
          </p:spPr>
          <p:txBody>
            <a:bodyPr spcFirstLastPara="1" wrap="square" lIns="121900" tIns="121900" rIns="121900" bIns="121900" anchor="ctr" anchorCtr="0">
              <a:noAutofit/>
            </a:bodyPr>
            <a:lstStyle/>
            <a:p>
              <a:endParaRPr sz="1867"/>
            </a:p>
          </p:txBody>
        </p:sp>
        <p:sp>
          <p:nvSpPr>
            <p:cNvPr id="1027" name="Google Shape;1027;p49"/>
            <p:cNvSpPr/>
            <p:nvPr/>
          </p:nvSpPr>
          <p:spPr>
            <a:xfrm>
              <a:off x="2116939" y="3285425"/>
              <a:ext cx="44663" cy="74798"/>
            </a:xfrm>
            <a:custGeom>
              <a:avLst/>
              <a:gdLst/>
              <a:ahLst/>
              <a:cxnLst/>
              <a:rect l="l" t="t" r="r" b="b"/>
              <a:pathLst>
                <a:path w="1700" h="2847" extrusionOk="0">
                  <a:moveTo>
                    <a:pt x="1437" y="1"/>
                  </a:moveTo>
                  <a:cubicBezTo>
                    <a:pt x="1395" y="1"/>
                    <a:pt x="1353" y="30"/>
                    <a:pt x="1360" y="89"/>
                  </a:cubicBezTo>
                  <a:cubicBezTo>
                    <a:pt x="1353" y="589"/>
                    <a:pt x="1062" y="1039"/>
                    <a:pt x="611" y="1247"/>
                  </a:cubicBezTo>
                  <a:lnTo>
                    <a:pt x="604" y="1247"/>
                  </a:lnTo>
                  <a:cubicBezTo>
                    <a:pt x="548" y="1275"/>
                    <a:pt x="500" y="1289"/>
                    <a:pt x="444" y="1310"/>
                  </a:cubicBezTo>
                  <a:lnTo>
                    <a:pt x="430" y="1310"/>
                  </a:lnTo>
                  <a:lnTo>
                    <a:pt x="361" y="1324"/>
                  </a:lnTo>
                  <a:lnTo>
                    <a:pt x="347" y="1324"/>
                  </a:lnTo>
                  <a:cubicBezTo>
                    <a:pt x="319" y="1331"/>
                    <a:pt x="292" y="1338"/>
                    <a:pt x="271" y="1345"/>
                  </a:cubicBezTo>
                  <a:lnTo>
                    <a:pt x="257" y="1345"/>
                  </a:lnTo>
                  <a:lnTo>
                    <a:pt x="188" y="1352"/>
                  </a:lnTo>
                  <a:lnTo>
                    <a:pt x="84" y="1352"/>
                  </a:lnTo>
                  <a:cubicBezTo>
                    <a:pt x="35" y="1352"/>
                    <a:pt x="0" y="1386"/>
                    <a:pt x="0" y="1428"/>
                  </a:cubicBezTo>
                  <a:cubicBezTo>
                    <a:pt x="0" y="1476"/>
                    <a:pt x="35" y="1511"/>
                    <a:pt x="84" y="1511"/>
                  </a:cubicBezTo>
                  <a:lnTo>
                    <a:pt x="188" y="1511"/>
                  </a:lnTo>
                  <a:lnTo>
                    <a:pt x="257" y="1518"/>
                  </a:lnTo>
                  <a:lnTo>
                    <a:pt x="271" y="1518"/>
                  </a:lnTo>
                  <a:cubicBezTo>
                    <a:pt x="292" y="1525"/>
                    <a:pt x="319" y="1525"/>
                    <a:pt x="347" y="1532"/>
                  </a:cubicBezTo>
                  <a:lnTo>
                    <a:pt x="361" y="1532"/>
                  </a:lnTo>
                  <a:lnTo>
                    <a:pt x="430" y="1553"/>
                  </a:lnTo>
                  <a:lnTo>
                    <a:pt x="444" y="1553"/>
                  </a:lnTo>
                  <a:cubicBezTo>
                    <a:pt x="500" y="1567"/>
                    <a:pt x="548" y="1587"/>
                    <a:pt x="604" y="1608"/>
                  </a:cubicBezTo>
                  <a:lnTo>
                    <a:pt x="611" y="1608"/>
                  </a:lnTo>
                  <a:cubicBezTo>
                    <a:pt x="1062" y="1816"/>
                    <a:pt x="1353" y="2274"/>
                    <a:pt x="1360" y="2773"/>
                  </a:cubicBezTo>
                  <a:cubicBezTo>
                    <a:pt x="1363" y="2822"/>
                    <a:pt x="1400" y="2846"/>
                    <a:pt x="1437" y="2846"/>
                  </a:cubicBezTo>
                  <a:cubicBezTo>
                    <a:pt x="1474" y="2846"/>
                    <a:pt x="1512" y="2822"/>
                    <a:pt x="1519" y="2773"/>
                  </a:cubicBezTo>
                  <a:cubicBezTo>
                    <a:pt x="1519" y="2538"/>
                    <a:pt x="1582" y="2309"/>
                    <a:pt x="1700" y="2108"/>
                  </a:cubicBezTo>
                  <a:cubicBezTo>
                    <a:pt x="1637" y="1851"/>
                    <a:pt x="1499" y="1615"/>
                    <a:pt x="1290" y="1442"/>
                  </a:cubicBezTo>
                  <a:cubicBezTo>
                    <a:pt x="1499" y="1261"/>
                    <a:pt x="1644" y="1019"/>
                    <a:pt x="1700" y="748"/>
                  </a:cubicBezTo>
                  <a:cubicBezTo>
                    <a:pt x="1582" y="547"/>
                    <a:pt x="1519" y="318"/>
                    <a:pt x="1519" y="89"/>
                  </a:cubicBezTo>
                  <a:cubicBezTo>
                    <a:pt x="1523" y="30"/>
                    <a:pt x="1480" y="1"/>
                    <a:pt x="1437" y="1"/>
                  </a:cubicBez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1028" name="Google Shape;1028;p49"/>
            <p:cNvSpPr/>
            <p:nvPr/>
          </p:nvSpPr>
          <p:spPr>
            <a:xfrm>
              <a:off x="2200407" y="3381609"/>
              <a:ext cx="28453" cy="28453"/>
            </a:xfrm>
            <a:custGeom>
              <a:avLst/>
              <a:gdLst/>
              <a:ahLst/>
              <a:cxnLst/>
              <a:rect l="l" t="t" r="r" b="b"/>
              <a:pathLst>
                <a:path w="1083" h="1083" extrusionOk="0">
                  <a:moveTo>
                    <a:pt x="541" y="0"/>
                  </a:moveTo>
                  <a:cubicBezTo>
                    <a:pt x="236" y="0"/>
                    <a:pt x="0" y="243"/>
                    <a:pt x="0" y="541"/>
                  </a:cubicBezTo>
                  <a:cubicBezTo>
                    <a:pt x="0" y="846"/>
                    <a:pt x="236" y="1082"/>
                    <a:pt x="541" y="1082"/>
                  </a:cubicBezTo>
                  <a:cubicBezTo>
                    <a:pt x="839" y="1082"/>
                    <a:pt x="1082" y="846"/>
                    <a:pt x="1082" y="541"/>
                  </a:cubicBezTo>
                  <a:cubicBezTo>
                    <a:pt x="1082" y="243"/>
                    <a:pt x="839" y="0"/>
                    <a:pt x="541" y="0"/>
                  </a:cubicBez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1029" name="Google Shape;1029;p49"/>
            <p:cNvSpPr/>
            <p:nvPr/>
          </p:nvSpPr>
          <p:spPr>
            <a:xfrm>
              <a:off x="1942174" y="3547073"/>
              <a:ext cx="28453" cy="28453"/>
            </a:xfrm>
            <a:custGeom>
              <a:avLst/>
              <a:gdLst/>
              <a:ahLst/>
              <a:cxnLst/>
              <a:rect l="l" t="t" r="r" b="b"/>
              <a:pathLst>
                <a:path w="1083" h="1083" extrusionOk="0">
                  <a:moveTo>
                    <a:pt x="542" y="0"/>
                  </a:moveTo>
                  <a:cubicBezTo>
                    <a:pt x="243" y="0"/>
                    <a:pt x="1" y="243"/>
                    <a:pt x="1" y="541"/>
                  </a:cubicBezTo>
                  <a:cubicBezTo>
                    <a:pt x="1" y="840"/>
                    <a:pt x="243" y="1082"/>
                    <a:pt x="542" y="1082"/>
                  </a:cubicBezTo>
                  <a:cubicBezTo>
                    <a:pt x="840" y="1082"/>
                    <a:pt x="1083" y="840"/>
                    <a:pt x="1083" y="541"/>
                  </a:cubicBezTo>
                  <a:cubicBezTo>
                    <a:pt x="1083" y="243"/>
                    <a:pt x="840" y="0"/>
                    <a:pt x="542" y="0"/>
                  </a:cubicBez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1030" name="Google Shape;1030;p49"/>
            <p:cNvSpPr/>
            <p:nvPr/>
          </p:nvSpPr>
          <p:spPr>
            <a:xfrm>
              <a:off x="1903737" y="3215540"/>
              <a:ext cx="411874" cy="370731"/>
            </a:xfrm>
            <a:custGeom>
              <a:avLst/>
              <a:gdLst/>
              <a:ahLst/>
              <a:cxnLst/>
              <a:rect l="l" t="t" r="r" b="b"/>
              <a:pathLst>
                <a:path w="15677" h="14111" extrusionOk="0">
                  <a:moveTo>
                    <a:pt x="5942" y="0"/>
                  </a:moveTo>
                  <a:cubicBezTo>
                    <a:pt x="5889" y="0"/>
                    <a:pt x="5834" y="12"/>
                    <a:pt x="5778" y="37"/>
                  </a:cubicBezTo>
                  <a:cubicBezTo>
                    <a:pt x="1103" y="2173"/>
                    <a:pt x="0" y="8319"/>
                    <a:pt x="3635" y="11953"/>
                  </a:cubicBezTo>
                  <a:cubicBezTo>
                    <a:pt x="5027" y="13346"/>
                    <a:pt x="6905" y="14110"/>
                    <a:pt x="8838" y="14110"/>
                  </a:cubicBezTo>
                  <a:cubicBezTo>
                    <a:pt x="9274" y="14110"/>
                    <a:pt x="9712" y="14072"/>
                    <a:pt x="10148" y="13993"/>
                  </a:cubicBezTo>
                  <a:cubicBezTo>
                    <a:pt x="12527" y="13563"/>
                    <a:pt x="14538" y="12002"/>
                    <a:pt x="15544" y="9803"/>
                  </a:cubicBezTo>
                  <a:cubicBezTo>
                    <a:pt x="15677" y="9521"/>
                    <a:pt x="15447" y="9248"/>
                    <a:pt x="15189" y="9248"/>
                  </a:cubicBezTo>
                  <a:cubicBezTo>
                    <a:pt x="15110" y="9248"/>
                    <a:pt x="15029" y="9273"/>
                    <a:pt x="14954" y="9332"/>
                  </a:cubicBezTo>
                  <a:cubicBezTo>
                    <a:pt x="13881" y="10151"/>
                    <a:pt x="12568" y="10601"/>
                    <a:pt x="11219" y="10601"/>
                  </a:cubicBezTo>
                  <a:cubicBezTo>
                    <a:pt x="11209" y="10601"/>
                    <a:pt x="11198" y="10601"/>
                    <a:pt x="11188" y="10601"/>
                  </a:cubicBezTo>
                  <a:cubicBezTo>
                    <a:pt x="10814" y="10601"/>
                    <a:pt x="10439" y="10573"/>
                    <a:pt x="10071" y="10504"/>
                  </a:cubicBezTo>
                  <a:lnTo>
                    <a:pt x="9239" y="10289"/>
                  </a:lnTo>
                  <a:cubicBezTo>
                    <a:pt x="6700" y="9449"/>
                    <a:pt x="4980" y="7077"/>
                    <a:pt x="4980" y="4393"/>
                  </a:cubicBezTo>
                  <a:cubicBezTo>
                    <a:pt x="4973" y="3034"/>
                    <a:pt x="5417" y="1709"/>
                    <a:pt x="6250" y="634"/>
                  </a:cubicBezTo>
                  <a:cubicBezTo>
                    <a:pt x="6461" y="357"/>
                    <a:pt x="6239" y="0"/>
                    <a:pt x="5942" y="0"/>
                  </a:cubicBez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1031" name="Google Shape;1031;p49"/>
            <p:cNvSpPr/>
            <p:nvPr/>
          </p:nvSpPr>
          <p:spPr>
            <a:xfrm>
              <a:off x="1920867" y="3246752"/>
              <a:ext cx="360275" cy="338889"/>
            </a:xfrm>
            <a:custGeom>
              <a:avLst/>
              <a:gdLst/>
              <a:ahLst/>
              <a:cxnLst/>
              <a:rect l="l" t="t" r="r" b="b"/>
              <a:pathLst>
                <a:path w="13713" h="12899" extrusionOk="0">
                  <a:moveTo>
                    <a:pt x="3336" y="0"/>
                  </a:moveTo>
                  <a:lnTo>
                    <a:pt x="3336" y="0"/>
                  </a:lnTo>
                  <a:cubicBezTo>
                    <a:pt x="153" y="2810"/>
                    <a:pt x="0" y="7720"/>
                    <a:pt x="2990" y="10724"/>
                  </a:cubicBezTo>
                  <a:cubicBezTo>
                    <a:pt x="4433" y="12177"/>
                    <a:pt x="6325" y="12898"/>
                    <a:pt x="8213" y="12898"/>
                  </a:cubicBezTo>
                  <a:cubicBezTo>
                    <a:pt x="10235" y="12898"/>
                    <a:pt x="12253" y="12072"/>
                    <a:pt x="13713" y="10432"/>
                  </a:cubicBezTo>
                  <a:lnTo>
                    <a:pt x="13713" y="10432"/>
                  </a:lnTo>
                  <a:cubicBezTo>
                    <a:pt x="13456" y="10661"/>
                    <a:pt x="13179" y="10869"/>
                    <a:pt x="12894" y="11057"/>
                  </a:cubicBezTo>
                  <a:cubicBezTo>
                    <a:pt x="11657" y="11868"/>
                    <a:pt x="10251" y="12264"/>
                    <a:pt x="8854" y="12264"/>
                  </a:cubicBezTo>
                  <a:cubicBezTo>
                    <a:pt x="6951" y="12264"/>
                    <a:pt x="5065" y="11530"/>
                    <a:pt x="3642" y="10106"/>
                  </a:cubicBezTo>
                  <a:cubicBezTo>
                    <a:pt x="1172" y="7637"/>
                    <a:pt x="770" y="3767"/>
                    <a:pt x="2691" y="847"/>
                  </a:cubicBezTo>
                  <a:cubicBezTo>
                    <a:pt x="2885" y="555"/>
                    <a:pt x="3100" y="271"/>
                    <a:pt x="3336" y="0"/>
                  </a:cubicBezTo>
                  <a:close/>
                </a:path>
              </a:pathLst>
            </a:custGeom>
            <a:solidFill>
              <a:schemeClr val="accent4"/>
            </a:solidFill>
            <a:ln>
              <a:noFill/>
            </a:ln>
          </p:spPr>
          <p:txBody>
            <a:bodyPr spcFirstLastPara="1" wrap="square" lIns="121900" tIns="121900" rIns="121900" bIns="121900" anchor="ctr" anchorCtr="0">
              <a:noAutofit/>
            </a:bodyPr>
            <a:lstStyle/>
            <a:p>
              <a:endParaRPr sz="1867"/>
            </a:p>
          </p:txBody>
        </p:sp>
        <p:sp>
          <p:nvSpPr>
            <p:cNvPr id="1032" name="Google Shape;1032;p49"/>
            <p:cNvSpPr/>
            <p:nvPr/>
          </p:nvSpPr>
          <p:spPr>
            <a:xfrm>
              <a:off x="2146285" y="3395822"/>
              <a:ext cx="16972" cy="16972"/>
            </a:xfrm>
            <a:custGeom>
              <a:avLst/>
              <a:gdLst/>
              <a:ahLst/>
              <a:cxnLst/>
              <a:rect l="l" t="t" r="r" b="b"/>
              <a:pathLst>
                <a:path w="646" h="646" extrusionOk="0">
                  <a:moveTo>
                    <a:pt x="319" y="0"/>
                  </a:moveTo>
                  <a:cubicBezTo>
                    <a:pt x="139" y="0"/>
                    <a:pt x="0" y="146"/>
                    <a:pt x="0" y="326"/>
                  </a:cubicBezTo>
                  <a:cubicBezTo>
                    <a:pt x="0" y="507"/>
                    <a:pt x="139" y="645"/>
                    <a:pt x="319" y="645"/>
                  </a:cubicBezTo>
                  <a:cubicBezTo>
                    <a:pt x="499" y="645"/>
                    <a:pt x="645" y="507"/>
                    <a:pt x="645" y="326"/>
                  </a:cubicBezTo>
                  <a:cubicBezTo>
                    <a:pt x="645" y="146"/>
                    <a:pt x="499" y="0"/>
                    <a:pt x="319" y="0"/>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33" name="Google Shape;1033;p49"/>
            <p:cNvSpPr/>
            <p:nvPr/>
          </p:nvSpPr>
          <p:spPr>
            <a:xfrm>
              <a:off x="1925228" y="3497497"/>
              <a:ext cx="16972" cy="16972"/>
            </a:xfrm>
            <a:custGeom>
              <a:avLst/>
              <a:gdLst/>
              <a:ahLst/>
              <a:cxnLst/>
              <a:rect l="l" t="t" r="r" b="b"/>
              <a:pathLst>
                <a:path w="646" h="646" extrusionOk="0">
                  <a:moveTo>
                    <a:pt x="320" y="1"/>
                  </a:moveTo>
                  <a:cubicBezTo>
                    <a:pt x="139" y="1"/>
                    <a:pt x="0" y="146"/>
                    <a:pt x="0" y="320"/>
                  </a:cubicBezTo>
                  <a:cubicBezTo>
                    <a:pt x="0" y="500"/>
                    <a:pt x="139" y="646"/>
                    <a:pt x="320" y="646"/>
                  </a:cubicBezTo>
                  <a:cubicBezTo>
                    <a:pt x="500" y="646"/>
                    <a:pt x="646" y="500"/>
                    <a:pt x="646" y="320"/>
                  </a:cubicBezTo>
                  <a:cubicBezTo>
                    <a:pt x="646" y="146"/>
                    <a:pt x="500" y="1"/>
                    <a:pt x="320" y="1"/>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34" name="Google Shape;1034;p49"/>
            <p:cNvSpPr/>
            <p:nvPr/>
          </p:nvSpPr>
          <p:spPr>
            <a:xfrm>
              <a:off x="2200407" y="3265169"/>
              <a:ext cx="16972" cy="16972"/>
            </a:xfrm>
            <a:custGeom>
              <a:avLst/>
              <a:gdLst/>
              <a:ahLst/>
              <a:cxnLst/>
              <a:rect l="l" t="t" r="r" b="b"/>
              <a:pathLst>
                <a:path w="646" h="646" extrusionOk="0">
                  <a:moveTo>
                    <a:pt x="326" y="0"/>
                  </a:moveTo>
                  <a:cubicBezTo>
                    <a:pt x="146" y="0"/>
                    <a:pt x="0" y="139"/>
                    <a:pt x="0" y="319"/>
                  </a:cubicBezTo>
                  <a:cubicBezTo>
                    <a:pt x="0" y="499"/>
                    <a:pt x="146" y="645"/>
                    <a:pt x="326" y="645"/>
                  </a:cubicBezTo>
                  <a:cubicBezTo>
                    <a:pt x="506" y="645"/>
                    <a:pt x="645" y="499"/>
                    <a:pt x="645" y="319"/>
                  </a:cubicBezTo>
                  <a:cubicBezTo>
                    <a:pt x="645" y="139"/>
                    <a:pt x="506" y="0"/>
                    <a:pt x="326" y="0"/>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grpSp>
      <p:grpSp>
        <p:nvGrpSpPr>
          <p:cNvPr id="1035" name="Google Shape;1035;p49"/>
          <p:cNvGrpSpPr/>
          <p:nvPr/>
        </p:nvGrpSpPr>
        <p:grpSpPr>
          <a:xfrm>
            <a:off x="6501941" y="3254517"/>
            <a:ext cx="525835" cy="493083"/>
            <a:chOff x="3017166" y="3216013"/>
            <a:chExt cx="394376" cy="369812"/>
          </a:xfrm>
        </p:grpSpPr>
        <p:sp>
          <p:nvSpPr>
            <p:cNvPr id="1036" name="Google Shape;1036;p49"/>
            <p:cNvSpPr/>
            <p:nvPr/>
          </p:nvSpPr>
          <p:spPr>
            <a:xfrm>
              <a:off x="3017166" y="3216013"/>
              <a:ext cx="394376" cy="369812"/>
            </a:xfrm>
            <a:custGeom>
              <a:avLst/>
              <a:gdLst/>
              <a:ahLst/>
              <a:cxnLst/>
              <a:rect l="l" t="t" r="r" b="b"/>
              <a:pathLst>
                <a:path w="15011" h="14076" extrusionOk="0">
                  <a:moveTo>
                    <a:pt x="7502" y="0"/>
                  </a:moveTo>
                  <a:cubicBezTo>
                    <a:pt x="7359" y="0"/>
                    <a:pt x="7217" y="78"/>
                    <a:pt x="7151" y="234"/>
                  </a:cubicBezTo>
                  <a:lnTo>
                    <a:pt x="5251" y="4646"/>
                  </a:lnTo>
                  <a:lnTo>
                    <a:pt x="472" y="5089"/>
                  </a:lnTo>
                  <a:cubicBezTo>
                    <a:pt x="132" y="5117"/>
                    <a:pt x="0" y="5533"/>
                    <a:pt x="250" y="5755"/>
                  </a:cubicBezTo>
                  <a:lnTo>
                    <a:pt x="3864" y="8925"/>
                  </a:lnTo>
                  <a:lnTo>
                    <a:pt x="2802" y="13607"/>
                  </a:lnTo>
                  <a:cubicBezTo>
                    <a:pt x="2748" y="13863"/>
                    <a:pt x="2953" y="14075"/>
                    <a:pt x="3185" y="14075"/>
                  </a:cubicBezTo>
                  <a:cubicBezTo>
                    <a:pt x="3249" y="14075"/>
                    <a:pt x="3315" y="14059"/>
                    <a:pt x="3378" y="14023"/>
                  </a:cubicBezTo>
                  <a:lnTo>
                    <a:pt x="7505" y="11568"/>
                  </a:lnTo>
                  <a:lnTo>
                    <a:pt x="11632" y="14023"/>
                  </a:lnTo>
                  <a:cubicBezTo>
                    <a:pt x="11695" y="14059"/>
                    <a:pt x="11761" y="14075"/>
                    <a:pt x="11825" y="14075"/>
                  </a:cubicBezTo>
                  <a:cubicBezTo>
                    <a:pt x="12056" y="14075"/>
                    <a:pt x="12261" y="13863"/>
                    <a:pt x="12201" y="13607"/>
                  </a:cubicBezTo>
                  <a:lnTo>
                    <a:pt x="11147" y="8925"/>
                  </a:lnTo>
                  <a:lnTo>
                    <a:pt x="14753" y="5755"/>
                  </a:lnTo>
                  <a:cubicBezTo>
                    <a:pt x="15010" y="5533"/>
                    <a:pt x="14871" y="5117"/>
                    <a:pt x="14538" y="5089"/>
                  </a:cubicBezTo>
                  <a:lnTo>
                    <a:pt x="9752" y="4646"/>
                  </a:lnTo>
                  <a:lnTo>
                    <a:pt x="7852" y="234"/>
                  </a:lnTo>
                  <a:cubicBezTo>
                    <a:pt x="7786" y="78"/>
                    <a:pt x="7644" y="0"/>
                    <a:pt x="7502" y="0"/>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037" name="Google Shape;1037;p49"/>
            <p:cNvSpPr/>
            <p:nvPr/>
          </p:nvSpPr>
          <p:spPr>
            <a:xfrm>
              <a:off x="3017166" y="3216013"/>
              <a:ext cx="231093" cy="369812"/>
            </a:xfrm>
            <a:custGeom>
              <a:avLst/>
              <a:gdLst/>
              <a:ahLst/>
              <a:cxnLst/>
              <a:rect l="l" t="t" r="r" b="b"/>
              <a:pathLst>
                <a:path w="8796" h="14076" extrusionOk="0">
                  <a:moveTo>
                    <a:pt x="7502" y="0"/>
                  </a:moveTo>
                  <a:cubicBezTo>
                    <a:pt x="7359" y="0"/>
                    <a:pt x="7217" y="78"/>
                    <a:pt x="7151" y="234"/>
                  </a:cubicBezTo>
                  <a:lnTo>
                    <a:pt x="5251" y="4646"/>
                  </a:lnTo>
                  <a:lnTo>
                    <a:pt x="472" y="5089"/>
                  </a:lnTo>
                  <a:cubicBezTo>
                    <a:pt x="132" y="5117"/>
                    <a:pt x="0" y="5533"/>
                    <a:pt x="250" y="5755"/>
                  </a:cubicBezTo>
                  <a:lnTo>
                    <a:pt x="3864" y="8925"/>
                  </a:lnTo>
                  <a:lnTo>
                    <a:pt x="2802" y="13607"/>
                  </a:lnTo>
                  <a:cubicBezTo>
                    <a:pt x="2748" y="13863"/>
                    <a:pt x="2953" y="14075"/>
                    <a:pt x="3185" y="14075"/>
                  </a:cubicBezTo>
                  <a:cubicBezTo>
                    <a:pt x="3249" y="14075"/>
                    <a:pt x="3315" y="14059"/>
                    <a:pt x="3378" y="14023"/>
                  </a:cubicBezTo>
                  <a:lnTo>
                    <a:pt x="4294" y="13475"/>
                  </a:lnTo>
                  <a:cubicBezTo>
                    <a:pt x="4425" y="8225"/>
                    <a:pt x="6867" y="4528"/>
                    <a:pt x="8795" y="2412"/>
                  </a:cubicBezTo>
                  <a:lnTo>
                    <a:pt x="7859" y="234"/>
                  </a:lnTo>
                  <a:cubicBezTo>
                    <a:pt x="7789" y="78"/>
                    <a:pt x="7646" y="0"/>
                    <a:pt x="7502" y="0"/>
                  </a:cubicBezTo>
                  <a:close/>
                </a:path>
              </a:pathLst>
            </a:custGeom>
            <a:solidFill>
              <a:schemeClr val="accent1"/>
            </a:solidFill>
            <a:ln>
              <a:noFill/>
            </a:ln>
          </p:spPr>
          <p:txBody>
            <a:bodyPr spcFirstLastPara="1" wrap="square" lIns="121900" tIns="121900" rIns="121900" bIns="121900" anchor="ctr" anchorCtr="0">
              <a:noAutofit/>
            </a:bodyPr>
            <a:lstStyle/>
            <a:p>
              <a:endParaRPr sz="1867"/>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9CAF312-E673-1D6C-2EF5-7AF657349511}"/>
              </a:ext>
            </a:extLst>
          </p:cNvPr>
          <p:cNvGraphicFramePr>
            <a:graphicFrameLocks noChangeAspect="1"/>
          </p:cNvGraphicFramePr>
          <p:nvPr>
            <p:custDataLst>
              <p:tags r:id="rId1"/>
            </p:custDataLst>
            <p:extLst>
              <p:ext uri="{D42A27DB-BD31-4B8C-83A1-F6EECF244321}">
                <p14:modId xmlns:p14="http://schemas.microsoft.com/office/powerpoint/2010/main" val="14130620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B6C85CD-2166-0FBB-56A7-48098639BD62}"/>
              </a:ext>
            </a:extLst>
          </p:cNvPr>
          <p:cNvSpPr>
            <a:spLocks noGrp="1"/>
          </p:cNvSpPr>
          <p:nvPr>
            <p:ph type="title"/>
          </p:nvPr>
        </p:nvSpPr>
        <p:spPr/>
        <p:txBody>
          <a:bodyPr vert="horz"/>
          <a:lstStyle/>
          <a:p>
            <a:r>
              <a:rPr lang="en" sz="4000"/>
              <a:t>— </a:t>
            </a:r>
            <a:r>
              <a:rPr lang="en-US" sz="4000"/>
              <a:t>Conclusion </a:t>
            </a:r>
            <a:r>
              <a:rPr lang="en" sz="4000"/>
              <a:t>—</a:t>
            </a:r>
            <a:endParaRPr lang="en-US" sz="4000"/>
          </a:p>
        </p:txBody>
      </p:sp>
      <p:sp>
        <p:nvSpPr>
          <p:cNvPr id="5" name="Rectangle 1">
            <a:extLst>
              <a:ext uri="{FF2B5EF4-FFF2-40B4-BE49-F238E27FC236}">
                <a16:creationId xmlns:a16="http://schemas.microsoft.com/office/drawing/2014/main" id="{9756BE8F-B781-9C1C-14D9-31165BDE30E9}"/>
              </a:ext>
            </a:extLst>
          </p:cNvPr>
          <p:cNvSpPr>
            <a:spLocks noGrp="1" noChangeArrowheads="1"/>
          </p:cNvSpPr>
          <p:nvPr>
            <p:ph idx="1"/>
          </p:nvPr>
        </p:nvSpPr>
        <p:spPr bwMode="auto">
          <a:xfrm>
            <a:off x="950967" y="1778070"/>
            <a:ext cx="10690573" cy="4109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eaLnBrk="0" fontAlgn="base" hangingPunct="0">
              <a:lnSpc>
                <a:spcPct val="150000"/>
              </a:lnSpc>
              <a:spcBef>
                <a:spcPct val="0"/>
              </a:spcBef>
              <a:spcAft>
                <a:spcPct val="0"/>
              </a:spcAft>
              <a:buClrTx/>
              <a:buSzTx/>
            </a:pPr>
            <a:r>
              <a:rPr kumimoji="0" lang="en-US" altLang="en-US" sz="2000" b="1" i="0" u="none" strike="noStrike" cap="none" normalizeH="0" baseline="0">
                <a:ln>
                  <a:noFill/>
                </a:ln>
                <a:solidFill>
                  <a:schemeClr val="tx1"/>
                </a:solidFill>
                <a:effectLst/>
                <a:latin typeface="Poppins" panose="00000500000000000000" pitchFamily="2" charset="0"/>
                <a:cs typeface="Poppins" panose="00000500000000000000" pitchFamily="2" charset="0"/>
              </a:rPr>
              <a:t>Success:</a:t>
            </a:r>
            <a:r>
              <a:rPr kumimoji="0" lang="en-US" altLang="en-US" sz="2000" b="0" i="0" u="none" strike="noStrike" cap="none" normalizeH="0" baseline="0">
                <a:ln>
                  <a:noFill/>
                </a:ln>
                <a:solidFill>
                  <a:schemeClr val="tx1"/>
                </a:solidFill>
                <a:effectLst/>
                <a:latin typeface="Poppins" panose="00000500000000000000" pitchFamily="2" charset="0"/>
                <a:cs typeface="Poppins" panose="00000500000000000000" pitchFamily="2" charset="0"/>
              </a:rPr>
              <a:t> Achieved </a:t>
            </a:r>
            <a:r>
              <a:rPr kumimoji="0" lang="en-US" altLang="en-US" sz="2000" b="1" i="0" u="none" strike="noStrike" cap="none" normalizeH="0" baseline="0">
                <a:ln>
                  <a:noFill/>
                </a:ln>
                <a:solidFill>
                  <a:schemeClr val="tx1"/>
                </a:solidFill>
                <a:effectLst/>
                <a:latin typeface="Poppins" panose="00000500000000000000" pitchFamily="2" charset="0"/>
                <a:cs typeface="Poppins" panose="00000500000000000000" pitchFamily="2" charset="0"/>
              </a:rPr>
              <a:t>81% accuracy</a:t>
            </a:r>
            <a:r>
              <a:rPr kumimoji="0" lang="en-US" altLang="en-US" sz="2000" b="0" i="0" u="none" strike="noStrike" cap="none" normalizeH="0" baseline="0">
                <a:ln>
                  <a:noFill/>
                </a:ln>
                <a:solidFill>
                  <a:schemeClr val="tx1"/>
                </a:solidFill>
                <a:effectLst/>
                <a:latin typeface="Poppins" panose="00000500000000000000" pitchFamily="2" charset="0"/>
                <a:cs typeface="Poppins" panose="00000500000000000000" pitchFamily="2" charset="0"/>
              </a:rPr>
              <a:t> using </a:t>
            </a:r>
            <a:r>
              <a:rPr kumimoji="0" lang="en-US" altLang="en-US" sz="2000" b="0" i="0" u="none" strike="noStrike" cap="none" normalizeH="0" baseline="0" err="1">
                <a:ln>
                  <a:noFill/>
                </a:ln>
                <a:solidFill>
                  <a:schemeClr val="tx1"/>
                </a:solidFill>
                <a:effectLst/>
                <a:latin typeface="Poppins" panose="00000500000000000000" pitchFamily="2" charset="0"/>
                <a:cs typeface="Poppins" panose="00000500000000000000" pitchFamily="2" charset="0"/>
              </a:rPr>
              <a:t>XGBoost</a:t>
            </a:r>
            <a:r>
              <a:rPr kumimoji="0" lang="en-US" altLang="en-US" sz="2000" b="0" i="0" u="none" strike="noStrike" cap="none" normalizeH="0" baseline="0">
                <a:ln>
                  <a:noFill/>
                </a:ln>
                <a:solidFill>
                  <a:schemeClr val="tx1"/>
                </a:solidFill>
                <a:effectLst/>
                <a:latin typeface="Poppins" panose="00000500000000000000" pitchFamily="2" charset="0"/>
                <a:cs typeface="Poppins" panose="00000500000000000000" pitchFamily="2" charset="0"/>
              </a:rPr>
              <a:t>.</a:t>
            </a:r>
          </a:p>
          <a:p>
            <a:pPr marL="342900" eaLnBrk="0" fontAlgn="base" hangingPunct="0">
              <a:lnSpc>
                <a:spcPct val="150000"/>
              </a:lnSpc>
              <a:spcBef>
                <a:spcPct val="0"/>
              </a:spcBef>
              <a:spcAft>
                <a:spcPct val="0"/>
              </a:spcAft>
              <a:buClrTx/>
              <a:buSzTx/>
            </a:pPr>
            <a:r>
              <a:rPr kumimoji="0" lang="en-US" altLang="en-US" sz="2000" b="1" i="0" u="none" strike="noStrike" cap="none" normalizeH="0" baseline="0">
                <a:ln>
                  <a:noFill/>
                </a:ln>
                <a:solidFill>
                  <a:schemeClr val="tx1"/>
                </a:solidFill>
                <a:effectLst/>
                <a:latin typeface="Poppins" panose="00000500000000000000" pitchFamily="2" charset="0"/>
                <a:cs typeface="Poppins" panose="00000500000000000000" pitchFamily="2" charset="0"/>
              </a:rPr>
              <a:t>Validation:</a:t>
            </a:r>
            <a:r>
              <a:rPr kumimoji="0" lang="en-US" altLang="en-US" sz="2000" b="0" i="0" u="none" strike="noStrike" cap="none" normalizeH="0" baseline="0">
                <a:ln>
                  <a:noFill/>
                </a:ln>
                <a:solidFill>
                  <a:schemeClr val="tx1"/>
                </a:solidFill>
                <a:effectLst/>
                <a:latin typeface="Poppins" panose="00000500000000000000" pitchFamily="2" charset="0"/>
                <a:cs typeface="Poppins" panose="00000500000000000000" pitchFamily="2" charset="0"/>
              </a:rPr>
              <a:t> The model mathematically confirmed historical narratives:</a:t>
            </a:r>
          </a:p>
          <a:p>
            <a:pPr marL="800100" lvl="1" eaLnBrk="0" fontAlgn="base" hangingPunct="0">
              <a:lnSpc>
                <a:spcPct val="150000"/>
              </a:lnSpc>
              <a:spcBef>
                <a:spcPct val="0"/>
              </a:spcBef>
              <a:spcAft>
                <a:spcPct val="0"/>
              </a:spcAft>
              <a:buClrTx/>
              <a:buSzTx/>
            </a:pPr>
            <a:r>
              <a:rPr kumimoji="0" lang="en-US" altLang="en-US" sz="2067" b="0" i="0" u="none" strike="noStrike" cap="none" normalizeH="0" baseline="0">
                <a:ln>
                  <a:noFill/>
                </a:ln>
                <a:solidFill>
                  <a:schemeClr val="tx1"/>
                </a:solidFill>
                <a:effectLst/>
                <a:latin typeface="Poppins" panose="00000500000000000000" pitchFamily="2" charset="0"/>
                <a:cs typeface="Poppins" panose="00000500000000000000" pitchFamily="2" charset="0"/>
              </a:rPr>
              <a:t>"Women and children first" was statistically significant.</a:t>
            </a:r>
            <a:endParaRPr lang="en-US" altLang="en-US" sz="2067">
              <a:solidFill>
                <a:schemeClr val="tx1"/>
              </a:solidFill>
              <a:latin typeface="Poppins" panose="00000500000000000000" pitchFamily="2" charset="0"/>
              <a:cs typeface="Poppins" panose="00000500000000000000" pitchFamily="2" charset="0"/>
            </a:endParaRPr>
          </a:p>
          <a:p>
            <a:pPr marL="800100" lvl="1" eaLnBrk="0" fontAlgn="base" hangingPunct="0">
              <a:lnSpc>
                <a:spcPct val="150000"/>
              </a:lnSpc>
              <a:spcBef>
                <a:spcPct val="0"/>
              </a:spcBef>
              <a:spcAft>
                <a:spcPct val="0"/>
              </a:spcAft>
              <a:buClrTx/>
              <a:buSzTx/>
            </a:pPr>
            <a:r>
              <a:rPr kumimoji="0" lang="en-US" altLang="en-US" sz="2000" b="0" i="0" u="none" strike="noStrike" cap="none" normalizeH="0" baseline="0">
                <a:ln>
                  <a:noFill/>
                </a:ln>
                <a:solidFill>
                  <a:schemeClr val="tx1"/>
                </a:solidFill>
                <a:effectLst/>
                <a:latin typeface="Poppins" panose="00000500000000000000" pitchFamily="2" charset="0"/>
                <a:cs typeface="Poppins" panose="00000500000000000000" pitchFamily="2" charset="0"/>
              </a:rPr>
              <a:t>Socioeconomic status (Ticket Class) was a major determinant of survival.</a:t>
            </a:r>
          </a:p>
          <a:p>
            <a:pPr marL="800100" lvl="1" eaLnBrk="0" fontAlgn="base" hangingPunct="0">
              <a:lnSpc>
                <a:spcPct val="150000"/>
              </a:lnSpc>
              <a:spcBef>
                <a:spcPct val="0"/>
              </a:spcBef>
              <a:spcAft>
                <a:spcPct val="0"/>
              </a:spcAft>
              <a:buClrTx/>
              <a:buSzTx/>
            </a:pPr>
            <a:r>
              <a:rPr kumimoji="0" lang="en-US" altLang="en-US" sz="2000" b="0" i="0" u="none" strike="noStrike" cap="none" normalizeH="0" baseline="0">
                <a:ln>
                  <a:noFill/>
                </a:ln>
                <a:solidFill>
                  <a:schemeClr val="tx1"/>
                </a:solidFill>
                <a:effectLst/>
                <a:latin typeface="Poppins" panose="00000500000000000000" pitchFamily="2" charset="0"/>
                <a:cs typeface="Poppins" panose="00000500000000000000" pitchFamily="2" charset="0"/>
              </a:rPr>
              <a:t>Family structure impacted logistics of evacuation.</a:t>
            </a:r>
          </a:p>
          <a:p>
            <a:pPr marL="342900" eaLnBrk="0" fontAlgn="base" hangingPunct="0">
              <a:lnSpc>
                <a:spcPct val="150000"/>
              </a:lnSpc>
              <a:spcBef>
                <a:spcPct val="0"/>
              </a:spcBef>
              <a:spcAft>
                <a:spcPct val="0"/>
              </a:spcAft>
              <a:buClrTx/>
              <a:buSzTx/>
            </a:pPr>
            <a:r>
              <a:rPr kumimoji="0" lang="en-US" altLang="en-US" sz="2000" b="1" i="0" u="none" strike="noStrike" cap="none" normalizeH="0" baseline="0">
                <a:ln>
                  <a:noFill/>
                </a:ln>
                <a:solidFill>
                  <a:schemeClr val="tx1"/>
                </a:solidFill>
                <a:effectLst/>
                <a:latin typeface="Poppins" panose="00000500000000000000" pitchFamily="2" charset="0"/>
                <a:cs typeface="Poppins" panose="00000500000000000000" pitchFamily="2" charset="0"/>
              </a:rPr>
              <a:t>Next Steps:</a:t>
            </a:r>
            <a:endParaRPr kumimoji="0" lang="en-US" altLang="en-US" sz="2000" b="0" i="0" u="none" strike="noStrike" cap="none" normalizeH="0" baseline="0">
              <a:ln>
                <a:noFill/>
              </a:ln>
              <a:solidFill>
                <a:schemeClr val="tx1"/>
              </a:solidFill>
              <a:effectLst/>
              <a:latin typeface="Poppins" panose="00000500000000000000" pitchFamily="2" charset="0"/>
              <a:cs typeface="Poppins" panose="00000500000000000000" pitchFamily="2" charset="0"/>
            </a:endParaRPr>
          </a:p>
          <a:p>
            <a:pPr marL="800100" lvl="1" eaLnBrk="0" fontAlgn="base" hangingPunct="0">
              <a:lnSpc>
                <a:spcPct val="150000"/>
              </a:lnSpc>
              <a:spcBef>
                <a:spcPct val="0"/>
              </a:spcBef>
              <a:spcAft>
                <a:spcPct val="0"/>
              </a:spcAft>
              <a:buClrTx/>
              <a:buSzTx/>
            </a:pPr>
            <a:r>
              <a:rPr kumimoji="0" lang="en-US" altLang="en-US" sz="2067" b="0" i="0" u="none" strike="noStrike" cap="none" normalizeH="0" baseline="0">
                <a:ln>
                  <a:noFill/>
                </a:ln>
                <a:solidFill>
                  <a:schemeClr val="tx1"/>
                </a:solidFill>
                <a:effectLst/>
                <a:latin typeface="Poppins" panose="00000500000000000000" pitchFamily="2" charset="0"/>
                <a:cs typeface="Poppins" panose="00000500000000000000" pitchFamily="2" charset="0"/>
              </a:rPr>
              <a:t>Hyperparameter tuning on the </a:t>
            </a:r>
            <a:r>
              <a:rPr kumimoji="0" lang="en-US" altLang="en-US" sz="2067" b="0" i="0" u="none" strike="noStrike" cap="none" normalizeH="0" baseline="0" err="1">
                <a:ln>
                  <a:noFill/>
                </a:ln>
                <a:solidFill>
                  <a:schemeClr val="tx1"/>
                </a:solidFill>
                <a:effectLst/>
                <a:latin typeface="Poppins" panose="00000500000000000000" pitchFamily="2" charset="0"/>
                <a:cs typeface="Poppins" panose="00000500000000000000" pitchFamily="2" charset="0"/>
              </a:rPr>
              <a:t>XGBoost</a:t>
            </a:r>
            <a:r>
              <a:rPr kumimoji="0" lang="en-US" altLang="en-US" sz="2067" b="0" i="0" u="none" strike="noStrike" cap="none" normalizeH="0" baseline="0">
                <a:ln>
                  <a:noFill/>
                </a:ln>
                <a:solidFill>
                  <a:schemeClr val="tx1"/>
                </a:solidFill>
                <a:effectLst/>
                <a:latin typeface="Poppins" panose="00000500000000000000" pitchFamily="2" charset="0"/>
                <a:cs typeface="Poppins" panose="00000500000000000000" pitchFamily="2" charset="0"/>
              </a:rPr>
              <a:t> model.</a:t>
            </a:r>
          </a:p>
          <a:p>
            <a:pPr marL="800100" lvl="1" eaLnBrk="0" fontAlgn="base" hangingPunct="0">
              <a:lnSpc>
                <a:spcPct val="150000"/>
              </a:lnSpc>
              <a:spcBef>
                <a:spcPct val="0"/>
              </a:spcBef>
              <a:spcAft>
                <a:spcPct val="0"/>
              </a:spcAft>
              <a:buClrTx/>
              <a:buSzTx/>
            </a:pPr>
            <a:r>
              <a:rPr kumimoji="0" lang="en-US" altLang="en-US" sz="2067" b="0" i="0" u="none" strike="noStrike" cap="none" normalizeH="0" baseline="0">
                <a:ln>
                  <a:noFill/>
                </a:ln>
                <a:solidFill>
                  <a:schemeClr val="tx1"/>
                </a:solidFill>
                <a:effectLst/>
                <a:latin typeface="Poppins" panose="00000500000000000000" pitchFamily="2" charset="0"/>
                <a:cs typeface="Poppins" panose="00000500000000000000" pitchFamily="2" charset="0"/>
              </a:rPr>
              <a:t>Utilize </a:t>
            </a:r>
            <a:r>
              <a:rPr kumimoji="0" lang="en-US" altLang="en-US" sz="2067" b="0" i="0" u="none" strike="noStrike" cap="none" normalizeH="0" baseline="0" err="1">
                <a:ln>
                  <a:noFill/>
                </a:ln>
                <a:solidFill>
                  <a:schemeClr val="tx1"/>
                </a:solidFill>
                <a:effectLst/>
                <a:latin typeface="Poppins" panose="00000500000000000000" pitchFamily="2" charset="0"/>
                <a:cs typeface="Poppins" panose="00000500000000000000" pitchFamily="2" charset="0"/>
              </a:rPr>
              <a:t>GridSearchCV</a:t>
            </a:r>
            <a:r>
              <a:rPr kumimoji="0" lang="en-US" altLang="en-US" sz="2067" b="0" i="0" u="none" strike="noStrike" cap="none" normalizeH="0" baseline="0">
                <a:ln>
                  <a:noFill/>
                </a:ln>
                <a:solidFill>
                  <a:schemeClr val="tx1"/>
                </a:solidFill>
                <a:effectLst/>
                <a:latin typeface="Poppins" panose="00000500000000000000" pitchFamily="2" charset="0"/>
                <a:cs typeface="Poppins" panose="00000500000000000000" pitchFamily="2" charset="0"/>
              </a:rPr>
              <a:t> to optimize performance further.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1314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grpSp>
        <p:nvGrpSpPr>
          <p:cNvPr id="1178" name="Google Shape;1178;p54"/>
          <p:cNvGrpSpPr/>
          <p:nvPr/>
        </p:nvGrpSpPr>
        <p:grpSpPr>
          <a:xfrm>
            <a:off x="5088675" y="4615251"/>
            <a:ext cx="7548043" cy="2243080"/>
            <a:chOff x="3816506" y="3461438"/>
            <a:chExt cx="5661032" cy="1682310"/>
          </a:xfrm>
        </p:grpSpPr>
        <p:sp>
          <p:nvSpPr>
            <p:cNvPr id="1179" name="Google Shape;1179;p54"/>
            <p:cNvSpPr/>
            <p:nvPr/>
          </p:nvSpPr>
          <p:spPr>
            <a:xfrm>
              <a:off x="3816506" y="4052069"/>
              <a:ext cx="5412017" cy="1091679"/>
            </a:xfrm>
            <a:custGeom>
              <a:avLst/>
              <a:gdLst/>
              <a:ahLst/>
              <a:cxnLst/>
              <a:rect l="l" t="t" r="r" b="b"/>
              <a:pathLst>
                <a:path w="105843" h="21350" extrusionOk="0">
                  <a:moveTo>
                    <a:pt x="105843" y="0"/>
                  </a:moveTo>
                  <a:cubicBezTo>
                    <a:pt x="47301" y="1735"/>
                    <a:pt x="1" y="21349"/>
                    <a:pt x="1" y="21349"/>
                  </a:cubicBezTo>
                  <a:lnTo>
                    <a:pt x="104842" y="21116"/>
                  </a:lnTo>
                  <a:lnTo>
                    <a:pt x="105843" y="0"/>
                  </a:lnTo>
                  <a:close/>
                </a:path>
              </a:pathLst>
            </a:custGeom>
            <a:solidFill>
              <a:srgbClr val="6B919E">
                <a:alpha val="45810"/>
              </a:srgbClr>
            </a:solidFill>
            <a:ln>
              <a:noFill/>
            </a:ln>
          </p:spPr>
          <p:txBody>
            <a:bodyPr spcFirstLastPara="1" wrap="square" lIns="121900" tIns="121900" rIns="121900" bIns="121900" anchor="ctr" anchorCtr="0">
              <a:noAutofit/>
            </a:bodyPr>
            <a:lstStyle/>
            <a:p>
              <a:endParaRPr sz="1867"/>
            </a:p>
          </p:txBody>
        </p:sp>
        <p:sp>
          <p:nvSpPr>
            <p:cNvPr id="1180" name="Google Shape;1180;p54"/>
            <p:cNvSpPr/>
            <p:nvPr/>
          </p:nvSpPr>
          <p:spPr>
            <a:xfrm>
              <a:off x="5614222" y="4550100"/>
              <a:ext cx="3500020" cy="320703"/>
            </a:xfrm>
            <a:custGeom>
              <a:avLst/>
              <a:gdLst/>
              <a:ahLst/>
              <a:cxnLst/>
              <a:rect l="l" t="t" r="r" b="b"/>
              <a:pathLst>
                <a:path w="68450" h="6272" extrusionOk="0">
                  <a:moveTo>
                    <a:pt x="34225" y="1"/>
                  </a:moveTo>
                  <a:cubicBezTo>
                    <a:pt x="15312" y="1"/>
                    <a:pt x="1" y="1402"/>
                    <a:pt x="1" y="3136"/>
                  </a:cubicBezTo>
                  <a:cubicBezTo>
                    <a:pt x="1" y="4871"/>
                    <a:pt x="15312" y="6272"/>
                    <a:pt x="34225" y="6272"/>
                  </a:cubicBezTo>
                  <a:cubicBezTo>
                    <a:pt x="53106" y="6272"/>
                    <a:pt x="68450" y="4871"/>
                    <a:pt x="68450" y="3136"/>
                  </a:cubicBezTo>
                  <a:cubicBezTo>
                    <a:pt x="68450" y="1402"/>
                    <a:pt x="53106" y="1"/>
                    <a:pt x="34225" y="1"/>
                  </a:cubicBezTo>
                  <a:close/>
                </a:path>
              </a:pathLst>
            </a:custGeom>
            <a:solidFill>
              <a:srgbClr val="6B919E">
                <a:alpha val="45810"/>
              </a:srgbClr>
            </a:solidFill>
            <a:ln>
              <a:noFill/>
            </a:ln>
          </p:spPr>
          <p:txBody>
            <a:bodyPr spcFirstLastPara="1" wrap="square" lIns="121900" tIns="121900" rIns="121900" bIns="121900" anchor="ctr" anchorCtr="0">
              <a:noAutofit/>
            </a:bodyPr>
            <a:lstStyle/>
            <a:p>
              <a:endParaRPr sz="1867"/>
            </a:p>
          </p:txBody>
        </p:sp>
        <p:sp>
          <p:nvSpPr>
            <p:cNvPr id="1181" name="Google Shape;1181;p54"/>
            <p:cNvSpPr/>
            <p:nvPr/>
          </p:nvSpPr>
          <p:spPr>
            <a:xfrm>
              <a:off x="4834758" y="3461438"/>
              <a:ext cx="4642780" cy="1314105"/>
            </a:xfrm>
            <a:custGeom>
              <a:avLst/>
              <a:gdLst/>
              <a:ahLst/>
              <a:cxnLst/>
              <a:rect l="l" t="t" r="r" b="b"/>
              <a:pathLst>
                <a:path w="90799" h="25700" extrusionOk="0">
                  <a:moveTo>
                    <a:pt x="14007" y="0"/>
                  </a:moveTo>
                  <a:cubicBezTo>
                    <a:pt x="10620" y="0"/>
                    <a:pt x="3768" y="72"/>
                    <a:pt x="1" y="610"/>
                  </a:cubicBezTo>
                  <a:lnTo>
                    <a:pt x="4637" y="13119"/>
                  </a:lnTo>
                  <a:cubicBezTo>
                    <a:pt x="6872" y="19190"/>
                    <a:pt x="12310" y="23493"/>
                    <a:pt x="18714" y="24327"/>
                  </a:cubicBezTo>
                  <a:cubicBezTo>
                    <a:pt x="24891" y="25131"/>
                    <a:pt x="34723" y="25699"/>
                    <a:pt x="45869" y="25699"/>
                  </a:cubicBezTo>
                  <a:cubicBezTo>
                    <a:pt x="56933" y="25699"/>
                    <a:pt x="69292" y="25139"/>
                    <a:pt x="80658" y="23693"/>
                  </a:cubicBezTo>
                  <a:cubicBezTo>
                    <a:pt x="85695" y="23060"/>
                    <a:pt x="89598" y="18990"/>
                    <a:pt x="90065" y="13920"/>
                  </a:cubicBezTo>
                  <a:lnTo>
                    <a:pt x="90799" y="5781"/>
                  </a:lnTo>
                  <a:cubicBezTo>
                    <a:pt x="90799" y="5681"/>
                    <a:pt x="90732" y="5614"/>
                    <a:pt x="90666" y="5547"/>
                  </a:cubicBezTo>
                  <a:lnTo>
                    <a:pt x="78790" y="877"/>
                  </a:lnTo>
                  <a:lnTo>
                    <a:pt x="16012" y="10"/>
                  </a:lnTo>
                  <a:cubicBezTo>
                    <a:pt x="16012" y="10"/>
                    <a:pt x="15239" y="0"/>
                    <a:pt x="14007" y="0"/>
                  </a:cubicBez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1182" name="Google Shape;1182;p54"/>
            <p:cNvSpPr/>
            <p:nvPr/>
          </p:nvSpPr>
          <p:spPr>
            <a:xfrm>
              <a:off x="4834758" y="3461438"/>
              <a:ext cx="4641092" cy="377256"/>
            </a:xfrm>
            <a:custGeom>
              <a:avLst/>
              <a:gdLst/>
              <a:ahLst/>
              <a:cxnLst/>
              <a:rect l="l" t="t" r="r" b="b"/>
              <a:pathLst>
                <a:path w="90766" h="7378" extrusionOk="0">
                  <a:moveTo>
                    <a:pt x="14125" y="1"/>
                  </a:moveTo>
                  <a:cubicBezTo>
                    <a:pt x="10782" y="1"/>
                    <a:pt x="3812" y="74"/>
                    <a:pt x="1" y="644"/>
                  </a:cubicBezTo>
                  <a:cubicBezTo>
                    <a:pt x="4337" y="2378"/>
                    <a:pt x="15979" y="6281"/>
                    <a:pt x="34259" y="7048"/>
                  </a:cubicBezTo>
                  <a:cubicBezTo>
                    <a:pt x="34259" y="7048"/>
                    <a:pt x="42326" y="7378"/>
                    <a:pt x="53465" y="7378"/>
                  </a:cubicBezTo>
                  <a:cubicBezTo>
                    <a:pt x="64462" y="7378"/>
                    <a:pt x="78452" y="7057"/>
                    <a:pt x="90632" y="5781"/>
                  </a:cubicBezTo>
                  <a:cubicBezTo>
                    <a:pt x="90766" y="5781"/>
                    <a:pt x="90766" y="5614"/>
                    <a:pt x="90666" y="5581"/>
                  </a:cubicBezTo>
                  <a:lnTo>
                    <a:pt x="78790" y="877"/>
                  </a:lnTo>
                  <a:lnTo>
                    <a:pt x="16012" y="10"/>
                  </a:lnTo>
                  <a:cubicBezTo>
                    <a:pt x="16012" y="10"/>
                    <a:pt x="15288" y="1"/>
                    <a:pt x="14125"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1183" name="Google Shape;1183;p54"/>
            <p:cNvSpPr/>
            <p:nvPr/>
          </p:nvSpPr>
          <p:spPr>
            <a:xfrm>
              <a:off x="5218559" y="3521161"/>
              <a:ext cx="4021929" cy="251930"/>
            </a:xfrm>
            <a:custGeom>
              <a:avLst/>
              <a:gdLst/>
              <a:ahLst/>
              <a:cxnLst/>
              <a:rect l="l" t="t" r="r" b="b"/>
              <a:pathLst>
                <a:path w="78657" h="4927" extrusionOk="0">
                  <a:moveTo>
                    <a:pt x="14180" y="1"/>
                  </a:moveTo>
                  <a:cubicBezTo>
                    <a:pt x="6653" y="1"/>
                    <a:pt x="1098" y="56"/>
                    <a:pt x="0" y="210"/>
                  </a:cubicBezTo>
                  <a:cubicBezTo>
                    <a:pt x="3436" y="1544"/>
                    <a:pt x="14844" y="4446"/>
                    <a:pt x="28020" y="4779"/>
                  </a:cubicBezTo>
                  <a:cubicBezTo>
                    <a:pt x="30560" y="4883"/>
                    <a:pt x="33738" y="4926"/>
                    <a:pt x="37257" y="4926"/>
                  </a:cubicBezTo>
                  <a:cubicBezTo>
                    <a:pt x="54067" y="4926"/>
                    <a:pt x="78656" y="3946"/>
                    <a:pt x="78656" y="3946"/>
                  </a:cubicBezTo>
                  <a:lnTo>
                    <a:pt x="69350" y="410"/>
                  </a:lnTo>
                  <a:cubicBezTo>
                    <a:pt x="69350" y="410"/>
                    <a:pt x="34547" y="1"/>
                    <a:pt x="14180" y="1"/>
                  </a:cubicBezTo>
                  <a:close/>
                </a:path>
              </a:pathLst>
            </a:custGeom>
            <a:solidFill>
              <a:schemeClr val="accent3"/>
            </a:solidFill>
            <a:ln>
              <a:noFill/>
            </a:ln>
          </p:spPr>
          <p:txBody>
            <a:bodyPr spcFirstLastPara="1" wrap="square" lIns="121900" tIns="121900" rIns="121900" bIns="121900" anchor="ctr" anchorCtr="0">
              <a:noAutofit/>
            </a:bodyPr>
            <a:lstStyle/>
            <a:p>
              <a:endParaRPr sz="1867"/>
            </a:p>
          </p:txBody>
        </p:sp>
        <p:sp>
          <p:nvSpPr>
            <p:cNvPr id="1184" name="Google Shape;1184;p54"/>
            <p:cNvSpPr/>
            <p:nvPr/>
          </p:nvSpPr>
          <p:spPr>
            <a:xfrm>
              <a:off x="5218559" y="3521161"/>
              <a:ext cx="3684199" cy="73835"/>
            </a:xfrm>
            <a:custGeom>
              <a:avLst/>
              <a:gdLst/>
              <a:ahLst/>
              <a:cxnLst/>
              <a:rect l="l" t="t" r="r" b="b"/>
              <a:pathLst>
                <a:path w="72052" h="1444" extrusionOk="0">
                  <a:moveTo>
                    <a:pt x="14180" y="1"/>
                  </a:moveTo>
                  <a:cubicBezTo>
                    <a:pt x="6653" y="1"/>
                    <a:pt x="1098" y="56"/>
                    <a:pt x="0" y="210"/>
                  </a:cubicBezTo>
                  <a:cubicBezTo>
                    <a:pt x="1334" y="677"/>
                    <a:pt x="2669" y="1110"/>
                    <a:pt x="4036" y="1444"/>
                  </a:cubicBezTo>
                  <a:lnTo>
                    <a:pt x="72052" y="1444"/>
                  </a:lnTo>
                  <a:lnTo>
                    <a:pt x="69350" y="410"/>
                  </a:lnTo>
                  <a:cubicBezTo>
                    <a:pt x="69350" y="410"/>
                    <a:pt x="34547" y="1"/>
                    <a:pt x="14180" y="1"/>
                  </a:cubicBezTo>
                  <a:close/>
                </a:path>
              </a:pathLst>
            </a:custGeom>
            <a:solidFill>
              <a:schemeClr val="dk2"/>
            </a:solidFill>
            <a:ln>
              <a:noFill/>
            </a:ln>
          </p:spPr>
          <p:txBody>
            <a:bodyPr spcFirstLastPara="1" wrap="square" lIns="121900" tIns="121900" rIns="121900" bIns="121900" anchor="ctr" anchorCtr="0">
              <a:noAutofit/>
            </a:bodyPr>
            <a:lstStyle/>
            <a:p>
              <a:endParaRPr sz="1867"/>
            </a:p>
          </p:txBody>
        </p:sp>
        <p:sp>
          <p:nvSpPr>
            <p:cNvPr id="1185" name="Google Shape;1185;p54"/>
            <p:cNvSpPr/>
            <p:nvPr/>
          </p:nvSpPr>
          <p:spPr>
            <a:xfrm>
              <a:off x="8727015" y="3542074"/>
              <a:ext cx="511734" cy="199621"/>
            </a:xfrm>
            <a:custGeom>
              <a:avLst/>
              <a:gdLst/>
              <a:ahLst/>
              <a:cxnLst/>
              <a:rect l="l" t="t" r="r" b="b"/>
              <a:pathLst>
                <a:path w="10008" h="3904" extrusionOk="0">
                  <a:moveTo>
                    <a:pt x="1" y="1"/>
                  </a:moveTo>
                  <a:lnTo>
                    <a:pt x="1" y="3903"/>
                  </a:lnTo>
                  <a:cubicBezTo>
                    <a:pt x="5938" y="3703"/>
                    <a:pt x="10008" y="3537"/>
                    <a:pt x="10008" y="3537"/>
                  </a:cubicBezTo>
                  <a:lnTo>
                    <a:pt x="735" y="1"/>
                  </a:lnTo>
                  <a:close/>
                </a:path>
              </a:pathLst>
            </a:custGeom>
            <a:solidFill>
              <a:schemeClr val="accent4"/>
            </a:solidFill>
            <a:ln>
              <a:noFill/>
            </a:ln>
          </p:spPr>
          <p:txBody>
            <a:bodyPr spcFirstLastPara="1" wrap="square" lIns="121900" tIns="121900" rIns="121900" bIns="121900" anchor="ctr" anchorCtr="0">
              <a:noAutofit/>
            </a:bodyPr>
            <a:lstStyle/>
            <a:p>
              <a:endParaRPr sz="1867"/>
            </a:p>
          </p:txBody>
        </p:sp>
        <p:sp>
          <p:nvSpPr>
            <p:cNvPr id="1186" name="Google Shape;1186;p54"/>
            <p:cNvSpPr/>
            <p:nvPr/>
          </p:nvSpPr>
          <p:spPr>
            <a:xfrm>
              <a:off x="8585481" y="3540386"/>
              <a:ext cx="655007" cy="189344"/>
            </a:xfrm>
            <a:custGeom>
              <a:avLst/>
              <a:gdLst/>
              <a:ahLst/>
              <a:cxnLst/>
              <a:rect l="l" t="t" r="r" b="b"/>
              <a:pathLst>
                <a:path w="12810" h="3703" extrusionOk="0">
                  <a:moveTo>
                    <a:pt x="0" y="0"/>
                  </a:moveTo>
                  <a:lnTo>
                    <a:pt x="9740" y="3703"/>
                  </a:lnTo>
                  <a:lnTo>
                    <a:pt x="12809" y="3570"/>
                  </a:lnTo>
                  <a:lnTo>
                    <a:pt x="3503" y="34"/>
                  </a:lnTo>
                  <a:lnTo>
                    <a:pt x="0" y="0"/>
                  </a:lnTo>
                  <a:close/>
                </a:path>
              </a:pathLst>
            </a:custGeom>
            <a:solidFill>
              <a:schemeClr val="accent5"/>
            </a:solidFill>
            <a:ln>
              <a:noFill/>
            </a:ln>
          </p:spPr>
          <p:txBody>
            <a:bodyPr spcFirstLastPara="1" wrap="square" lIns="121900" tIns="121900" rIns="121900" bIns="121900" anchor="ctr" anchorCtr="0">
              <a:noAutofit/>
            </a:bodyPr>
            <a:lstStyle/>
            <a:p>
              <a:endParaRPr sz="1867"/>
            </a:p>
          </p:txBody>
        </p:sp>
        <p:sp>
          <p:nvSpPr>
            <p:cNvPr id="1187" name="Google Shape;1187;p54"/>
            <p:cNvSpPr/>
            <p:nvPr/>
          </p:nvSpPr>
          <p:spPr>
            <a:xfrm>
              <a:off x="4993371" y="3917335"/>
              <a:ext cx="4460288" cy="433808"/>
            </a:xfrm>
            <a:custGeom>
              <a:avLst/>
              <a:gdLst/>
              <a:ahLst/>
              <a:cxnLst/>
              <a:rect l="l" t="t" r="r" b="b"/>
              <a:pathLst>
                <a:path w="87230" h="8484" extrusionOk="0">
                  <a:moveTo>
                    <a:pt x="1" y="0"/>
                  </a:moveTo>
                  <a:lnTo>
                    <a:pt x="1269" y="3469"/>
                  </a:lnTo>
                  <a:cubicBezTo>
                    <a:pt x="7601" y="5199"/>
                    <a:pt x="22889" y="8483"/>
                    <a:pt x="48439" y="8483"/>
                  </a:cubicBezTo>
                  <a:cubicBezTo>
                    <a:pt x="59360" y="8483"/>
                    <a:pt x="72156" y="7883"/>
                    <a:pt x="86930" y="6305"/>
                  </a:cubicBezTo>
                  <a:cubicBezTo>
                    <a:pt x="86996" y="5971"/>
                    <a:pt x="87030" y="5604"/>
                    <a:pt x="87063" y="5271"/>
                  </a:cubicBezTo>
                  <a:lnTo>
                    <a:pt x="87230" y="3403"/>
                  </a:lnTo>
                  <a:lnTo>
                    <a:pt x="87230" y="3403"/>
                  </a:lnTo>
                  <a:cubicBezTo>
                    <a:pt x="72797" y="4955"/>
                    <a:pt x="60197" y="5552"/>
                    <a:pt x="49356" y="5552"/>
                  </a:cubicBezTo>
                  <a:cubicBezTo>
                    <a:pt x="22465" y="5552"/>
                    <a:pt x="6396" y="1878"/>
                    <a:pt x="1" y="0"/>
                  </a:cubicBezTo>
                  <a:close/>
                </a:path>
              </a:pathLst>
            </a:custGeom>
            <a:solidFill>
              <a:schemeClr val="accent4"/>
            </a:solidFill>
            <a:ln>
              <a:noFill/>
            </a:ln>
          </p:spPr>
          <p:txBody>
            <a:bodyPr spcFirstLastPara="1" wrap="square" lIns="121900" tIns="121900" rIns="121900" bIns="121900" anchor="ctr" anchorCtr="0">
              <a:noAutofit/>
            </a:bodyPr>
            <a:lstStyle/>
            <a:p>
              <a:endParaRPr sz="1867"/>
            </a:p>
          </p:txBody>
        </p:sp>
        <p:sp>
          <p:nvSpPr>
            <p:cNvPr id="1188" name="Google Shape;1188;p54"/>
            <p:cNvSpPr/>
            <p:nvPr/>
          </p:nvSpPr>
          <p:spPr>
            <a:xfrm>
              <a:off x="5058207" y="4094714"/>
              <a:ext cx="4380112" cy="693612"/>
            </a:xfrm>
            <a:custGeom>
              <a:avLst/>
              <a:gdLst/>
              <a:ahLst/>
              <a:cxnLst/>
              <a:rect l="l" t="t" r="r" b="b"/>
              <a:pathLst>
                <a:path w="85662" h="13565" extrusionOk="0">
                  <a:moveTo>
                    <a:pt x="1" y="0"/>
                  </a:moveTo>
                  <a:lnTo>
                    <a:pt x="367" y="1001"/>
                  </a:lnTo>
                  <a:cubicBezTo>
                    <a:pt x="2636" y="7039"/>
                    <a:pt x="8040" y="11342"/>
                    <a:pt x="14444" y="12176"/>
                  </a:cubicBezTo>
                  <a:cubicBezTo>
                    <a:pt x="20667" y="12985"/>
                    <a:pt x="30598" y="13564"/>
                    <a:pt x="41845" y="13564"/>
                  </a:cubicBezTo>
                  <a:cubicBezTo>
                    <a:pt x="52846" y="13564"/>
                    <a:pt x="65107" y="13010"/>
                    <a:pt x="76388" y="11575"/>
                  </a:cubicBezTo>
                  <a:cubicBezTo>
                    <a:pt x="81058" y="10975"/>
                    <a:pt x="84794" y="7439"/>
                    <a:pt x="85662" y="2802"/>
                  </a:cubicBezTo>
                  <a:lnTo>
                    <a:pt x="85662" y="2802"/>
                  </a:lnTo>
                  <a:cubicBezTo>
                    <a:pt x="70828" y="4397"/>
                    <a:pt x="57988" y="5003"/>
                    <a:pt x="47037" y="5003"/>
                  </a:cubicBezTo>
                  <a:cubicBezTo>
                    <a:pt x="21568" y="5003"/>
                    <a:pt x="6322" y="1727"/>
                    <a:pt x="1" y="0"/>
                  </a:cubicBezTo>
                  <a:close/>
                </a:path>
              </a:pathLst>
            </a:custGeom>
            <a:solidFill>
              <a:schemeClr val="dk2"/>
            </a:solidFill>
            <a:ln>
              <a:noFill/>
            </a:ln>
          </p:spPr>
          <p:txBody>
            <a:bodyPr spcFirstLastPara="1" wrap="square" lIns="121900" tIns="121900" rIns="121900" bIns="121900" anchor="ctr" anchorCtr="0">
              <a:noAutofit/>
            </a:bodyPr>
            <a:lstStyle/>
            <a:p>
              <a:endParaRPr sz="1867"/>
            </a:p>
          </p:txBody>
        </p:sp>
        <p:sp>
          <p:nvSpPr>
            <p:cNvPr id="1189" name="Google Shape;1189;p54"/>
            <p:cNvSpPr/>
            <p:nvPr/>
          </p:nvSpPr>
          <p:spPr>
            <a:xfrm>
              <a:off x="5174176" y="4335190"/>
              <a:ext cx="4177167" cy="247379"/>
            </a:xfrm>
            <a:custGeom>
              <a:avLst/>
              <a:gdLst/>
              <a:ahLst/>
              <a:cxnLst/>
              <a:rect l="l" t="t" r="r" b="b"/>
              <a:pathLst>
                <a:path w="81693" h="4838" extrusionOk="0">
                  <a:moveTo>
                    <a:pt x="1" y="1"/>
                  </a:moveTo>
                  <a:lnTo>
                    <a:pt x="234" y="368"/>
                  </a:lnTo>
                  <a:cubicBezTo>
                    <a:pt x="1835" y="868"/>
                    <a:pt x="7973" y="2603"/>
                    <a:pt x="19181" y="3737"/>
                  </a:cubicBezTo>
                  <a:cubicBezTo>
                    <a:pt x="26820" y="4504"/>
                    <a:pt x="34492" y="4838"/>
                    <a:pt x="42164" y="4838"/>
                  </a:cubicBezTo>
                  <a:cubicBezTo>
                    <a:pt x="55374" y="4771"/>
                    <a:pt x="68550" y="3970"/>
                    <a:pt x="81693" y="2469"/>
                  </a:cubicBezTo>
                  <a:lnTo>
                    <a:pt x="81659" y="2236"/>
                  </a:lnTo>
                  <a:cubicBezTo>
                    <a:pt x="66018" y="3956"/>
                    <a:pt x="52908" y="4559"/>
                    <a:pt x="42227" y="4559"/>
                  </a:cubicBezTo>
                  <a:cubicBezTo>
                    <a:pt x="32612" y="4559"/>
                    <a:pt x="24967" y="4070"/>
                    <a:pt x="19215" y="3470"/>
                  </a:cubicBezTo>
                  <a:cubicBezTo>
                    <a:pt x="7073" y="2236"/>
                    <a:pt x="901" y="301"/>
                    <a:pt x="1" y="1"/>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190" name="Google Shape;1190;p54"/>
            <p:cNvSpPr/>
            <p:nvPr/>
          </p:nvSpPr>
          <p:spPr>
            <a:xfrm>
              <a:off x="6403964" y="3596428"/>
              <a:ext cx="1175229" cy="798536"/>
            </a:xfrm>
            <a:custGeom>
              <a:avLst/>
              <a:gdLst/>
              <a:ahLst/>
              <a:cxnLst/>
              <a:rect l="l" t="t" r="r" b="b"/>
              <a:pathLst>
                <a:path w="22984" h="15617" extrusionOk="0">
                  <a:moveTo>
                    <a:pt x="599" y="1"/>
                  </a:moveTo>
                  <a:cubicBezTo>
                    <a:pt x="476" y="1"/>
                    <a:pt x="352" y="66"/>
                    <a:pt x="267" y="172"/>
                  </a:cubicBezTo>
                  <a:lnTo>
                    <a:pt x="134" y="372"/>
                  </a:lnTo>
                  <a:cubicBezTo>
                    <a:pt x="0" y="539"/>
                    <a:pt x="67" y="772"/>
                    <a:pt x="234" y="906"/>
                  </a:cubicBezTo>
                  <a:lnTo>
                    <a:pt x="22416" y="15616"/>
                  </a:lnTo>
                  <a:lnTo>
                    <a:pt x="22983" y="14782"/>
                  </a:lnTo>
                  <a:lnTo>
                    <a:pt x="801" y="72"/>
                  </a:lnTo>
                  <a:cubicBezTo>
                    <a:pt x="740" y="23"/>
                    <a:pt x="670" y="1"/>
                    <a:pt x="599" y="1"/>
                  </a:cubicBezTo>
                  <a:close/>
                </a:path>
              </a:pathLst>
            </a:custGeom>
            <a:solidFill>
              <a:srgbClr val="FFFFFF"/>
            </a:solidFill>
            <a:ln>
              <a:noFill/>
            </a:ln>
          </p:spPr>
          <p:txBody>
            <a:bodyPr spcFirstLastPara="1" wrap="square" lIns="121900" tIns="121900" rIns="121900" bIns="121900" anchor="ctr" anchorCtr="0">
              <a:noAutofit/>
            </a:bodyPr>
            <a:lstStyle/>
            <a:p>
              <a:endParaRPr sz="1867"/>
            </a:p>
          </p:txBody>
        </p:sp>
        <p:sp>
          <p:nvSpPr>
            <p:cNvPr id="1191" name="Google Shape;1191;p54"/>
            <p:cNvSpPr/>
            <p:nvPr/>
          </p:nvSpPr>
          <p:spPr>
            <a:xfrm>
              <a:off x="7550150" y="4352268"/>
              <a:ext cx="757323" cy="580610"/>
            </a:xfrm>
            <a:custGeom>
              <a:avLst/>
              <a:gdLst/>
              <a:ahLst/>
              <a:cxnLst/>
              <a:rect l="l" t="t" r="r" b="b"/>
              <a:pathLst>
                <a:path w="14811" h="11355" extrusionOk="0">
                  <a:moveTo>
                    <a:pt x="534" y="0"/>
                  </a:moveTo>
                  <a:lnTo>
                    <a:pt x="0" y="834"/>
                  </a:lnTo>
                  <a:cubicBezTo>
                    <a:pt x="567" y="1235"/>
                    <a:pt x="1902" y="2068"/>
                    <a:pt x="1902" y="2135"/>
                  </a:cubicBezTo>
                  <a:cubicBezTo>
                    <a:pt x="1835" y="2269"/>
                    <a:pt x="1768" y="2402"/>
                    <a:pt x="1702" y="2535"/>
                  </a:cubicBezTo>
                  <a:cubicBezTo>
                    <a:pt x="1601" y="2869"/>
                    <a:pt x="1535" y="3203"/>
                    <a:pt x="1535" y="3570"/>
                  </a:cubicBezTo>
                  <a:cubicBezTo>
                    <a:pt x="1501" y="4604"/>
                    <a:pt x="1935" y="5905"/>
                    <a:pt x="2836" y="6505"/>
                  </a:cubicBezTo>
                  <a:lnTo>
                    <a:pt x="9507" y="10975"/>
                  </a:lnTo>
                  <a:cubicBezTo>
                    <a:pt x="9888" y="11233"/>
                    <a:pt x="10323" y="11355"/>
                    <a:pt x="10755" y="11355"/>
                  </a:cubicBezTo>
                  <a:cubicBezTo>
                    <a:pt x="11498" y="11355"/>
                    <a:pt x="12233" y="10995"/>
                    <a:pt x="12676" y="10341"/>
                  </a:cubicBezTo>
                  <a:lnTo>
                    <a:pt x="13176" y="9574"/>
                  </a:lnTo>
                  <a:lnTo>
                    <a:pt x="13477" y="9174"/>
                  </a:lnTo>
                  <a:lnTo>
                    <a:pt x="14110" y="8206"/>
                  </a:lnTo>
                  <a:cubicBezTo>
                    <a:pt x="14811" y="7139"/>
                    <a:pt x="14544" y="5738"/>
                    <a:pt x="13477" y="5037"/>
                  </a:cubicBezTo>
                  <a:lnTo>
                    <a:pt x="6805" y="567"/>
                  </a:lnTo>
                  <a:cubicBezTo>
                    <a:pt x="6349" y="258"/>
                    <a:pt x="5822" y="131"/>
                    <a:pt x="5283" y="131"/>
                  </a:cubicBezTo>
                  <a:cubicBezTo>
                    <a:pt x="4600" y="131"/>
                    <a:pt x="3899" y="336"/>
                    <a:pt x="3303" y="634"/>
                  </a:cubicBezTo>
                  <a:cubicBezTo>
                    <a:pt x="3036" y="768"/>
                    <a:pt x="2802" y="934"/>
                    <a:pt x="2569" y="1134"/>
                  </a:cubicBezTo>
                  <a:cubicBezTo>
                    <a:pt x="2550" y="1145"/>
                    <a:pt x="2525" y="1151"/>
                    <a:pt x="2496" y="1151"/>
                  </a:cubicBezTo>
                  <a:cubicBezTo>
                    <a:pt x="2170" y="1151"/>
                    <a:pt x="1271" y="512"/>
                    <a:pt x="934" y="267"/>
                  </a:cubicBezTo>
                  <a:lnTo>
                    <a:pt x="534" y="0"/>
                  </a:lnTo>
                  <a:close/>
                </a:path>
              </a:pathLst>
            </a:custGeom>
            <a:solidFill>
              <a:schemeClr val="accent1"/>
            </a:solidFill>
            <a:ln>
              <a:noFill/>
            </a:ln>
          </p:spPr>
          <p:txBody>
            <a:bodyPr spcFirstLastPara="1" wrap="square" lIns="121900" tIns="121900" rIns="121900" bIns="121900" anchor="ctr" anchorCtr="0">
              <a:noAutofit/>
            </a:bodyPr>
            <a:lstStyle/>
            <a:p>
              <a:endParaRPr sz="1867"/>
            </a:p>
          </p:txBody>
        </p:sp>
        <p:sp>
          <p:nvSpPr>
            <p:cNvPr id="1192" name="Google Shape;1192;p54"/>
            <p:cNvSpPr/>
            <p:nvPr/>
          </p:nvSpPr>
          <p:spPr>
            <a:xfrm>
              <a:off x="7689997" y="4446045"/>
              <a:ext cx="477629" cy="339520"/>
            </a:xfrm>
            <a:custGeom>
              <a:avLst/>
              <a:gdLst/>
              <a:ahLst/>
              <a:cxnLst/>
              <a:rect l="l" t="t" r="r" b="b"/>
              <a:pathLst>
                <a:path w="9341" h="6640" extrusionOk="0">
                  <a:moveTo>
                    <a:pt x="134" y="1"/>
                  </a:moveTo>
                  <a:lnTo>
                    <a:pt x="1" y="201"/>
                  </a:lnTo>
                  <a:cubicBezTo>
                    <a:pt x="668" y="835"/>
                    <a:pt x="1402" y="1435"/>
                    <a:pt x="2135" y="2036"/>
                  </a:cubicBezTo>
                  <a:cubicBezTo>
                    <a:pt x="2903" y="2603"/>
                    <a:pt x="3637" y="3170"/>
                    <a:pt x="4404" y="3704"/>
                  </a:cubicBezTo>
                  <a:cubicBezTo>
                    <a:pt x="5171" y="4237"/>
                    <a:pt x="5972" y="4738"/>
                    <a:pt x="6739" y="5238"/>
                  </a:cubicBezTo>
                  <a:cubicBezTo>
                    <a:pt x="7539" y="5738"/>
                    <a:pt x="8373" y="6239"/>
                    <a:pt x="9207" y="6639"/>
                  </a:cubicBezTo>
                  <a:lnTo>
                    <a:pt x="9341" y="6439"/>
                  </a:lnTo>
                  <a:cubicBezTo>
                    <a:pt x="8640" y="5805"/>
                    <a:pt x="7906" y="5205"/>
                    <a:pt x="7172" y="4638"/>
                  </a:cubicBezTo>
                  <a:cubicBezTo>
                    <a:pt x="6439" y="4071"/>
                    <a:pt x="5671" y="3503"/>
                    <a:pt x="4904" y="2970"/>
                  </a:cubicBezTo>
                  <a:cubicBezTo>
                    <a:pt x="4170" y="2403"/>
                    <a:pt x="3370" y="1902"/>
                    <a:pt x="2602" y="1402"/>
                  </a:cubicBezTo>
                  <a:cubicBezTo>
                    <a:pt x="1802" y="902"/>
                    <a:pt x="968" y="435"/>
                    <a:pt x="134" y="1"/>
                  </a:cubicBezTo>
                  <a:close/>
                </a:path>
              </a:pathLst>
            </a:custGeom>
            <a:solidFill>
              <a:schemeClr val="accent2"/>
            </a:solidFill>
            <a:ln>
              <a:noFill/>
            </a:ln>
          </p:spPr>
          <p:txBody>
            <a:bodyPr spcFirstLastPara="1" wrap="square" lIns="121900" tIns="121900" rIns="121900" bIns="121900" anchor="ctr" anchorCtr="0">
              <a:noAutofit/>
            </a:bodyPr>
            <a:lstStyle/>
            <a:p>
              <a:endParaRPr sz="1867"/>
            </a:p>
          </p:txBody>
        </p:sp>
      </p:grpSp>
      <p:pic>
        <p:nvPicPr>
          <p:cNvPr id="6" name="Picture 5">
            <a:extLst>
              <a:ext uri="{FF2B5EF4-FFF2-40B4-BE49-F238E27FC236}">
                <a16:creationId xmlns:a16="http://schemas.microsoft.com/office/drawing/2014/main" id="{633C5E60-ECC2-6799-BEE3-BCDD153A8D75}"/>
              </a:ext>
            </a:extLst>
          </p:cNvPr>
          <p:cNvPicPr>
            <a:picLocks noChangeAspect="1"/>
          </p:cNvPicPr>
          <p:nvPr/>
        </p:nvPicPr>
        <p:blipFill>
          <a:blip r:embed="rId3"/>
          <a:stretch>
            <a:fillRect/>
          </a:stretch>
        </p:blipFill>
        <p:spPr>
          <a:xfrm>
            <a:off x="2201602" y="644197"/>
            <a:ext cx="7482078" cy="4436667"/>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itanic Remembrance Day by Slidesgo">
  <a:themeElements>
    <a:clrScheme name="Simple Light">
      <a:dk1>
        <a:srgbClr val="000000"/>
      </a:dk1>
      <a:lt1>
        <a:srgbClr val="FFFFFF"/>
      </a:lt1>
      <a:dk2>
        <a:srgbClr val="93BFCE"/>
      </a:dk2>
      <a:lt2>
        <a:srgbClr val="E0E8EA"/>
      </a:lt2>
      <a:accent1>
        <a:srgbClr val="D0F3FF"/>
      </a:accent1>
      <a:accent2>
        <a:srgbClr val="A5D5E5"/>
      </a:accent2>
      <a:accent3>
        <a:srgbClr val="6B919E"/>
      </a:accent3>
      <a:accent4>
        <a:srgbClr val="567682"/>
      </a:accent4>
      <a:accent5>
        <a:srgbClr val="354A50"/>
      </a:accent5>
      <a:accent6>
        <a:srgbClr val="263236"/>
      </a:accent6>
      <a:hlink>
        <a:srgbClr val="26323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Titanic Remembrance Day by Slidesgo</Template>
  <TotalTime>29</TotalTime>
  <Words>1330</Words>
  <Application>Microsoft Office PowerPoint</Application>
  <PresentationFormat>Widescreen</PresentationFormat>
  <Paragraphs>116</Paragraphs>
  <Slides>12</Slides>
  <Notes>11</Notes>
  <HiddenSlides>0</HiddenSlides>
  <MMClips>5</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12</vt:i4>
      </vt:variant>
    </vt:vector>
  </HeadingPairs>
  <TitlesOfParts>
    <vt:vector size="23" baseType="lpstr">
      <vt:lpstr>Abel</vt:lpstr>
      <vt:lpstr>Aptos</vt:lpstr>
      <vt:lpstr>Arial</vt:lpstr>
      <vt:lpstr>Didact Gothic</vt:lpstr>
      <vt:lpstr>Open Sans</vt:lpstr>
      <vt:lpstr>Poppins</vt:lpstr>
      <vt:lpstr>Proxima Nova</vt:lpstr>
      <vt:lpstr>Proxima Nova Semibold</vt:lpstr>
      <vt:lpstr>Titanic Remembrance Day by Slidesgo</vt:lpstr>
      <vt:lpstr>Slidesgo Final Pages</vt:lpstr>
      <vt:lpstr>think-cell Slide</vt:lpstr>
      <vt:lpstr>Titanic Survival Prediction Model </vt:lpstr>
      <vt:lpstr>— Introduction &amp; Problem Statement—</vt:lpstr>
      <vt:lpstr>— Data Selection —</vt:lpstr>
      <vt:lpstr>— Data Preparation &amp; Cleaning —</vt:lpstr>
      <vt:lpstr>— Feature Engineering (Revealing the Iceberg) —</vt:lpstr>
      <vt:lpstr>— Models Used —</vt:lpstr>
      <vt:lpstr>— Performance Metrics —</vt:lpstr>
      <vt:lpstr>— Model Results—</vt:lpstr>
      <vt:lpstr>— Interpretation of Findings —</vt:lpstr>
      <vt:lpstr>Mitigation</vt:lpstr>
      <vt:lpstr>— Conclusion —</vt:lpstr>
      <vt:lpstr>PowerPoint Presentation</vt:lpstr>
    </vt:vector>
  </TitlesOfParts>
  <Company>Comcast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Owens, Jessica</dc:creator>
  <cp:lastModifiedBy>Jessica Owens</cp:lastModifiedBy>
  <cp:revision>4</cp:revision>
  <dcterms:created xsi:type="dcterms:W3CDTF">2025-11-13T21:15:15Z</dcterms:created>
  <dcterms:modified xsi:type="dcterms:W3CDTF">2025-11-23T18:35:56Z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ec73f6c-70eb-4b84-9ffa-39fe698bd292_Enabled">
    <vt:lpwstr>true</vt:lpwstr>
  </property>
  <property fmtid="{D5CDD505-2E9C-101B-9397-08002B2CF9AE}" pid="3" name="MSIP_Label_7ec73f6c-70eb-4b84-9ffa-39fe698bd292_SetDate">
    <vt:lpwstr>2025-11-13T21:27:49Z</vt:lpwstr>
  </property>
  <property fmtid="{D5CDD505-2E9C-101B-9397-08002B2CF9AE}" pid="4" name="MSIP_Label_7ec73f6c-70eb-4b84-9ffa-39fe698bd292_Method">
    <vt:lpwstr>Privileged</vt:lpwstr>
  </property>
  <property fmtid="{D5CDD505-2E9C-101B-9397-08002B2CF9AE}" pid="5" name="MSIP_Label_7ec73f6c-70eb-4b84-9ffa-39fe698bd292_Name">
    <vt:lpwstr>Non-Business Information (NB)</vt:lpwstr>
  </property>
  <property fmtid="{D5CDD505-2E9C-101B-9397-08002B2CF9AE}" pid="6" name="MSIP_Label_7ec73f6c-70eb-4b84-9ffa-39fe698bd292_SiteId">
    <vt:lpwstr>906aefe9-76a7-4f65-b82d-5ec20775d5aa</vt:lpwstr>
  </property>
  <property fmtid="{D5CDD505-2E9C-101B-9397-08002B2CF9AE}" pid="7" name="MSIP_Label_7ec73f6c-70eb-4b84-9ffa-39fe698bd292_ActionId">
    <vt:lpwstr>9f98f941-92a6-473b-9622-ebfd1a55b1f9</vt:lpwstr>
  </property>
  <property fmtid="{D5CDD505-2E9C-101B-9397-08002B2CF9AE}" pid="8" name="MSIP_Label_7ec73f6c-70eb-4b84-9ffa-39fe698bd292_ContentBits">
    <vt:lpwstr>0</vt:lpwstr>
  </property>
  <property fmtid="{D5CDD505-2E9C-101B-9397-08002B2CF9AE}" pid="9" name="MSIP_Label_7ec73f6c-70eb-4b84-9ffa-39fe698bd292_Tag">
    <vt:lpwstr>10, 0, 1, 1</vt:lpwstr>
  </property>
</Properties>
</file>