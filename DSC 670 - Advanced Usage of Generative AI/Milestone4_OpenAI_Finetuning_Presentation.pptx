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Milestone 2: Full Fine-Tuning with OpenAI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Code Review Comment Generation for Secure Healthcare Data 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Goal: Improve consistency and healthcare-specific security review comments.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Problem in Milestone 1: Prompt engineering alone produced uneven quality.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Approach in Milestone 2: Full supervised fine-tuning with OpenAI.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Base model: gpt-4o-mini-2024-07-18.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Validate JSONL training dataset format and role coverage.</a:t>
            </a:r>
            <a:endParaRPr lang="en-US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Upload dataset using OpenAI Files API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/>
              <a:t>Create fine-tuning job with auto epoch selection.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/>
              <a:t>Monitor job status and events until completion.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Extract training metrics (loss and token accuracy).</a:t>
            </a:r>
            <a:endParaRPr lang="en-US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Run side-by-side inference: base vs fine-tuned model.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Track all jobs for an experiment audit trail.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Dataset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10 curated examples in OpenAI chat JSONL format.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Coverage of healthcare-relevant vulnerability classes:</a:t>
            </a:r>
          </a:p>
          <a:p>
            <a:pPr marL="800100" lvl="1" indent="-342900">
              <a:buFont typeface="+mj-lt"/>
              <a:buAutoNum type="arabicPeriod"/>
              <a:defRPr sz="1600"/>
            </a:pPr>
            <a:r>
              <a:rPr dirty="0"/>
              <a:t>PHI logging and insecure retry logs</a:t>
            </a:r>
          </a:p>
          <a:p>
            <a:pPr marL="800100" lvl="1" indent="-342900">
              <a:buFont typeface="+mj-lt"/>
              <a:buAutoNum type="arabicPeriod"/>
              <a:defRPr sz="1600"/>
            </a:pPr>
            <a:r>
              <a:rPr dirty="0"/>
              <a:t>Missing validation and unsafe deserialization</a:t>
            </a:r>
          </a:p>
          <a:p>
            <a:pPr marL="800100" lvl="1" indent="-342900">
              <a:buFont typeface="+mj-lt"/>
              <a:buAutoNum type="arabicPeriod"/>
              <a:defRPr sz="1600"/>
            </a:pPr>
            <a:r>
              <a:rPr dirty="0"/>
              <a:t>SQL injection and hardcoded secrets</a:t>
            </a:r>
          </a:p>
          <a:p>
            <a:pPr marL="800100" lvl="1" indent="-342900">
              <a:buFont typeface="+mj-lt"/>
              <a:buAutoNum type="arabicPeriod"/>
              <a:defRPr sz="1600"/>
            </a:pPr>
            <a:r>
              <a:rPr dirty="0"/>
              <a:t>Plaintext storage and unencrypted communication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Assistant output style is structured with severity + concrete fix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Notebook includes robust local validation before API calls.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Asynchronous job polling captures status transitions and live events.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Metrics pipeline parses event stream and generates plots.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Inference helper runs deterministic comparison at low temperature.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Optional second held-out diff supports quick generalization checks.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Relevance: Detect real security issues in diffs.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Specificity: Provide actionable, code-level remediation.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Healthcare awareness: Mention HIPAA and PHI risk context.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Expected signal: Lower </a:t>
            </a:r>
            <a:r>
              <a:rPr dirty="0" err="1"/>
              <a:t>train_loss</a:t>
            </a:r>
            <a:r>
              <a:rPr dirty="0"/>
              <a:t> and higher token accuracy </a:t>
            </a:r>
            <a:r>
              <a:rPr lang="en-US" dirty="0"/>
              <a:t>oversteps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Comparison: Base vs Fine-Tuned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2000" b="1"/>
            </a:pPr>
            <a:r>
              <a:t>Base Model (gpt-4o-mini)</a:t>
            </a:r>
          </a:p>
          <a:p>
            <a:pPr lvl="1">
              <a:defRPr sz="1600"/>
            </a:pPr>
            <a:r>
              <a:t>Finds obvious issues but can be generic.</a:t>
            </a:r>
          </a:p>
          <a:p>
            <a:pPr lvl="1">
              <a:defRPr sz="1600"/>
            </a:pPr>
            <a:r>
              <a:t>May skip HIPAA framing.</a:t>
            </a:r>
          </a:p>
          <a:p>
            <a:pPr lvl="1">
              <a:defRPr sz="1600"/>
            </a:pPr>
            <a:r>
              <a:t>Recommendations can be high-level.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2000" b="1"/>
            </a:pPr>
            <a:r>
              <a:t>Fine-Tuned Model</a:t>
            </a:r>
          </a:p>
          <a:p>
            <a:pPr lvl="1">
              <a:defRPr sz="1600"/>
            </a:pPr>
            <a:r>
              <a:t>More consistent severity-tagged findings.</a:t>
            </a:r>
          </a:p>
          <a:p>
            <a:pPr lvl="1">
              <a:defRPr sz="1600"/>
            </a:pPr>
            <a:r>
              <a:t>Stronger PHI/HIPAA contextualization.</a:t>
            </a:r>
          </a:p>
          <a:p>
            <a:pPr lvl="1">
              <a:defRPr sz="1600"/>
            </a:pPr>
            <a:r>
              <a:t>More concrete and implementation-ready fixes.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Operationalization: Streamlit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Built a web app (app.py) for interactive code diff review.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Supports compare mode: fine-tuned model vs base model.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Includes streaming output, parameter controls, and report download.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Ready for demo at localhost:8501 using </a:t>
            </a:r>
            <a:r>
              <a:rPr dirty="0" err="1"/>
              <a:t>streamlit</a:t>
            </a:r>
            <a:r>
              <a:rPr dirty="0"/>
              <a:t> run app.py.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Current dataset size (10 examples) is demonstration-scale.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No validation file yet; add one for stronger generalization evidence.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Expand held-out evaluation set and use expert scoring rubrics.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Scale to 500-5000 curated examples for production readiness.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dirty="0"/>
              <a:t>Continue iterative retraining with cost and quality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1645920"/>
            <a:ext cx="87965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/>
            </a:pPr>
            <a:r>
              <a:rPr dirty="0"/>
              <a:t>Outcome: Domain fine-tuning improved healthcare security review quality.</a:t>
            </a:r>
            <a:endParaRPr lang="en-US" dirty="0"/>
          </a:p>
          <a:p>
            <a:pPr algn="l">
              <a:defRPr sz="2400"/>
            </a:pPr>
            <a:endParaRPr dirty="0"/>
          </a:p>
          <a:p>
            <a:pPr algn="l">
              <a:defRPr sz="2000"/>
            </a:pPr>
            <a:r>
              <a:rPr dirty="0"/>
              <a:t>Milestone deliverables include training pipeline, evaluation, and app demo.</a:t>
            </a:r>
          </a:p>
          <a:p>
            <a:pPr algn="l">
              <a:defRPr sz="2000"/>
            </a:pPr>
            <a:r>
              <a:rPr dirty="0"/>
              <a:t>This provides a practical foundation for a production-grade reviewer.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449</Words>
  <Application>Microsoft Office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Milestone 2: Full Fine-Tuning with OpenAI</vt:lpstr>
      <vt:lpstr>Project Objective</vt:lpstr>
      <vt:lpstr>End-to-End Workflow</vt:lpstr>
      <vt:lpstr>Training Dataset Design</vt:lpstr>
      <vt:lpstr>Implementation Highlights</vt:lpstr>
      <vt:lpstr>Model Evaluation Criteria</vt:lpstr>
      <vt:lpstr>Expected Comparison: Base vs Fine-Tuned</vt:lpstr>
      <vt:lpstr>Operationalization: Streamlit App</vt:lpstr>
      <vt:lpstr>Limitations and Next Steps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Vijay Sharma</cp:lastModifiedBy>
  <cp:revision>3</cp:revision>
  <dcterms:created xsi:type="dcterms:W3CDTF">2013-01-27T09:14:16Z</dcterms:created>
  <dcterms:modified xsi:type="dcterms:W3CDTF">2026-05-25T03:41:34Z</dcterms:modified>
  <cp:category/>
</cp:coreProperties>
</file>